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80E72AE4-8B18-4F85-9295-E6AC38F4C74D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2C61F6F9-7C49-4281-8074-B485C7C0464E}" type="slidenum">
              <a:rPr lang="es-CL" smtClean="0"/>
              <a:t>‹Nº›</a:t>
            </a:fld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6" y="0"/>
            <a:ext cx="910113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793839" y="2967335"/>
            <a:ext cx="555632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ernard MT Condensed" pitchFamily="18" charset="0"/>
              </a:rPr>
              <a:t>Animales salvajes </a:t>
            </a:r>
            <a:endParaRPr lang="es-ES" sz="6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46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4" t="49258" r="3214"/>
          <a:stretch/>
        </p:blipFill>
        <p:spPr bwMode="auto">
          <a:xfrm>
            <a:off x="122133" y="20363"/>
            <a:ext cx="8991601" cy="684076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2628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136"/>
            <a:ext cx="9144000" cy="6849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4849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8622463" cy="6408712"/>
          </a:xfrm>
          <a:prstGeom prst="rect">
            <a:avLst/>
          </a:prstGeom>
          <a:noFill/>
          <a:ln w="7620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097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8" b="11846"/>
          <a:stretch/>
        </p:blipFill>
        <p:spPr bwMode="auto">
          <a:xfrm>
            <a:off x="808073" y="3775615"/>
            <a:ext cx="2808312" cy="247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 descr="Resultado de imagen para dibujo cocodril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75" b="25656"/>
          <a:stretch/>
        </p:blipFill>
        <p:spPr bwMode="auto">
          <a:xfrm>
            <a:off x="1043608" y="764704"/>
            <a:ext cx="3281491" cy="201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877887"/>
            <a:ext cx="3096343" cy="213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775072"/>
            <a:ext cx="2565439" cy="256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399" y="3501008"/>
            <a:ext cx="1617001" cy="2754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680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sultado de imagen para dibujo de le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39349"/>
            <a:ext cx="1944216" cy="194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n para elefante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834114"/>
            <a:ext cx="2736304" cy="256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3399926"/>
            <a:ext cx="2194445" cy="3030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 descr="Resultado de imagen para dibujo mon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72" y="2721620"/>
            <a:ext cx="1377482" cy="137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Resultado de imagen para dibujo pum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834114"/>
            <a:ext cx="2088305" cy="188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60"/>
          <a:stretch/>
        </p:blipFill>
        <p:spPr bwMode="auto">
          <a:xfrm>
            <a:off x="532622" y="4489228"/>
            <a:ext cx="2599218" cy="1940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7" name="Picture 13" descr="Resultado de imagen para dibujo  jabali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852936"/>
            <a:ext cx="2975396" cy="1769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9" name="Picture 15" descr="Resultado de imagen para dibujo  hipopotamo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725144"/>
            <a:ext cx="2808312" cy="170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27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1" r="10389"/>
          <a:stretch/>
        </p:blipFill>
        <p:spPr bwMode="auto">
          <a:xfrm>
            <a:off x="683568" y="764704"/>
            <a:ext cx="7632848" cy="547260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4763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513</TotalTime>
  <Words>2</Words>
  <Application>Microsoft Office PowerPoint</Application>
  <PresentationFormat>Presentación en pantalla (4:3)</PresentationFormat>
  <Paragraphs>1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Austin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3</cp:revision>
  <dcterms:created xsi:type="dcterms:W3CDTF">2019-02-10T20:28:17Z</dcterms:created>
  <dcterms:modified xsi:type="dcterms:W3CDTF">2019-02-11T05:02:15Z</dcterms:modified>
</cp:coreProperties>
</file>