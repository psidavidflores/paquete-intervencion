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6" r:id="rId14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3A9CC-46F0-4CF7-BC1C-C468D8B4298E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EFC9B-82EA-4456-A039-AE3E95762EF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50505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3A9CC-46F0-4CF7-BC1C-C468D8B4298E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EFC9B-82EA-4456-A039-AE3E95762EF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81845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3A9CC-46F0-4CF7-BC1C-C468D8B4298E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EFC9B-82EA-4456-A039-AE3E95762EF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43215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3A9CC-46F0-4CF7-BC1C-C468D8B4298E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EFC9B-82EA-4456-A039-AE3E95762EF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19941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3A9CC-46F0-4CF7-BC1C-C468D8B4298E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EFC9B-82EA-4456-A039-AE3E95762EF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20798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3A9CC-46F0-4CF7-BC1C-C468D8B4298E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EFC9B-82EA-4456-A039-AE3E95762EF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34817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3A9CC-46F0-4CF7-BC1C-C468D8B4298E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EFC9B-82EA-4456-A039-AE3E95762EF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30626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3A9CC-46F0-4CF7-BC1C-C468D8B4298E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EFC9B-82EA-4456-A039-AE3E95762EF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22501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3A9CC-46F0-4CF7-BC1C-C468D8B4298E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EFC9B-82EA-4456-A039-AE3E95762EF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24717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3A9CC-46F0-4CF7-BC1C-C468D8B4298E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EFC9B-82EA-4456-A039-AE3E95762EF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47104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3A9CC-46F0-4CF7-BC1C-C468D8B4298E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EFC9B-82EA-4456-A039-AE3E95762EF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9391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23A9CC-46F0-4CF7-BC1C-C468D8B4298E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EFC9B-82EA-4456-A039-AE3E95762EF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5622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67"/>
          <a:stretch/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644606" y="1899929"/>
            <a:ext cx="5903667" cy="230832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s-ES" sz="54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Eje de aprendizaje: </a:t>
            </a:r>
          </a:p>
          <a:p>
            <a:pPr algn="ctr"/>
            <a:r>
              <a:rPr lang="es-ES" sz="5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Motricidad</a:t>
            </a:r>
          </a:p>
          <a:p>
            <a:pPr algn="ctr"/>
            <a:r>
              <a:rPr lang="es-ES" sz="3600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</a:rPr>
              <a:t>«Imitando movimientos»</a:t>
            </a:r>
            <a:endParaRPr lang="es-ES" sz="3600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533376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97" t="4745" r="6018" b="3236"/>
          <a:stretch/>
        </p:blipFill>
        <p:spPr bwMode="auto">
          <a:xfrm>
            <a:off x="12428" y="0"/>
            <a:ext cx="9131571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827584" y="836712"/>
            <a:ext cx="7200800" cy="156966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s-CL" sz="2400" b="1" dirty="0" smtClean="0">
                <a:latin typeface="Arial" pitchFamily="34" charset="0"/>
                <a:cs typeface="Arial" pitchFamily="34" charset="0"/>
              </a:rPr>
              <a:t>Objetivo de aprendizaje: </a:t>
            </a:r>
          </a:p>
          <a:p>
            <a:r>
              <a:rPr lang="es-CL" sz="2400" dirty="0" smtClean="0">
                <a:latin typeface="Arial" pitchFamily="34" charset="0"/>
                <a:cs typeface="Arial" pitchFamily="34" charset="0"/>
              </a:rPr>
              <a:t>Imitan </a:t>
            </a:r>
            <a:r>
              <a:rPr lang="es-CL" sz="2400" dirty="0" smtClean="0">
                <a:latin typeface="Arial" pitchFamily="34" charset="0"/>
                <a:cs typeface="Arial" pitchFamily="34" charset="0"/>
              </a:rPr>
              <a:t>el movimiento y desplazamiento  de diferentes movimientos , elementos de la naturaleza, acciones de personas, objetos y otros. </a:t>
            </a:r>
            <a:endParaRPr lang="es-CL" sz="24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3068960"/>
            <a:ext cx="3703269" cy="230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20"/>
          <a:stretch/>
        </p:blipFill>
        <p:spPr bwMode="auto">
          <a:xfrm>
            <a:off x="4355976" y="3068960"/>
            <a:ext cx="2304257" cy="2099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82651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0"/>
            <a:ext cx="9132887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846" y="1988840"/>
            <a:ext cx="6480720" cy="4032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1421046" y="908720"/>
            <a:ext cx="630191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Saltando en un pie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58187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0"/>
            <a:ext cx="9132887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20"/>
          <a:stretch/>
        </p:blipFill>
        <p:spPr bwMode="auto">
          <a:xfrm>
            <a:off x="2339752" y="1844824"/>
            <a:ext cx="4608512" cy="4198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448954" y="764704"/>
            <a:ext cx="617534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0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Saltando como conejito</a:t>
            </a:r>
            <a:endParaRPr lang="es-ES" sz="40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77619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0"/>
            <a:ext cx="9132887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63" r="2473" b="16374"/>
          <a:stretch/>
        </p:blipFill>
        <p:spPr bwMode="auto">
          <a:xfrm>
            <a:off x="2051720" y="2708920"/>
            <a:ext cx="4461164" cy="3338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763688" y="836712"/>
            <a:ext cx="611257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  <a:latin typeface="Bernard MT Condensed" pitchFamily="18" charset="0"/>
              </a:rPr>
              <a:t>Saltando como ranitas</a:t>
            </a:r>
            <a:endParaRPr lang="es-ES" sz="5400" b="1" cap="none" spc="0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  <a:latin typeface="Bernard MT Condense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1152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0"/>
            <a:ext cx="9132887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628800"/>
            <a:ext cx="5256584" cy="45336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108510" y="735641"/>
            <a:ext cx="612778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Imitar a una gallina</a:t>
            </a:r>
            <a:endParaRPr lang="es-E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23664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0"/>
            <a:ext cx="9132887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331" y="1226369"/>
            <a:ext cx="6876007" cy="4945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547664" y="764704"/>
            <a:ext cx="547553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Gatear como bebé</a:t>
            </a:r>
            <a:endParaRPr lang="es-ES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18670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0"/>
            <a:ext cx="9132887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916832"/>
            <a:ext cx="6712649" cy="4177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259327" y="764704"/>
            <a:ext cx="6137194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72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Imitar a </a:t>
            </a:r>
            <a:r>
              <a:rPr lang="es-ES" sz="72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un……. </a:t>
            </a:r>
            <a:endParaRPr lang="es-ES" sz="72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13488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0"/>
            <a:ext cx="9132887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464511" y="764704"/>
            <a:ext cx="5726825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72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Imitar a </a:t>
            </a:r>
            <a:r>
              <a:rPr lang="es-ES" sz="72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un….. </a:t>
            </a:r>
            <a:endParaRPr lang="es-ES" sz="72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2050" name="Picture 2" descr="Resultado de imagen para dibujo de av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6755" y="1965033"/>
            <a:ext cx="4408901" cy="4032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5197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0"/>
            <a:ext cx="9132887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464511" y="764704"/>
            <a:ext cx="5726825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72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Imitar a </a:t>
            </a:r>
            <a:r>
              <a:rPr lang="es-ES" sz="72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un….. </a:t>
            </a:r>
            <a:endParaRPr lang="es-ES" sz="72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3074" name="Picture 2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0583" y="1844824"/>
            <a:ext cx="4134679" cy="4134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0930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0"/>
            <a:ext cx="9132887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236885" y="764704"/>
            <a:ext cx="6182078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72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Imitar a </a:t>
            </a:r>
            <a:r>
              <a:rPr lang="es-ES" sz="72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una….. </a:t>
            </a:r>
            <a:endParaRPr lang="es-ES" sz="72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5122" name="Picture 2" descr="Resultado de imagen para dibujo mot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3706" y="2328862"/>
            <a:ext cx="5306566" cy="3642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0601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0"/>
            <a:ext cx="9132887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464511" y="764704"/>
            <a:ext cx="5726825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72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Imitar a </a:t>
            </a:r>
            <a:r>
              <a:rPr lang="es-ES" sz="72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un….. </a:t>
            </a:r>
            <a:endParaRPr lang="es-ES" sz="72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4098" name="Picture 2" descr="Resultado de imagen para dibujo elefant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810" y="2276872"/>
            <a:ext cx="5528526" cy="3599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8283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0"/>
            <a:ext cx="9132887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464511" y="764704"/>
            <a:ext cx="5726825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72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Imitar a </a:t>
            </a:r>
            <a:r>
              <a:rPr lang="es-ES" sz="72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un….. </a:t>
            </a:r>
            <a:endParaRPr lang="es-ES" sz="72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026" name="Picture 2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9761" y="1965033"/>
            <a:ext cx="4182889" cy="3624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12536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76</Words>
  <Application>Microsoft Office PowerPoint</Application>
  <PresentationFormat>Presentación en pantalla (4:3)</PresentationFormat>
  <Paragraphs>16</Paragraphs>
  <Slides>13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4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7</cp:revision>
  <dcterms:created xsi:type="dcterms:W3CDTF">2019-02-12T03:55:15Z</dcterms:created>
  <dcterms:modified xsi:type="dcterms:W3CDTF">2019-03-16T22:46:43Z</dcterms:modified>
</cp:coreProperties>
</file>