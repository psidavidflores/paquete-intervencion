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9" r:id="rId21"/>
    <p:sldId id="288" r:id="rId22"/>
    <p:sldId id="290" r:id="rId23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21B6"/>
    <a:srgbClr val="37E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BE58-9658-4666-93F5-6174DA658380}" type="datetimeFigureOut">
              <a:rPr lang="es-CL" smtClean="0"/>
              <a:t>20-01-2020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8430A-CCDF-415C-8CF7-649C4C39290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492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BE58-9658-4666-93F5-6174DA658380}" type="datetimeFigureOut">
              <a:rPr lang="es-CL" smtClean="0"/>
              <a:t>20-01-2020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8430A-CCDF-415C-8CF7-649C4C39290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0118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BE58-9658-4666-93F5-6174DA658380}" type="datetimeFigureOut">
              <a:rPr lang="es-CL" smtClean="0"/>
              <a:t>20-01-2020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8430A-CCDF-415C-8CF7-649C4C39290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0862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BE58-9658-4666-93F5-6174DA658380}" type="datetimeFigureOut">
              <a:rPr lang="es-CL" smtClean="0"/>
              <a:t>20-01-2020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8430A-CCDF-415C-8CF7-649C4C39290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5687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BE58-9658-4666-93F5-6174DA658380}" type="datetimeFigureOut">
              <a:rPr lang="es-CL" smtClean="0"/>
              <a:t>20-01-2020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8430A-CCDF-415C-8CF7-649C4C39290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3500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BE58-9658-4666-93F5-6174DA658380}" type="datetimeFigureOut">
              <a:rPr lang="es-CL" smtClean="0"/>
              <a:t>20-01-2020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8430A-CCDF-415C-8CF7-649C4C39290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25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BE58-9658-4666-93F5-6174DA658380}" type="datetimeFigureOut">
              <a:rPr lang="es-CL" smtClean="0"/>
              <a:t>20-01-2020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8430A-CCDF-415C-8CF7-649C4C39290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328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BE58-9658-4666-93F5-6174DA658380}" type="datetimeFigureOut">
              <a:rPr lang="es-CL" smtClean="0"/>
              <a:t>20-01-2020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8430A-CCDF-415C-8CF7-649C4C39290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5285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BE58-9658-4666-93F5-6174DA658380}" type="datetimeFigureOut">
              <a:rPr lang="es-CL" smtClean="0"/>
              <a:t>20-01-2020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8430A-CCDF-415C-8CF7-649C4C39290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717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BE58-9658-4666-93F5-6174DA658380}" type="datetimeFigureOut">
              <a:rPr lang="es-CL" smtClean="0"/>
              <a:t>20-01-2020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8430A-CCDF-415C-8CF7-649C4C39290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850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BE58-9658-4666-93F5-6174DA658380}" type="datetimeFigureOut">
              <a:rPr lang="es-CL" smtClean="0"/>
              <a:t>20-01-2020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8430A-CCDF-415C-8CF7-649C4C39290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87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9BE58-9658-4666-93F5-6174DA658380}" type="datetimeFigureOut">
              <a:rPr lang="es-CL" smtClean="0"/>
              <a:t>20-01-2020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8430A-CCDF-415C-8CF7-649C4C39290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691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10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Resultado de imagen de numero del 1 al 10 colo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2052" name="Picture 4" descr="Resultado de imagen de numero del 1 al 10 color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959" y="2060848"/>
            <a:ext cx="5045229" cy="372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043608" y="836712"/>
            <a:ext cx="6708568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B0F0"/>
                </a:solidFill>
                <a:effectLst>
                  <a:reflection blurRad="12700" stA="28000" endPos="45000" dist="1000" dir="5400000" sy="-100000" algn="bl" rotWithShape="0"/>
                </a:effectLst>
                <a:latin typeface="Cooper Black" pitchFamily="18" charset="0"/>
              </a:rPr>
              <a:t>Los números</a:t>
            </a:r>
            <a:endParaRPr lang="es-ES" sz="6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00B0F0"/>
              </a:solidFill>
              <a:effectLst>
                <a:reflection blurRad="12700" stA="28000" endPos="45000" dist="1000" dir="5400000" sy="-100000" algn="bl" rotWithShape="0"/>
              </a:effectLst>
              <a:latin typeface="Cooper Black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512" y="2248208"/>
            <a:ext cx="2247900" cy="3728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18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916832"/>
            <a:ext cx="2247900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Llamada de nube"/>
          <p:cNvSpPr/>
          <p:nvPr/>
        </p:nvSpPr>
        <p:spPr>
          <a:xfrm>
            <a:off x="1043608" y="836712"/>
            <a:ext cx="5184576" cy="3204356"/>
          </a:xfrm>
          <a:prstGeom prst="cloudCallout">
            <a:avLst>
              <a:gd name="adj1" fmla="val 56930"/>
              <a:gd name="adj2" fmla="val 50087"/>
            </a:avLst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Objetivo de aprendizaje: </a:t>
            </a:r>
          </a:p>
          <a:p>
            <a:pPr algn="ctr"/>
            <a:r>
              <a:rPr lang="es-CL" dirty="0" smtClean="0"/>
              <a:t>Emplear progresivamente los números, para contar, identificar, cuantificar y comparar cantidades, hasta 10 e identificar orden o posición de algunos elementos en situaciones cotidianas o juegos.  </a:t>
            </a:r>
            <a:endParaRPr lang="es-CL" dirty="0"/>
          </a:p>
        </p:txBody>
      </p:sp>
      <p:pic>
        <p:nvPicPr>
          <p:cNvPr id="4" name="Picture 4" descr="Resultado de imagen de numero del 1 al 10 color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221088"/>
            <a:ext cx="4248472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302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Estrella de 7 puntas"/>
          <p:cNvSpPr/>
          <p:nvPr/>
        </p:nvSpPr>
        <p:spPr>
          <a:xfrm>
            <a:off x="1047687" y="1399591"/>
            <a:ext cx="1584176" cy="1296144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6600" b="1" dirty="0" smtClean="0">
                <a:solidFill>
                  <a:schemeClr val="tx1"/>
                </a:solidFill>
              </a:rPr>
              <a:t>1</a:t>
            </a:r>
            <a:endParaRPr lang="es-CL" sz="6600" b="1" dirty="0">
              <a:solidFill>
                <a:schemeClr val="tx1"/>
              </a:solidFill>
            </a:endParaRPr>
          </a:p>
        </p:txBody>
      </p:sp>
      <p:sp>
        <p:nvSpPr>
          <p:cNvPr id="4" name="3 Estrella de 7 puntas"/>
          <p:cNvSpPr/>
          <p:nvPr/>
        </p:nvSpPr>
        <p:spPr>
          <a:xfrm>
            <a:off x="2886268" y="1398284"/>
            <a:ext cx="1584176" cy="1296144"/>
          </a:xfrm>
          <a:prstGeom prst="star7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6000" b="1" dirty="0" smtClean="0">
                <a:solidFill>
                  <a:schemeClr val="tx1"/>
                </a:solidFill>
              </a:rPr>
              <a:t>2</a:t>
            </a:r>
            <a:endParaRPr lang="es-CL" sz="6000" b="1" dirty="0">
              <a:solidFill>
                <a:schemeClr val="tx1"/>
              </a:solidFill>
            </a:endParaRPr>
          </a:p>
        </p:txBody>
      </p:sp>
      <p:sp>
        <p:nvSpPr>
          <p:cNvPr id="5" name="4 Estrella de 7 puntas"/>
          <p:cNvSpPr/>
          <p:nvPr/>
        </p:nvSpPr>
        <p:spPr>
          <a:xfrm>
            <a:off x="4712420" y="1412595"/>
            <a:ext cx="1584176" cy="1296144"/>
          </a:xfrm>
          <a:prstGeom prst="star7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6000" b="1" dirty="0" smtClean="0">
                <a:solidFill>
                  <a:schemeClr val="tx1"/>
                </a:solidFill>
              </a:rPr>
              <a:t>3</a:t>
            </a:r>
            <a:endParaRPr lang="es-CL" sz="6000" b="1" dirty="0">
              <a:solidFill>
                <a:schemeClr val="tx1"/>
              </a:solidFill>
            </a:endParaRPr>
          </a:p>
        </p:txBody>
      </p:sp>
      <p:sp>
        <p:nvSpPr>
          <p:cNvPr id="6" name="5 Estrella de 7 puntas"/>
          <p:cNvSpPr/>
          <p:nvPr/>
        </p:nvSpPr>
        <p:spPr>
          <a:xfrm>
            <a:off x="6588223" y="1412595"/>
            <a:ext cx="1584176" cy="1296144"/>
          </a:xfrm>
          <a:prstGeom prst="star7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6000" b="1" dirty="0" smtClean="0">
                <a:solidFill>
                  <a:schemeClr val="tx1"/>
                </a:solidFill>
              </a:rPr>
              <a:t>4</a:t>
            </a:r>
            <a:endParaRPr lang="es-CL" sz="6000" b="1" dirty="0">
              <a:solidFill>
                <a:schemeClr val="tx1"/>
              </a:solidFill>
            </a:endParaRPr>
          </a:p>
        </p:txBody>
      </p:sp>
      <p:sp>
        <p:nvSpPr>
          <p:cNvPr id="7" name="6 Estrella de 7 puntas"/>
          <p:cNvSpPr/>
          <p:nvPr/>
        </p:nvSpPr>
        <p:spPr>
          <a:xfrm>
            <a:off x="1128281" y="2996952"/>
            <a:ext cx="1584176" cy="1296144"/>
          </a:xfrm>
          <a:prstGeom prst="star7">
            <a:avLst/>
          </a:prstGeom>
          <a:solidFill>
            <a:srgbClr val="EB21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6000" b="1" dirty="0" smtClean="0">
                <a:solidFill>
                  <a:schemeClr val="tx1"/>
                </a:solidFill>
              </a:rPr>
              <a:t>5</a:t>
            </a:r>
            <a:endParaRPr lang="es-CL" sz="6000" b="1" dirty="0">
              <a:solidFill>
                <a:schemeClr val="tx1"/>
              </a:solidFill>
            </a:endParaRPr>
          </a:p>
        </p:txBody>
      </p:sp>
      <p:sp>
        <p:nvSpPr>
          <p:cNvPr id="8" name="7 Estrella de 7 puntas"/>
          <p:cNvSpPr/>
          <p:nvPr/>
        </p:nvSpPr>
        <p:spPr>
          <a:xfrm>
            <a:off x="2886268" y="2996952"/>
            <a:ext cx="1584176" cy="1296144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6000" b="1" dirty="0" smtClean="0">
                <a:solidFill>
                  <a:schemeClr val="tx1"/>
                </a:solidFill>
              </a:rPr>
              <a:t>6</a:t>
            </a:r>
            <a:endParaRPr lang="es-CL" sz="6000" b="1" dirty="0">
              <a:solidFill>
                <a:schemeClr val="tx1"/>
              </a:solidFill>
            </a:endParaRPr>
          </a:p>
        </p:txBody>
      </p:sp>
      <p:sp>
        <p:nvSpPr>
          <p:cNvPr id="9" name="8 Estrella de 7 puntas"/>
          <p:cNvSpPr/>
          <p:nvPr/>
        </p:nvSpPr>
        <p:spPr>
          <a:xfrm>
            <a:off x="4712420" y="2860395"/>
            <a:ext cx="1584176" cy="1296144"/>
          </a:xfrm>
          <a:prstGeom prst="star7">
            <a:avLst/>
          </a:prstGeom>
          <a:solidFill>
            <a:srgbClr val="37EE1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6000" b="1" dirty="0" smtClean="0">
                <a:solidFill>
                  <a:schemeClr val="tx1"/>
                </a:solidFill>
              </a:rPr>
              <a:t>7</a:t>
            </a:r>
            <a:endParaRPr lang="es-CL" sz="6000" b="1" dirty="0">
              <a:solidFill>
                <a:schemeClr val="tx1"/>
              </a:solidFill>
            </a:endParaRPr>
          </a:p>
        </p:txBody>
      </p:sp>
      <p:sp>
        <p:nvSpPr>
          <p:cNvPr id="10" name="9 Estrella de 7 puntas"/>
          <p:cNvSpPr/>
          <p:nvPr/>
        </p:nvSpPr>
        <p:spPr>
          <a:xfrm>
            <a:off x="6565686" y="2860395"/>
            <a:ext cx="1584176" cy="1296144"/>
          </a:xfrm>
          <a:prstGeom prst="star7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6000" b="1" dirty="0" smtClean="0">
                <a:solidFill>
                  <a:schemeClr val="tx1"/>
                </a:solidFill>
              </a:rPr>
              <a:t>8</a:t>
            </a:r>
            <a:endParaRPr lang="es-CL" sz="6000" b="1" dirty="0">
              <a:solidFill>
                <a:schemeClr val="tx1"/>
              </a:solidFill>
            </a:endParaRPr>
          </a:p>
        </p:txBody>
      </p:sp>
      <p:sp>
        <p:nvSpPr>
          <p:cNvPr id="11" name="10 Estrella de 7 puntas"/>
          <p:cNvSpPr/>
          <p:nvPr/>
        </p:nvSpPr>
        <p:spPr>
          <a:xfrm>
            <a:off x="3131840" y="4653136"/>
            <a:ext cx="1470876" cy="1403491"/>
          </a:xfrm>
          <a:prstGeom prst="star7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6000" b="1" dirty="0" smtClean="0">
                <a:solidFill>
                  <a:schemeClr val="tx1"/>
                </a:solidFill>
              </a:rPr>
              <a:t>9</a:t>
            </a:r>
            <a:endParaRPr lang="es-CL" sz="6000" b="1" dirty="0">
              <a:solidFill>
                <a:schemeClr val="tx1"/>
              </a:solidFill>
            </a:endParaRPr>
          </a:p>
        </p:txBody>
      </p:sp>
      <p:sp>
        <p:nvSpPr>
          <p:cNvPr id="12" name="11 Estrella de 7 puntas"/>
          <p:cNvSpPr/>
          <p:nvPr/>
        </p:nvSpPr>
        <p:spPr>
          <a:xfrm>
            <a:off x="4715666" y="4472451"/>
            <a:ext cx="1919425" cy="1584176"/>
          </a:xfrm>
          <a:prstGeom prst="star7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6000" b="1" dirty="0" smtClean="0">
                <a:solidFill>
                  <a:schemeClr val="tx1"/>
                </a:solidFill>
              </a:rPr>
              <a:t>10</a:t>
            </a:r>
            <a:endParaRPr lang="es-CL" sz="6000" b="1" dirty="0">
              <a:solidFill>
                <a:schemeClr val="tx1"/>
              </a:solidFill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798904" y="524714"/>
            <a:ext cx="55461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Juguemos a contar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3979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Resultado de imagen de numero 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3" r="27168"/>
          <a:stretch/>
        </p:blipFill>
        <p:spPr bwMode="auto">
          <a:xfrm>
            <a:off x="1046016" y="1340767"/>
            <a:ext cx="2301848" cy="3790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1628800"/>
            <a:ext cx="3203798" cy="3879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9787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412776"/>
            <a:ext cx="2088232" cy="2976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412776"/>
            <a:ext cx="1857375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172" y="3284984"/>
            <a:ext cx="1857375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470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764704"/>
            <a:ext cx="2736304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938783"/>
            <a:ext cx="1781175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348" y="3501008"/>
            <a:ext cx="1781175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668" y="2708920"/>
            <a:ext cx="1781175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904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908720"/>
            <a:ext cx="200025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996355"/>
            <a:ext cx="2066925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58" y="3690245"/>
            <a:ext cx="2066925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717032"/>
            <a:ext cx="2066925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683" y="1209674"/>
            <a:ext cx="2066925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074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166380"/>
            <a:ext cx="1943100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173485"/>
            <a:ext cx="1943100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717032"/>
            <a:ext cx="1943100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718489"/>
            <a:ext cx="1943100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674" y="3718489"/>
            <a:ext cx="1943100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836712"/>
            <a:ext cx="2143125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784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908720"/>
            <a:ext cx="2278103" cy="2534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114" y="1052736"/>
            <a:ext cx="1914525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052736"/>
            <a:ext cx="1914525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789040"/>
            <a:ext cx="1914525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109" y="3789040"/>
            <a:ext cx="1914525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92341"/>
            <a:ext cx="1914525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769" y="3792341"/>
            <a:ext cx="1784640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319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Manuel Alvarado\Pictures\Imagen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305" y="3945900"/>
            <a:ext cx="1800200" cy="2124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142014"/>
            <a:ext cx="1585707" cy="1871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749972"/>
            <a:ext cx="1683413" cy="198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305" y="1782104"/>
            <a:ext cx="1656184" cy="1954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100431"/>
            <a:ext cx="1656184" cy="1954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276" y="4116277"/>
            <a:ext cx="1656184" cy="1954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837" y="1717196"/>
            <a:ext cx="1711187" cy="2019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067" y="1403766"/>
            <a:ext cx="1951916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108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2376264" cy="2366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950" y="4438245"/>
            <a:ext cx="1395679" cy="1750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206" y="4455579"/>
            <a:ext cx="1395413" cy="174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447436"/>
            <a:ext cx="1395413" cy="174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904" y="4427870"/>
            <a:ext cx="1395413" cy="174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684" y="2717986"/>
            <a:ext cx="1395413" cy="174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632" y="2655106"/>
            <a:ext cx="1395413" cy="174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8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685" y="781525"/>
            <a:ext cx="1395413" cy="174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9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875" y="747507"/>
            <a:ext cx="1395413" cy="174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9476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092644"/>
            <a:ext cx="2376264" cy="2550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20" t="12146" r="25789" b="13007"/>
          <a:stretch/>
        </p:blipFill>
        <p:spPr bwMode="auto">
          <a:xfrm>
            <a:off x="5221284" y="2492896"/>
            <a:ext cx="1566175" cy="1581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20" t="12146" r="25789" b="13007"/>
          <a:stretch/>
        </p:blipFill>
        <p:spPr bwMode="auto">
          <a:xfrm>
            <a:off x="3629905" y="2492896"/>
            <a:ext cx="1566175" cy="1581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622" y="783573"/>
            <a:ext cx="1566863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759" y="777209"/>
            <a:ext cx="1566863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777210"/>
            <a:ext cx="1566863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621" y="2489589"/>
            <a:ext cx="1566863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217" y="4170146"/>
            <a:ext cx="1566863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080" y="4152278"/>
            <a:ext cx="1566863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943" y="4136231"/>
            <a:ext cx="1566863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790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904875"/>
            <a:ext cx="2232248" cy="1937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797" y="4035710"/>
            <a:ext cx="1410460" cy="1358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771471"/>
            <a:ext cx="1307029" cy="1260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8905" y="779383"/>
            <a:ext cx="1298823" cy="1252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764704"/>
            <a:ext cx="1314047" cy="1267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5992" y="2370951"/>
            <a:ext cx="1304925" cy="125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5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754" y="2420236"/>
            <a:ext cx="1304925" cy="125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6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8905" y="2420236"/>
            <a:ext cx="1304925" cy="125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7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138368"/>
            <a:ext cx="1304925" cy="125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8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138368"/>
            <a:ext cx="1304925" cy="125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9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679" y="4056063"/>
            <a:ext cx="1304925" cy="125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1649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Llamada rectangular redondeada"/>
          <p:cNvSpPr/>
          <p:nvPr/>
        </p:nvSpPr>
        <p:spPr>
          <a:xfrm>
            <a:off x="1043608" y="1819106"/>
            <a:ext cx="4536504" cy="3528392"/>
          </a:xfrm>
          <a:prstGeom prst="wedgeRoundRectCallout">
            <a:avLst>
              <a:gd name="adj1" fmla="val -19051"/>
              <a:gd name="adj2" fmla="val 72355"/>
              <a:gd name="adj3" fmla="val 16667"/>
            </a:avLst>
          </a:prstGeom>
          <a:ln w="76200">
            <a:solidFill>
              <a:srgbClr val="EB21B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4 CuadroTexto"/>
          <p:cNvSpPr txBox="1"/>
          <p:nvPr/>
        </p:nvSpPr>
        <p:spPr>
          <a:xfrm>
            <a:off x="827584" y="908720"/>
            <a:ext cx="712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Actividad: Cuenta los elementos  y asocia con el número correcto.  </a:t>
            </a:r>
            <a:endParaRPr lang="es-CL" sz="2000" b="1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316" y="1844824"/>
            <a:ext cx="2016224" cy="200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Estrella de 7 puntas"/>
          <p:cNvSpPr/>
          <p:nvPr/>
        </p:nvSpPr>
        <p:spPr>
          <a:xfrm>
            <a:off x="5736316" y="4077072"/>
            <a:ext cx="2004036" cy="1732562"/>
          </a:xfrm>
          <a:prstGeom prst="star7">
            <a:avLst/>
          </a:prstGeom>
          <a:solidFill>
            <a:srgbClr val="EB21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8000" b="1" dirty="0" smtClean="0">
                <a:solidFill>
                  <a:schemeClr val="tx1"/>
                </a:solidFill>
              </a:rPr>
              <a:t>5</a:t>
            </a:r>
            <a:endParaRPr lang="es-CL" sz="8000" b="1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232" y="2041916"/>
            <a:ext cx="952500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980" y="2060848"/>
            <a:ext cx="950913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9" y="3809877"/>
            <a:ext cx="950913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979" y="3863874"/>
            <a:ext cx="950913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862263"/>
            <a:ext cx="950913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697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82875"/>
            <a:ext cx="4608512" cy="4360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482875"/>
            <a:ext cx="2232248" cy="2223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827584" y="908720"/>
            <a:ext cx="712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Actividad: Cuenta los elementos  y asocia con el número correcto.  </a:t>
            </a:r>
            <a:endParaRPr lang="es-CL" sz="2000" b="1" dirty="0"/>
          </a:p>
        </p:txBody>
      </p:sp>
      <p:sp>
        <p:nvSpPr>
          <p:cNvPr id="5" name="4 Estrella de 7 puntas"/>
          <p:cNvSpPr/>
          <p:nvPr/>
        </p:nvSpPr>
        <p:spPr>
          <a:xfrm>
            <a:off x="6012160" y="3729478"/>
            <a:ext cx="2232248" cy="1800200"/>
          </a:xfrm>
          <a:prstGeom prst="star7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9600" b="1" dirty="0" smtClean="0">
                <a:solidFill>
                  <a:schemeClr val="tx1"/>
                </a:solidFill>
              </a:rPr>
              <a:t>4</a:t>
            </a:r>
            <a:endParaRPr lang="es-CL" sz="9600" b="1" dirty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5" r="26170"/>
          <a:stretch/>
        </p:blipFill>
        <p:spPr bwMode="auto">
          <a:xfrm>
            <a:off x="1275530" y="1929933"/>
            <a:ext cx="951562" cy="111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980" y="2489121"/>
            <a:ext cx="950913" cy="111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953" y="3428206"/>
            <a:ext cx="950913" cy="111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481" y="3519698"/>
            <a:ext cx="950913" cy="111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851" y="1739301"/>
            <a:ext cx="950913" cy="111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938" y="3047127"/>
            <a:ext cx="950913" cy="111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629980"/>
            <a:ext cx="950913" cy="111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554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628800"/>
            <a:ext cx="4633235" cy="4383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401026"/>
            <a:ext cx="2221271" cy="2212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343371"/>
            <a:ext cx="2221271" cy="2384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23" y="864451"/>
            <a:ext cx="7340600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66018"/>
            <a:ext cx="1282523" cy="1282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561" y="1887296"/>
            <a:ext cx="1279525" cy="127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438" y="1891844"/>
            <a:ext cx="1279525" cy="127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429000"/>
            <a:ext cx="1279525" cy="127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438" y="3454896"/>
            <a:ext cx="1279525" cy="127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562" y="3454896"/>
            <a:ext cx="1279525" cy="127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892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16" y="1723791"/>
            <a:ext cx="4633235" cy="4383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700808"/>
            <a:ext cx="2225675" cy="221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928" y="3913783"/>
            <a:ext cx="2232025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" y="980728"/>
            <a:ext cx="7340600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1" r="15794"/>
          <a:stretch/>
        </p:blipFill>
        <p:spPr bwMode="auto">
          <a:xfrm>
            <a:off x="1331640" y="2102319"/>
            <a:ext cx="935182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117005"/>
            <a:ext cx="938213" cy="79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426" y="2047552"/>
            <a:ext cx="938213" cy="79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603" y="2135807"/>
            <a:ext cx="938213" cy="79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100" y="3028950"/>
            <a:ext cx="938213" cy="79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341" y="3081575"/>
            <a:ext cx="938213" cy="79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341" y="4228107"/>
            <a:ext cx="938213" cy="79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996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688" y="2492896"/>
            <a:ext cx="7416824" cy="3649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781541" y="692696"/>
            <a:ext cx="7462868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Quién tiene el número</a:t>
            </a:r>
            <a:r>
              <a:rPr lang="es-ES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?</a:t>
            </a:r>
            <a:endParaRPr lang="es-ES" sz="4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945496" y="1522771"/>
            <a:ext cx="7272808" cy="707886"/>
          </a:xfrm>
          <a:prstGeom prst="rect">
            <a:avLst/>
          </a:prstGeom>
          <a:solidFill>
            <a:srgbClr val="37EE1E"/>
          </a:solidFill>
          <a:ln>
            <a:solidFill>
              <a:srgbClr val="37EE1E"/>
            </a:solidFill>
          </a:ln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Actividad: </a:t>
            </a:r>
            <a:r>
              <a:rPr lang="es-CL" sz="2000" dirty="0" smtClean="0"/>
              <a:t>Observa las ranitas y marca con una (x) el número que te indique tu profesor(a). </a:t>
            </a:r>
            <a:endParaRPr lang="es-CL" sz="2000" dirty="0"/>
          </a:p>
        </p:txBody>
      </p:sp>
      <p:sp>
        <p:nvSpPr>
          <p:cNvPr id="4" name="AutoShape 4" descr="Resultado de imagen de numero 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610" y="3933056"/>
            <a:ext cx="1922688" cy="144016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888" y="3999506"/>
            <a:ext cx="2026183" cy="137371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3999506"/>
            <a:ext cx="1944216" cy="142860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466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69" y="2780928"/>
            <a:ext cx="7308201" cy="3413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20" y="1628800"/>
            <a:ext cx="7346950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70" y="476672"/>
            <a:ext cx="7931150" cy="132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400" y="4196380"/>
            <a:ext cx="1224136" cy="11551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561" y="4210992"/>
            <a:ext cx="1104653" cy="1297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5" t="6158" r="18501" b="7771"/>
          <a:stretch/>
        </p:blipFill>
        <p:spPr bwMode="auto">
          <a:xfrm>
            <a:off x="3563888" y="4198079"/>
            <a:ext cx="1316182" cy="126102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2218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8595" y="2612682"/>
            <a:ext cx="2463512" cy="2828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3" y="476672"/>
            <a:ext cx="7937500" cy="132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6" b="10236"/>
          <a:stretch/>
        </p:blipFill>
        <p:spPr bwMode="auto">
          <a:xfrm>
            <a:off x="867722" y="2636912"/>
            <a:ext cx="4781794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043607" y="1689037"/>
            <a:ext cx="7218499" cy="707886"/>
          </a:xfrm>
          <a:prstGeom prst="rect">
            <a:avLst/>
          </a:prstGeom>
          <a:solidFill>
            <a:srgbClr val="37EE1E"/>
          </a:solidFill>
          <a:ln>
            <a:solidFill>
              <a:srgbClr val="EB21B6"/>
            </a:solidFill>
          </a:ln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Actividad: </a:t>
            </a:r>
            <a:r>
              <a:rPr lang="es-CL" sz="2000" dirty="0" smtClean="0"/>
              <a:t>Renato la Rana quiere saber los números, cuéntalos e identifícalos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231331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1" name="Picture 1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16" r="15989"/>
          <a:stretch/>
        </p:blipFill>
        <p:spPr bwMode="auto">
          <a:xfrm>
            <a:off x="935444" y="1641732"/>
            <a:ext cx="1925782" cy="3171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12 CuadroTexto"/>
          <p:cNvSpPr txBox="1"/>
          <p:nvPr/>
        </p:nvSpPr>
        <p:spPr>
          <a:xfrm>
            <a:off x="903574" y="764704"/>
            <a:ext cx="7412841" cy="707886"/>
          </a:xfrm>
          <a:prstGeom prst="rect">
            <a:avLst/>
          </a:prstGeom>
          <a:solidFill>
            <a:srgbClr val="FFFF00"/>
          </a:solidFill>
          <a:ln>
            <a:solidFill>
              <a:srgbClr val="EB21B6"/>
            </a:solidFill>
          </a:ln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Actividad: A Sofía se le han caído todos los números. Escribe en el espacio los números en orden. </a:t>
            </a:r>
            <a:endParaRPr lang="es-CL" sz="2000" dirty="0"/>
          </a:p>
        </p:txBody>
      </p:sp>
      <p:pic>
        <p:nvPicPr>
          <p:cNvPr id="5135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389" y="1628800"/>
            <a:ext cx="5347025" cy="3184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815566"/>
              </p:ext>
            </p:extLst>
          </p:nvPr>
        </p:nvGraphicFramePr>
        <p:xfrm>
          <a:off x="903575" y="4941168"/>
          <a:ext cx="7412841" cy="1224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3649"/>
                <a:gridCol w="823649"/>
                <a:gridCol w="823649"/>
                <a:gridCol w="823649"/>
                <a:gridCol w="823649"/>
                <a:gridCol w="823649"/>
                <a:gridCol w="823649"/>
                <a:gridCol w="823649"/>
                <a:gridCol w="823649"/>
              </a:tblGrid>
              <a:tr h="1224136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18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9" t="20222" r="14345" b="25683"/>
          <a:stretch/>
        </p:blipFill>
        <p:spPr bwMode="auto">
          <a:xfrm>
            <a:off x="3301961" y="2225646"/>
            <a:ext cx="4739133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903574" y="1489459"/>
            <a:ext cx="7412841" cy="707886"/>
          </a:xfrm>
          <a:prstGeom prst="rect">
            <a:avLst/>
          </a:prstGeom>
          <a:solidFill>
            <a:srgbClr val="FFFF00"/>
          </a:solidFill>
          <a:ln>
            <a:solidFill>
              <a:srgbClr val="EB21B6"/>
            </a:solidFill>
          </a:ln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Actividad: Ayuda  a  Benjamín a encontrar los números. Observa, descubre y menciona.  </a:t>
            </a:r>
            <a:endParaRPr lang="es-CL" sz="2000" dirty="0"/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2" r="10444"/>
          <a:stretch/>
        </p:blipFill>
        <p:spPr bwMode="auto">
          <a:xfrm>
            <a:off x="1043609" y="2359632"/>
            <a:ext cx="2232247" cy="3754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228140" y="563667"/>
            <a:ext cx="66877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Buscando números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0206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154</Words>
  <Application>Microsoft Office PowerPoint</Application>
  <PresentationFormat>Presentación en pantalla (4:3)</PresentationFormat>
  <Paragraphs>24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3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16</cp:revision>
  <dcterms:created xsi:type="dcterms:W3CDTF">2020-01-20T22:24:01Z</dcterms:created>
  <dcterms:modified xsi:type="dcterms:W3CDTF">2020-01-21T04:31:04Z</dcterms:modified>
</cp:coreProperties>
</file>