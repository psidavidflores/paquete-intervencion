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77" r:id="rId17"/>
    <p:sldId id="269" r:id="rId18"/>
    <p:sldId id="270" r:id="rId19"/>
    <p:sldId id="271" r:id="rId20"/>
    <p:sldId id="273" r:id="rId21"/>
    <p:sldId id="274" r:id="rId2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56" y="-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7354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139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881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5920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024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857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070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225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059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858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080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E6107-4B11-4CBA-8710-AC77C5C3F96C}" type="datetimeFigureOut">
              <a:rPr lang="es-CL" smtClean="0"/>
              <a:t>29-01-2020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10109-B494-4ECC-8169-4B09760E849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8360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44075" cy="7315200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251520" y="5229199"/>
            <a:ext cx="9289031" cy="1200329"/>
          </a:xfrm>
          <a:prstGeom prst="rect">
            <a:avLst/>
          </a:prstGeom>
          <a:solidFill>
            <a:srgbClr val="FFFF00"/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sz="3600" b="1" dirty="0" smtClean="0"/>
              <a:t>Ámbito : </a:t>
            </a:r>
            <a:r>
              <a:rPr lang="es-CL" sz="3600" dirty="0" smtClean="0"/>
              <a:t>Interacción y Comprensión del Entorno. </a:t>
            </a:r>
          </a:p>
          <a:p>
            <a:r>
              <a:rPr lang="es-CL" sz="3600" b="1" dirty="0" smtClean="0"/>
              <a:t>Núcleo: </a:t>
            </a:r>
            <a:r>
              <a:rPr lang="es-CL" sz="3600" dirty="0" smtClean="0"/>
              <a:t>Exploración del Entorno Natural</a:t>
            </a:r>
            <a:endParaRPr lang="es-CL" sz="3600" dirty="0"/>
          </a:p>
        </p:txBody>
      </p:sp>
      <p:sp>
        <p:nvSpPr>
          <p:cNvPr id="3" name="2 Rectángulo"/>
          <p:cNvSpPr/>
          <p:nvPr/>
        </p:nvSpPr>
        <p:spPr>
          <a:xfrm>
            <a:off x="3912013" y="1988840"/>
            <a:ext cx="520206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nard MT Condensed" pitchFamily="18" charset="0"/>
              </a:rPr>
              <a:t>Fenómenos naturales</a:t>
            </a:r>
            <a:endParaRPr lang="es-ES" sz="4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ernard MT Condensed" pitchFamily="18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3762043" y="980728"/>
            <a:ext cx="3965894" cy="646331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Hoy aprenderemos:</a:t>
            </a:r>
            <a:endParaRPr lang="es-ES" sz="3600" b="1" cap="none" spc="0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643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971600" y="1196752"/>
            <a:ext cx="69127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400" b="1" dirty="0" smtClean="0"/>
              <a:t>Objetivo de aprendizaje: </a:t>
            </a:r>
          </a:p>
          <a:p>
            <a:pPr algn="just"/>
            <a:r>
              <a:rPr lang="es-CL" sz="2000" dirty="0" smtClean="0"/>
              <a:t>Formular conjeturas y predicciones acerca de las causas y consecuencias de los fenómenos naturales que observa, a partir de sus conocimientos y experiencias previas. </a:t>
            </a:r>
            <a:endParaRPr lang="es-CL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13901"/>
            <a:ext cx="3960440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685909"/>
            <a:ext cx="1512168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648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18859" y="908720"/>
            <a:ext cx="710630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son los fenómenos naturales?</a:t>
            </a:r>
            <a:endParaRPr lang="es-ES" sz="3600" b="1" cap="none" spc="0" dirty="0">
              <a:ln w="1905"/>
              <a:solidFill>
                <a:srgbClr val="0070C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403647" y="1555051"/>
            <a:ext cx="67215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LOS FENOMENOS NATURALES </a:t>
            </a:r>
            <a:r>
              <a:rPr lang="es-MX" dirty="0"/>
              <a:t>son cambios que sufre la naturaleza sin la intervención del ser humano</a:t>
            </a:r>
            <a:r>
              <a:rPr lang="es-MX" b="1" dirty="0"/>
              <a:t>.</a:t>
            </a:r>
            <a:r>
              <a:rPr lang="es-MX" dirty="0"/>
              <a:t> Estos pueden presentarse en forma regular o en forma extraordinaria. Si los fenómenos naturales son extremos, pueden transformarse en desastres naturales y causar riesgos en la vida humana</a:t>
            </a:r>
            <a:endParaRPr lang="es-CL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11" y="3212976"/>
            <a:ext cx="3429000" cy="270319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663" y="3212976"/>
            <a:ext cx="3384224" cy="270319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459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0" r="7089" b="17149"/>
          <a:stretch/>
        </p:blipFill>
        <p:spPr bwMode="auto">
          <a:xfrm>
            <a:off x="5803835" y="2852936"/>
            <a:ext cx="2362701" cy="3103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Llamada de nube"/>
          <p:cNvSpPr/>
          <p:nvPr/>
        </p:nvSpPr>
        <p:spPr>
          <a:xfrm>
            <a:off x="1338900" y="980728"/>
            <a:ext cx="4472196" cy="2520280"/>
          </a:xfrm>
          <a:prstGeom prst="cloudCallout">
            <a:avLst>
              <a:gd name="adj1" fmla="val 51084"/>
              <a:gd name="adj2" fmla="val 5515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b="1" dirty="0" smtClean="0">
                <a:solidFill>
                  <a:schemeClr val="tx1"/>
                </a:solidFill>
              </a:rPr>
              <a:t>¿ Cuántos fenómenos naturales ocurren en la tierra?</a:t>
            </a:r>
            <a:endParaRPr lang="es-CL" sz="2800" b="1" dirty="0">
              <a:solidFill>
                <a:schemeClr val="tx1"/>
              </a:solidFill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088740"/>
            <a:ext cx="1512168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7" t="3534" r="6358"/>
          <a:stretch/>
        </p:blipFill>
        <p:spPr bwMode="auto">
          <a:xfrm>
            <a:off x="1131496" y="3717032"/>
            <a:ext cx="2413293" cy="2426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919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4294983" y="126876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043608" y="1730425"/>
            <a:ext cx="6840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i="0" dirty="0" smtClean="0">
                <a:solidFill>
                  <a:srgbClr val="222222"/>
                </a:solidFill>
                <a:effectLst/>
                <a:latin typeface="arial"/>
              </a:rPr>
              <a:t>Terremotos, sismos</a:t>
            </a:r>
            <a:r>
              <a:rPr lang="es-MX" b="0" i="0" dirty="0" smtClean="0">
                <a:solidFill>
                  <a:srgbClr val="222222"/>
                </a:solidFill>
                <a:effectLst/>
                <a:latin typeface="arial"/>
              </a:rPr>
              <a:t>: Fuertes movimientos de la corteza terrestre que se originan desde el interior de la Tierra y que pueden causar muchos daños.</a:t>
            </a:r>
            <a:endParaRPr lang="es-CL" dirty="0"/>
          </a:p>
        </p:txBody>
      </p:sp>
      <p:sp>
        <p:nvSpPr>
          <p:cNvPr id="5" name="4 Rectángulo"/>
          <p:cNvSpPr/>
          <p:nvPr/>
        </p:nvSpPr>
        <p:spPr>
          <a:xfrm>
            <a:off x="1459783" y="794747"/>
            <a:ext cx="60398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Terremotos y sismos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653754"/>
            <a:ext cx="6480720" cy="30795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340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899592" y="1718077"/>
            <a:ext cx="7200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/>
              <a:t>Erupciones volcánicas: </a:t>
            </a:r>
            <a:r>
              <a:rPr lang="es-MX" sz="2000" dirty="0"/>
              <a:t>Explosiones o emanaciones de lava, ceniza </a:t>
            </a:r>
            <a:r>
              <a:rPr lang="es-MX" sz="2000" dirty="0" smtClean="0"/>
              <a:t/>
            </a:r>
            <a:br>
              <a:rPr lang="es-MX" sz="2000" dirty="0" smtClean="0"/>
            </a:br>
            <a:r>
              <a:rPr lang="es-MX" sz="2000" dirty="0"/>
              <a:t>y gases tóxicos desde el interior de la Tierra, a través de los volcanes</a:t>
            </a:r>
            <a:r>
              <a:rPr lang="es-MX" dirty="0"/>
              <a:t>.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1263162" y="794747"/>
            <a:ext cx="64331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Erupciones volcánicas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62" y="2756947"/>
            <a:ext cx="6621206" cy="32749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049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55576" y="1498799"/>
            <a:ext cx="7632848" cy="830997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sz="1600" b="1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cs typeface="Arial" pitchFamily="34" charset="0"/>
              </a:rPr>
              <a:t>Deslizamientos o derrumbes: </a:t>
            </a:r>
            <a:r>
              <a:rPr kumimoji="0" lang="es-CL" sz="16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cs typeface="Arial" pitchFamily="34" charset="0"/>
              </a:rPr>
              <a:t>Tierra, piedras y vegetación que se deslizan rápida o lentamente cuesta abajo. Se presentan sobre todo en la época lluviosa o durante una actividad sísmica</a:t>
            </a:r>
            <a:r>
              <a:rPr kumimoji="0" lang="es-CL" sz="11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r>
              <a:rPr kumimoji="0" lang="es-CL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s-CL" sz="1100" b="0" i="0" u="none" strike="noStrike" cap="none" normalizeH="0" baseline="0" dirty="0" smtClean="0">
              <a:ln>
                <a:noFill/>
              </a:ln>
              <a:solidFill>
                <a:srgbClr val="888888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360247" y="797261"/>
            <a:ext cx="623895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Deslizamientos o derrumbes</a:t>
            </a:r>
            <a:endParaRPr lang="es-ES" sz="4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726" y="2357696"/>
            <a:ext cx="7135673" cy="35195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968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71600" y="1610467"/>
            <a:ext cx="7056784" cy="923330"/>
          </a:xfrm>
          <a:prstGeom prst="rect">
            <a:avLst/>
          </a:prstGeom>
          <a:solidFill>
            <a:srgbClr val="EEF4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Maremoto</a:t>
            </a:r>
            <a:r>
              <a:rPr lang="es-CL" b="1" dirty="0" smtClean="0">
                <a:latin typeface="Arial" pitchFamily="34" charset="0"/>
                <a:cs typeface="Arial" pitchFamily="34" charset="0"/>
              </a:rPr>
              <a:t>s o tsunamis: Serie de</a:t>
            </a:r>
            <a:r>
              <a:rPr kumimoji="0" lang="es-CL" b="1" i="0" u="none" strike="noStrike" cap="none" normalizeH="0" baseline="0" dirty="0" smtClean="0">
                <a:ln>
                  <a:noFill/>
                </a:ln>
                <a:effectLst/>
                <a:latin typeface="Arial" pitchFamily="34" charset="0"/>
                <a:cs typeface="Arial" pitchFamily="34" charset="0"/>
              </a:rPr>
              <a:t> gigantes olas que se abaten sobre las costas, provocadas por terremotos, erupciones volcánicas o deslizamientos submarino. </a:t>
            </a:r>
          </a:p>
        </p:txBody>
      </p:sp>
      <p:sp>
        <p:nvSpPr>
          <p:cNvPr id="4" name="3 Rectángulo"/>
          <p:cNvSpPr/>
          <p:nvPr/>
        </p:nvSpPr>
        <p:spPr>
          <a:xfrm>
            <a:off x="1064394" y="794747"/>
            <a:ext cx="68306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Maremotos o tsunamis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592" y="2543366"/>
            <a:ext cx="6950791" cy="34779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6168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15616" y="1844824"/>
            <a:ext cx="68407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Sequías: </a:t>
            </a:r>
            <a:r>
              <a:rPr lang="es-MX" dirty="0"/>
              <a:t>Periodo de tiempo (meses-años) durante el cual una zona de la tierra padece por la falta de lluvia, causando daños graves al suelo, los cultivos, los animales y hasta las personas, provocándoles la muerte en algunas ocasiones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3530559" y="956443"/>
            <a:ext cx="26959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SEQUIAS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42" name="Picture 2" descr="Resultado de imagen para sequia en ch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045153"/>
            <a:ext cx="6840760" cy="29083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65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01613" y="1718077"/>
            <a:ext cx="71287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Inundaciones: </a:t>
            </a:r>
            <a:r>
              <a:rPr lang="es-MX" dirty="0"/>
              <a:t>Presencia de grandes cantidades de agua en general provocadas por fuertes lluvias y que el suelo no puede absorber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2388445" y="794747"/>
            <a:ext cx="41825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Inundaciones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660" y="2477488"/>
            <a:ext cx="6797716" cy="35438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43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061059" y="1700808"/>
            <a:ext cx="72728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Huracanes</a:t>
            </a:r>
            <a:r>
              <a:rPr lang="es-MX" dirty="0"/>
              <a:t> : Fuertes vientos que se originan en el mar y que giran en grandes círculos a modo de torbellino y que vienen acompañados de lluvias. Se les llama también ciclones tropicales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3283375" y="787990"/>
            <a:ext cx="3190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H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uracanes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624138"/>
            <a:ext cx="6768752" cy="33900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825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15616" y="1772816"/>
            <a:ext cx="69847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Tornados</a:t>
            </a:r>
            <a:r>
              <a:rPr lang="es-MX" dirty="0"/>
              <a:t>: Ráfagas de viento en rotación, de gran violencia que giran sobre la tierra</a:t>
            </a:r>
            <a:endParaRPr lang="es-CL" dirty="0"/>
          </a:p>
        </p:txBody>
      </p:sp>
      <p:sp>
        <p:nvSpPr>
          <p:cNvPr id="4" name="3 Rectángulo"/>
          <p:cNvSpPr/>
          <p:nvPr/>
        </p:nvSpPr>
        <p:spPr>
          <a:xfrm>
            <a:off x="3390234" y="956443"/>
            <a:ext cx="29765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Tornados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573" y="2543477"/>
            <a:ext cx="6696744" cy="33823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535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15616" y="1628800"/>
            <a:ext cx="69127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Incendios (forestales): </a:t>
            </a:r>
            <a:r>
              <a:rPr lang="es-MX" dirty="0"/>
              <a:t>Fuegos destructivos en bosques, selvas y otro tipo de zonas con vegetación. Estos incendios pueden salirse de control y esparcirse muy fácilmente sobre extensas áreas</a:t>
            </a:r>
            <a:endParaRPr lang="es-CL" dirty="0"/>
          </a:p>
        </p:txBody>
      </p:sp>
      <p:sp>
        <p:nvSpPr>
          <p:cNvPr id="3" name="2 Rectángulo"/>
          <p:cNvSpPr/>
          <p:nvPr/>
        </p:nvSpPr>
        <p:spPr>
          <a:xfrm>
            <a:off x="1450212" y="794747"/>
            <a:ext cx="60590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Incendios forestales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566832"/>
            <a:ext cx="7056784" cy="35360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09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340925" y="794747"/>
            <a:ext cx="62776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Tormentas eléctricas: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828" y="1730212"/>
            <a:ext cx="6242713" cy="38329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098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3058415" y="794747"/>
            <a:ext cx="28426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G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ranizos: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17454"/>
            <a:ext cx="6624736" cy="41000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410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44824"/>
            <a:ext cx="7056784" cy="423252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177135" y="794747"/>
            <a:ext cx="26052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Neblina: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031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42" b="16070"/>
          <a:stretch/>
        </p:blipFill>
        <p:spPr bwMode="auto">
          <a:xfrm>
            <a:off x="1331640" y="1831573"/>
            <a:ext cx="3744416" cy="2389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143507" y="1246797"/>
            <a:ext cx="653390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sucedería si hay un terremoto?</a:t>
            </a:r>
            <a:endParaRPr lang="es-ES" sz="3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2 Elipse"/>
          <p:cNvSpPr/>
          <p:nvPr/>
        </p:nvSpPr>
        <p:spPr>
          <a:xfrm>
            <a:off x="5076056" y="1833517"/>
            <a:ext cx="2151856" cy="167088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Qué es un terremoto?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5" name="4 Elipse"/>
          <p:cNvSpPr/>
          <p:nvPr/>
        </p:nvSpPr>
        <p:spPr>
          <a:xfrm>
            <a:off x="5724128" y="3717032"/>
            <a:ext cx="2448272" cy="1863497"/>
          </a:xfrm>
          <a:prstGeom prst="ellipse">
            <a:avLst/>
          </a:prstGeom>
          <a:solidFill>
            <a:srgbClr val="FFFF00"/>
          </a:solidFill>
          <a:ln>
            <a:solidFill>
              <a:srgbClr val="00206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Qué consecuencias trae un terremoto?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6" name="5 Elipse"/>
          <p:cNvSpPr/>
          <p:nvPr/>
        </p:nvSpPr>
        <p:spPr>
          <a:xfrm>
            <a:off x="889401" y="4415410"/>
            <a:ext cx="2268252" cy="168289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Por qué los niños  se protegen bajo la mesa?</a:t>
            </a:r>
            <a:endParaRPr lang="es-CL" b="1" dirty="0">
              <a:solidFill>
                <a:schemeClr val="tx1"/>
              </a:solidFill>
            </a:endParaRPr>
          </a:p>
        </p:txBody>
      </p:sp>
      <p:sp>
        <p:nvSpPr>
          <p:cNvPr id="7" name="6 Elipse"/>
          <p:cNvSpPr/>
          <p:nvPr/>
        </p:nvSpPr>
        <p:spPr>
          <a:xfrm>
            <a:off x="3486966" y="4469646"/>
            <a:ext cx="2268252" cy="168289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 smtClean="0">
                <a:solidFill>
                  <a:schemeClr val="tx1"/>
                </a:solidFill>
              </a:rPr>
              <a:t>¿ Tuviste experiencias con terremotos?</a:t>
            </a:r>
            <a:endParaRPr lang="es-CL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90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916832"/>
            <a:ext cx="5694777" cy="33417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13575" y="1212364"/>
            <a:ext cx="809747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Por qué crees tú que se derrumbó? </a:t>
            </a:r>
            <a:endParaRPr lang="es-ES" sz="40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210685" y="5265936"/>
            <a:ext cx="70080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¿Con qué fenómeno</a:t>
            </a:r>
            <a:r>
              <a:rPr lang="es-ES" sz="2400" b="1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natural lo asociarías</a:t>
            </a:r>
            <a:r>
              <a:rPr lang="es-ES" sz="24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 ¿ por qué? </a:t>
            </a:r>
            <a:endParaRPr lang="es-ES" sz="24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372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789399" y="1052736"/>
            <a:ext cx="754584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pasaría si cae mucha lluvia? </a:t>
            </a:r>
            <a:endParaRPr lang="es-ES" sz="40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197" y="1855354"/>
            <a:ext cx="6624736" cy="3238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046234" y="5115014"/>
            <a:ext cx="739388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fenómeno natural provocaría? ¿ por qué? </a:t>
            </a:r>
            <a:endParaRPr lang="es-ES" sz="2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1004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25115" y="1052736"/>
            <a:ext cx="727442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pasaría si hay fuertes vientos? </a:t>
            </a:r>
            <a:endParaRPr lang="es-ES" sz="36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972" y="1699067"/>
            <a:ext cx="6408712" cy="336677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480692" y="5327447"/>
            <a:ext cx="630813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harías tú en una situación similar? </a:t>
            </a:r>
            <a:endParaRPr lang="es-ES" sz="2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62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00808"/>
            <a:ext cx="6336704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110717" y="1052736"/>
            <a:ext cx="690323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pasaría si hay una erupción volcánica? </a:t>
            </a:r>
            <a:endParaRPr lang="es-ES" sz="2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081024" y="5085184"/>
            <a:ext cx="724442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Qué consecuencias traería para la </a:t>
            </a:r>
            <a:r>
              <a:rPr lang="es-ES" sz="2800" b="1" cap="none" spc="0" dirty="0" err="1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poblaciòn</a:t>
            </a:r>
            <a:r>
              <a:rPr lang="es-ES" sz="2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 </a:t>
            </a:r>
            <a:endParaRPr lang="es-ES" sz="2800" b="1" cap="none" spc="0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09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264</Words>
  <Application>Microsoft Office PowerPoint</Application>
  <PresentationFormat>Presentación en pantalla (4:3)</PresentationFormat>
  <Paragraphs>43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16</cp:revision>
  <dcterms:created xsi:type="dcterms:W3CDTF">2020-01-29T21:56:36Z</dcterms:created>
  <dcterms:modified xsi:type="dcterms:W3CDTF">2020-01-30T01:44:27Z</dcterms:modified>
</cp:coreProperties>
</file>