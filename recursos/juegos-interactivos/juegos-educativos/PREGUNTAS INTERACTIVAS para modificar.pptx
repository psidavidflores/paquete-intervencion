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F570E-51AF-47E5-B87B-C60780270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F56C27-8996-4F35-8FD3-A23CF246A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D52700-7F74-4D6B-B0F1-2E1E94A8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CE8D14-93D2-43C1-A360-6F609312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55470A-B1E9-43DB-BB4C-B8F297F8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1067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2722C-32D4-4E94-A509-58AB3A47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6B1F2-7DB8-4660-B2FB-473B86E75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489667-BC12-4470-B040-1312C6B7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D14B31-58A6-4DA2-9AD8-17B2807F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963707-87AF-4807-99E1-5FACDF5E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7218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EFFB1-71F0-452E-A1C9-33E59912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B229C7-4C19-4E3B-B116-475CEBDB3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A9ED4-4224-4CBA-A2E5-072F617B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52072C-2E51-4518-B263-CAD63DE0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3C5FC2-3BD6-4200-B205-5935D2BF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528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12426-6660-483A-85D1-AD4A2DB2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8E6019-A2FE-45D1-B8B2-796F996AE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2B6EE2-DFFD-42E1-8C23-6211D6DB6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83DD42-86EC-462C-998D-06B949EF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6287C2-65BD-4FD4-9BE7-F24A244F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B62429-B9FC-43E0-B016-B43BDEBE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019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F8109-23FF-4D76-8951-6A087D4F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580AD8-1299-467F-AF74-2417D945C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034583-FBF4-4D43-86F3-F95FD2AA8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DF9BEF-3126-43EE-A0A1-58286F05B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C9F7A5-F25E-45CE-9C73-ED44DE974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51D6BE-7954-4CDC-8ACA-1B4E25C6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2BDC0B-47EC-4684-90A5-E8FA57AF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D392824-BF7E-48C3-B881-0054F705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2904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4F901-1610-4AD7-A889-304D07FE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981B08-75F5-443B-9453-E38562A2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4EA0C4-B512-4F60-ABAE-D45DEE28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462A97-EA52-4243-8F41-A7ADCD4E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9416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8ADE7B-D094-47F8-9381-C3FB0745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DC2E3B-F8B0-4838-ADFD-61D6D062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FD2B5F-8FD5-4DBF-B7CB-00E0E87B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43602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44E55-B695-452C-A1BE-41268492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C0BC56-02BD-4297-B503-37DC8D56F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0DDDF4-1596-4C60-8E5B-11ECD4533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CE30B5-756D-4C78-9300-EA4D1ED5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26189-6A20-4946-83C5-66D32522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D6A504-643C-4120-8003-21951334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832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92A0C-E275-4832-9495-1806A2DD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C73678-FE90-4C01-B874-A11D0A021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DABE59-84C3-4DD0-8031-0CA8484CC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26E8D7-13ED-44AE-8EDA-59EED5E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0437DA-1808-42B1-8DEE-FA57C06D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2087A2-212A-4F65-8F01-16ABCFA6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8242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C0377-5CA9-4A0E-A46B-C536104F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C478A0-21E4-45BE-8E04-DCB49026C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92C436-E0C5-454E-AD47-5B91C08E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4A2DFD-7A44-416E-9B9B-E83EEF6B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CF0871-897A-490A-B452-17DE2037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8174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1041D-F746-4919-9E99-88BE6B1B8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3D3A2F-8F00-48E7-A30F-C2C742558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086D36-2190-4642-B2D0-69953BD4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8B0597-CCAC-44E8-BE0E-8E4FD4A8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F2F43C-9AE9-42DC-AA41-DA931B80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4004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1B0E23-7D21-4E24-B19D-8D2659D9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0F378E-2FEB-4035-B1D5-511604A7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DB6184-86EE-40CA-BC20-91C8C20EB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B4079-04BE-487A-BAB8-EAD8AF1B955D}" type="datetimeFigureOut">
              <a:rPr lang="es-CL" smtClean="0"/>
              <a:t>04-05-2020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FD9611-257F-4DD3-AFB2-A557A9813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1A563-E2EE-4C8D-A1D0-F1AB1EDA6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9A7A6-015A-4416-9DD6-704DB83F25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141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13" Type="http://schemas.openxmlformats.org/officeDocument/2006/relationships/slide" Target="slide35.xml"/><Relationship Id="rId3" Type="http://schemas.openxmlformats.org/officeDocument/2006/relationships/slide" Target="slide2.xml"/><Relationship Id="rId7" Type="http://schemas.openxmlformats.org/officeDocument/2006/relationships/slide" Target="slide14.xml"/><Relationship Id="rId12" Type="http://schemas.openxmlformats.org/officeDocument/2006/relationships/slide" Target="slide29.xml"/><Relationship Id="rId2" Type="http://schemas.openxmlformats.org/officeDocument/2006/relationships/audio" Target="../media/audio1.wav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26.xml"/><Relationship Id="rId5" Type="http://schemas.openxmlformats.org/officeDocument/2006/relationships/slide" Target="slide20.xml"/><Relationship Id="rId15" Type="http://schemas.openxmlformats.org/officeDocument/2006/relationships/image" Target="../media/image2.png"/><Relationship Id="rId10" Type="http://schemas.openxmlformats.org/officeDocument/2006/relationships/slide" Target="slide17.xml"/><Relationship Id="rId4" Type="http://schemas.openxmlformats.org/officeDocument/2006/relationships/slide" Target="slide11.xml"/><Relationship Id="rId9" Type="http://schemas.openxmlformats.org/officeDocument/2006/relationships/slide" Target="slide8.xml"/><Relationship Id="rId14" Type="http://schemas.openxmlformats.org/officeDocument/2006/relationships/slide" Target="slide3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2.wav"/><Relationship Id="rId5" Type="http://schemas.openxmlformats.org/officeDocument/2006/relationships/slide" Target="slide15.xml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">
            <a:hlinkClick r:id="rId3" action="ppaction://hlinksldjump"/>
            <a:extLst>
              <a:ext uri="{FF2B5EF4-FFF2-40B4-BE49-F238E27FC236}">
                <a16:creationId xmlns:a16="http://schemas.microsoft.com/office/drawing/2014/main" id="{6671BD04-53C0-4583-95C8-F84ADAFE25C6}"/>
              </a:ext>
            </a:extLst>
          </p:cNvPr>
          <p:cNvSpPr/>
          <p:nvPr/>
        </p:nvSpPr>
        <p:spPr>
          <a:xfrm>
            <a:off x="6096000" y="1253067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5" name="04">
            <a:hlinkClick r:id="rId4" action="ppaction://hlinksldjump"/>
            <a:extLst>
              <a:ext uri="{FF2B5EF4-FFF2-40B4-BE49-F238E27FC236}">
                <a16:creationId xmlns:a16="http://schemas.microsoft.com/office/drawing/2014/main" id="{813EEEC9-3208-4CDC-B5FF-E4DCC480B2F2}"/>
              </a:ext>
            </a:extLst>
          </p:cNvPr>
          <p:cNvSpPr/>
          <p:nvPr/>
        </p:nvSpPr>
        <p:spPr>
          <a:xfrm>
            <a:off x="6095999" y="2401929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4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07">
            <a:hlinkClick r:id="rId5" action="ppaction://hlinksldjump"/>
            <a:extLst>
              <a:ext uri="{FF2B5EF4-FFF2-40B4-BE49-F238E27FC236}">
                <a16:creationId xmlns:a16="http://schemas.microsoft.com/office/drawing/2014/main" id="{9A3E542B-ED7C-42B3-8489-8209829E6156}"/>
              </a:ext>
            </a:extLst>
          </p:cNvPr>
          <p:cNvSpPr/>
          <p:nvPr/>
        </p:nvSpPr>
        <p:spPr>
          <a:xfrm>
            <a:off x="6095999" y="3511062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7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02">
            <a:hlinkClick r:id="rId6" action="ppaction://hlinksldjump"/>
            <a:extLst>
              <a:ext uri="{FF2B5EF4-FFF2-40B4-BE49-F238E27FC236}">
                <a16:creationId xmlns:a16="http://schemas.microsoft.com/office/drawing/2014/main" id="{04A289EC-9436-4B95-B8BB-210C7ACF78A8}"/>
              </a:ext>
            </a:extLst>
          </p:cNvPr>
          <p:cNvSpPr/>
          <p:nvPr/>
        </p:nvSpPr>
        <p:spPr>
          <a:xfrm>
            <a:off x="7854461" y="1253067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8" name="05">
            <a:hlinkClick r:id="rId7" action="ppaction://hlinksldjump"/>
            <a:extLst>
              <a:ext uri="{FF2B5EF4-FFF2-40B4-BE49-F238E27FC236}">
                <a16:creationId xmlns:a16="http://schemas.microsoft.com/office/drawing/2014/main" id="{D57900D7-91BE-4CA8-8F72-3A3CBB642124}"/>
              </a:ext>
            </a:extLst>
          </p:cNvPr>
          <p:cNvSpPr/>
          <p:nvPr/>
        </p:nvSpPr>
        <p:spPr>
          <a:xfrm>
            <a:off x="7854460" y="2401929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5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9" name="08">
            <a:hlinkClick r:id="rId8" action="ppaction://hlinksldjump"/>
            <a:extLst>
              <a:ext uri="{FF2B5EF4-FFF2-40B4-BE49-F238E27FC236}">
                <a16:creationId xmlns:a16="http://schemas.microsoft.com/office/drawing/2014/main" id="{2655E8BF-1275-4CC5-8C28-72E6471CCB23}"/>
              </a:ext>
            </a:extLst>
          </p:cNvPr>
          <p:cNvSpPr/>
          <p:nvPr/>
        </p:nvSpPr>
        <p:spPr>
          <a:xfrm>
            <a:off x="7854459" y="3511062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8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0" name="03">
            <a:hlinkClick r:id="rId9" action="ppaction://hlinksldjump"/>
            <a:extLst>
              <a:ext uri="{FF2B5EF4-FFF2-40B4-BE49-F238E27FC236}">
                <a16:creationId xmlns:a16="http://schemas.microsoft.com/office/drawing/2014/main" id="{E3C42050-0617-45F1-A016-1FE031A97133}"/>
              </a:ext>
            </a:extLst>
          </p:cNvPr>
          <p:cNvSpPr/>
          <p:nvPr/>
        </p:nvSpPr>
        <p:spPr>
          <a:xfrm>
            <a:off x="9612922" y="1253067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3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1" name="06">
            <a:hlinkClick r:id="rId10" action="ppaction://hlinksldjump"/>
            <a:extLst>
              <a:ext uri="{FF2B5EF4-FFF2-40B4-BE49-F238E27FC236}">
                <a16:creationId xmlns:a16="http://schemas.microsoft.com/office/drawing/2014/main" id="{4235EEFB-652D-4C6B-99CE-3754EFF9866D}"/>
              </a:ext>
            </a:extLst>
          </p:cNvPr>
          <p:cNvSpPr/>
          <p:nvPr/>
        </p:nvSpPr>
        <p:spPr>
          <a:xfrm>
            <a:off x="9612921" y="2401929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6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2" name="09">
            <a:hlinkClick r:id="rId11" action="ppaction://hlinksldjump"/>
            <a:extLst>
              <a:ext uri="{FF2B5EF4-FFF2-40B4-BE49-F238E27FC236}">
                <a16:creationId xmlns:a16="http://schemas.microsoft.com/office/drawing/2014/main" id="{43F4E138-4BCC-4055-8C61-ADCF279A7986}"/>
              </a:ext>
            </a:extLst>
          </p:cNvPr>
          <p:cNvSpPr/>
          <p:nvPr/>
        </p:nvSpPr>
        <p:spPr>
          <a:xfrm>
            <a:off x="9612919" y="3508783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9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3" name="10">
            <a:hlinkClick r:id="rId12" action="ppaction://hlinksldjump"/>
            <a:extLst>
              <a:ext uri="{FF2B5EF4-FFF2-40B4-BE49-F238E27FC236}">
                <a16:creationId xmlns:a16="http://schemas.microsoft.com/office/drawing/2014/main" id="{FCC2C17A-78D7-47F5-B53E-41A5C1881C4D}"/>
              </a:ext>
            </a:extLst>
          </p:cNvPr>
          <p:cNvSpPr/>
          <p:nvPr/>
        </p:nvSpPr>
        <p:spPr>
          <a:xfrm>
            <a:off x="6095999" y="4620195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10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4" name="12">
            <a:hlinkClick r:id="rId13" action="ppaction://hlinksldjump"/>
            <a:extLst>
              <a:ext uri="{FF2B5EF4-FFF2-40B4-BE49-F238E27FC236}">
                <a16:creationId xmlns:a16="http://schemas.microsoft.com/office/drawing/2014/main" id="{47CB21BB-13BD-4F30-B770-469490093000}"/>
              </a:ext>
            </a:extLst>
          </p:cNvPr>
          <p:cNvSpPr/>
          <p:nvPr/>
        </p:nvSpPr>
        <p:spPr>
          <a:xfrm>
            <a:off x="9612919" y="4615637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12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5" name="11">
            <a:hlinkClick r:id="rId14" action="ppaction://hlinksldjump"/>
            <a:extLst>
              <a:ext uri="{FF2B5EF4-FFF2-40B4-BE49-F238E27FC236}">
                <a16:creationId xmlns:a16="http://schemas.microsoft.com/office/drawing/2014/main" id="{5C1C840E-B845-4D44-8271-3421F9EE40B4}"/>
              </a:ext>
            </a:extLst>
          </p:cNvPr>
          <p:cNvSpPr/>
          <p:nvPr/>
        </p:nvSpPr>
        <p:spPr>
          <a:xfrm>
            <a:off x="7854459" y="4659924"/>
            <a:ext cx="1535289" cy="846666"/>
          </a:xfrm>
          <a:prstGeom prst="roundRect">
            <a:avLst/>
          </a:prstGeom>
          <a:ln w="38100">
            <a:prstDash val="sysDash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11</a:t>
            </a:r>
            <a:endParaRPr lang="es-CL" sz="4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D8B599-8E6B-4BBC-86BE-B1118BA4ED27}"/>
              </a:ext>
            </a:extLst>
          </p:cNvPr>
          <p:cNvSpPr/>
          <p:nvPr/>
        </p:nvSpPr>
        <p:spPr>
          <a:xfrm>
            <a:off x="1654469" y="3746308"/>
            <a:ext cx="278467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Elige </a:t>
            </a:r>
          </a:p>
          <a:p>
            <a:pPr algn="ctr"/>
            <a:r>
              <a:rPr lang="es-E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tu </a:t>
            </a:r>
          </a:p>
          <a:p>
            <a:pPr algn="ctr"/>
            <a:r>
              <a:rPr lang="es-E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pregunta</a:t>
            </a:r>
            <a:endParaRPr lang="es-E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6F49BE-772D-4469-92DF-709EBB168A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274" y="807916"/>
            <a:ext cx="2700867" cy="27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61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TABLERO.wav"/>
          </p:stSnd>
        </p:sndAc>
      </p:transition>
    </mc:Choice>
    <mc:Fallback xmlns="">
      <p:transition spd="slow" advClick="0">
        <p:fade/>
        <p:sndAc>
          <p:stSnd>
            <p:snd r:embed="rId16" name="SONIDO TABLERO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Primera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4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Correcta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0903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213E28-B4B0-4CE9-821B-6A6C39667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4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AB74DB-9E05-4BC9-A83B-A4794C73D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7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Segunda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CORRECTA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4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4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4194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AC8101-992F-4AED-A863-940359D5D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98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D65EBC-1091-4222-931D-53A3EDE6A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81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Tercera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 Correcta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9568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DF493E-9A11-493B-80F5-C5C5A6E9D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453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2183B9-167B-465E-9D36-FBAF13F91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4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Cuarta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4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1206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6251AF-7103-4583-BC3A-087FDA3BB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44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E114D0-5485-4C2E-B8C2-C764814FF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619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Quinta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4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5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146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6" name="SONIDO FONDO PREGUNTA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A3AAD5-F999-442D-93ED-59D8E5A0B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396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3EA88C-3360-453A-BB07-F46A06434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32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Sexta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8764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89AE9C-46ED-4BA9-9E8E-B9893A069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74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BF4EBE-C52A-47D4-986E-A1963CE31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47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Séptima pregunta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highlight>
                <a:srgbClr val="FFFF00"/>
              </a:highligh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4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11434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212C0A-9B4F-4BE5-8A28-C5E688339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766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5DCB4A-B3BA-44ED-883D-2EB14BCBD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0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Octava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4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5967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831945-477F-4FB7-AA80-194FCB8F4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13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F3CA79-A635-48B4-A243-F3DA82592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783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Novena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4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9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84EE64-5F01-4FEB-A483-F1ADB1D6B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35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78A2BE-3696-41B6-AF95-8D1957765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19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Décima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2183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BDFA5E-7264-4FC5-8CFD-AD5A46575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47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C0E9EB-0B71-4E78-B8D6-5919AABF68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15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Undécima 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4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4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0514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DA62FF-0862-472C-A890-FDAB83247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34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773A1C-5233-4C58-9764-ACCE8417F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0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55" y="229481"/>
            <a:ext cx="10515600" cy="1325563"/>
          </a:xfrm>
        </p:spPr>
        <p:txBody>
          <a:bodyPr/>
          <a:lstStyle/>
          <a:p>
            <a:r>
              <a:rPr lang="es-MX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Décima segunda pregunta </a:t>
            </a:r>
            <a:endParaRPr lang="es-CL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C69AE12-764D-4145-B3E2-4A71B7514E8B}"/>
              </a:ext>
            </a:extLst>
          </p:cNvPr>
          <p:cNvSpPr/>
          <p:nvPr/>
        </p:nvSpPr>
        <p:spPr>
          <a:xfrm>
            <a:off x="1783644" y="1873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a)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ángulo: esquina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6470034C-0125-454B-B14F-D1B921EBDEA8}"/>
              </a:ext>
            </a:extLst>
          </p:cNvPr>
          <p:cNvSpPr/>
          <p:nvPr/>
        </p:nvSpPr>
        <p:spPr>
          <a:xfrm>
            <a:off x="1783644" y="3016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b)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6F4B734-CFD9-4A8D-B37E-27C295E61E4E}"/>
              </a:ext>
            </a:extLst>
          </p:cNvPr>
          <p:cNvSpPr/>
          <p:nvPr/>
        </p:nvSpPr>
        <p:spPr>
          <a:xfrm>
            <a:off x="1807090" y="4159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c)   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783644" y="5302956"/>
            <a:ext cx="8556978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d) Correcta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1761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ONDO PREGUNTA.wav"/>
          </p:stSnd>
        </p:sndAc>
      </p:transition>
    </mc:Choice>
    <mc:Fallback xmlns="">
      <p:transition spd="slow" advClick="0">
        <p:fade/>
        <p:sndAc>
          <p:stSnd>
            <p:snd r:embed="rId5" name="SONIDO FONDO PREGUNTA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Sigue intentando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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8067214" y="5607756"/>
            <a:ext cx="3726202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Intentar de nuevo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450D42-13AB-4606-86A6-597BFD4FF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54" y="2874433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648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FALLO.wav"/>
          </p:stSnd>
        </p:sndAc>
      </p:transition>
    </mc:Choice>
    <mc:Fallback xmlns="">
      <p:transition spd="slow" advClick="0">
        <p:fade/>
        <p:sndAc>
          <p:stSnd>
            <p:snd r:embed="rId4" name="SONIDO FALLO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A9025-ED0A-49DB-9F83-38E9CEFE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40" y="23630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¡Excelente! </a:t>
            </a:r>
            <a:r>
              <a:rPr lang="es-MX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s-CL" sz="9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Rectángulo: esquinas redondeadas 6">
            <a:hlinkClick r:id="rId3" action="ppaction://hlinksldjump"/>
            <a:extLst>
              <a:ext uri="{FF2B5EF4-FFF2-40B4-BE49-F238E27FC236}">
                <a16:creationId xmlns:a16="http://schemas.microsoft.com/office/drawing/2014/main" id="{D7C56E2C-1DEC-4FBB-B084-085FD8BA0E0F}"/>
              </a:ext>
            </a:extLst>
          </p:cNvPr>
          <p:cNvSpPr/>
          <p:nvPr/>
        </p:nvSpPr>
        <p:spPr>
          <a:xfrm>
            <a:off x="10118969" y="5560864"/>
            <a:ext cx="1475371" cy="8240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Menú</a:t>
            </a:r>
            <a:endParaRPr lang="es-CL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B41A84-94C7-4268-A3F3-0EAAB10EC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262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  <p:sndAc>
          <p:stSnd>
            <p:snd r:embed="rId2" name="SONIDO CORRECTO.wav"/>
          </p:stSnd>
        </p:sndAc>
      </p:transition>
    </mc:Choice>
    <mc:Fallback xmlns="">
      <p:transition spd="slow" advClick="0">
        <p:fade/>
        <p:sndAc>
          <p:stSnd>
            <p:snd r:embed="rId5" name="SONIDO CORRECTO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280</Words>
  <Application>Microsoft Office PowerPoint</Application>
  <PresentationFormat>Panorámica</PresentationFormat>
  <Paragraphs>123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Tema de Office</vt:lpstr>
      <vt:lpstr>Presentación de PowerPoint</vt:lpstr>
      <vt:lpstr>Primera pregunta </vt:lpstr>
      <vt:lpstr>Sigue intentando </vt:lpstr>
      <vt:lpstr>¡Excelente! </vt:lpstr>
      <vt:lpstr>Segunda pregunta </vt:lpstr>
      <vt:lpstr>Sigue intentando </vt:lpstr>
      <vt:lpstr>¡Excelente! </vt:lpstr>
      <vt:lpstr>Tercera pregunta </vt:lpstr>
      <vt:lpstr>Sigue intentando </vt:lpstr>
      <vt:lpstr>¡Excelente! </vt:lpstr>
      <vt:lpstr>Cuarta pregunta </vt:lpstr>
      <vt:lpstr>Sigue intentando </vt:lpstr>
      <vt:lpstr>¡Excelente! </vt:lpstr>
      <vt:lpstr>Quinta pregunta </vt:lpstr>
      <vt:lpstr>Sigue intentando </vt:lpstr>
      <vt:lpstr>¡Excelente! </vt:lpstr>
      <vt:lpstr>Sexta pregunta </vt:lpstr>
      <vt:lpstr>Sigue intentando </vt:lpstr>
      <vt:lpstr>¡Excelente! </vt:lpstr>
      <vt:lpstr>Séptima pregunta</vt:lpstr>
      <vt:lpstr>Sigue intentando </vt:lpstr>
      <vt:lpstr>¡Excelente! </vt:lpstr>
      <vt:lpstr>Octava pregunta </vt:lpstr>
      <vt:lpstr>Sigue intentando </vt:lpstr>
      <vt:lpstr>¡Excelente! </vt:lpstr>
      <vt:lpstr>Novena pregunta </vt:lpstr>
      <vt:lpstr>Sigue intentando </vt:lpstr>
      <vt:lpstr>¡Excelente! </vt:lpstr>
      <vt:lpstr>Décima pregunta </vt:lpstr>
      <vt:lpstr>Sigue intentando </vt:lpstr>
      <vt:lpstr>¡Excelente! </vt:lpstr>
      <vt:lpstr>Undécima  pregunta </vt:lpstr>
      <vt:lpstr>Sigue intentando </vt:lpstr>
      <vt:lpstr>¡Excelente! </vt:lpstr>
      <vt:lpstr>Décima segunda pregunta </vt:lpstr>
      <vt:lpstr>Sigue intentando </vt:lpstr>
      <vt:lpstr>¡Excelente!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Francisca</dc:creator>
  <cp:lastModifiedBy>Francisca</cp:lastModifiedBy>
  <cp:revision>20</cp:revision>
  <dcterms:created xsi:type="dcterms:W3CDTF">2020-05-04T18:02:44Z</dcterms:created>
  <dcterms:modified xsi:type="dcterms:W3CDTF">2020-05-05T02:30:17Z</dcterms:modified>
</cp:coreProperties>
</file>