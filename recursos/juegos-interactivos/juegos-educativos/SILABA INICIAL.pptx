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809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354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473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07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984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672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459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924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726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82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144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D51A1-EFCB-4AC5-80A0-5756BCEDC0D2}" type="datetimeFigureOut">
              <a:rPr lang="es-CL" smtClean="0"/>
              <a:t>12-02-2020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52B9-C29A-41CA-98FF-E74A84B95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12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9718132-945D-4D76-9488-1E9149A16EA4}"/>
              </a:ext>
            </a:extLst>
          </p:cNvPr>
          <p:cNvSpPr/>
          <p:nvPr/>
        </p:nvSpPr>
        <p:spPr>
          <a:xfrm>
            <a:off x="947070" y="740969"/>
            <a:ext cx="6878806" cy="2308324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Script MT Bold" panose="03040602040607080904" pitchFamily="66" charset="0"/>
              </a:rPr>
              <a:t>Juguemos con las </a:t>
            </a:r>
          </a:p>
          <a:p>
            <a:pPr algn="ctr"/>
            <a:r>
              <a:rPr lang="es-ES" sz="72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Script MT Bold" panose="03040602040607080904" pitchFamily="66" charset="0"/>
              </a:rPr>
              <a:t>Sílabas iniciales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EF085F-987C-4CF8-9151-E0D957048A12}"/>
              </a:ext>
            </a:extLst>
          </p:cNvPr>
          <p:cNvSpPr/>
          <p:nvPr/>
        </p:nvSpPr>
        <p:spPr>
          <a:xfrm>
            <a:off x="1144585" y="3394578"/>
            <a:ext cx="1394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Ma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B0A352E-6240-4759-BB24-17D1F0053B1E}"/>
              </a:ext>
            </a:extLst>
          </p:cNvPr>
          <p:cNvSpPr/>
          <p:nvPr/>
        </p:nvSpPr>
        <p:spPr>
          <a:xfrm>
            <a:off x="2687731" y="4819186"/>
            <a:ext cx="11843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Ta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03351A-938E-415B-8761-90D58DC685CD}"/>
              </a:ext>
            </a:extLst>
          </p:cNvPr>
          <p:cNvSpPr/>
          <p:nvPr/>
        </p:nvSpPr>
        <p:spPr>
          <a:xfrm>
            <a:off x="3981133" y="3472574"/>
            <a:ext cx="1181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S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0BA63E-CF17-48A4-96ED-9E9AE834D6AA}"/>
              </a:ext>
            </a:extLst>
          </p:cNvPr>
          <p:cNvSpPr/>
          <p:nvPr/>
        </p:nvSpPr>
        <p:spPr>
          <a:xfrm>
            <a:off x="1063037" y="5193701"/>
            <a:ext cx="1173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La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15A5AE-6BFE-4C6C-8BC5-400554F0038E}"/>
              </a:ext>
            </a:extLst>
          </p:cNvPr>
          <p:cNvSpPr/>
          <p:nvPr/>
        </p:nvSpPr>
        <p:spPr>
          <a:xfrm>
            <a:off x="4123165" y="4991465"/>
            <a:ext cx="12757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R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65FB89D-2CFE-4C89-ABF0-A1C8F3CA6E1C}"/>
              </a:ext>
            </a:extLst>
          </p:cNvPr>
          <p:cNvSpPr/>
          <p:nvPr/>
        </p:nvSpPr>
        <p:spPr>
          <a:xfrm>
            <a:off x="2622571" y="3895856"/>
            <a:ext cx="13083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Bu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87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BC0D11C-2CAF-4D01-93E7-C9A9067D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22" y="1348746"/>
            <a:ext cx="2468477" cy="19213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04AA617-E093-4540-93B5-7E3946282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98" y="1790907"/>
            <a:ext cx="2143125" cy="21431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63C718-2C9B-498C-93EC-26D3EB595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4" y="4108029"/>
            <a:ext cx="2161392" cy="15496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FA4B47-5FAA-467C-AAF0-043A80EE2A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72" r="11417" b="18243"/>
          <a:stretch/>
        </p:blipFill>
        <p:spPr>
          <a:xfrm>
            <a:off x="3474065" y="1237853"/>
            <a:ext cx="2529825" cy="21431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80CF86-9846-4CC2-AD25-50F52DD672D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366"/>
          <a:stretch/>
        </p:blipFill>
        <p:spPr>
          <a:xfrm>
            <a:off x="4163874" y="4207565"/>
            <a:ext cx="2486025" cy="170290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C5BB623-20A7-4AA6-B437-44756DC215ED}"/>
              </a:ext>
            </a:extLst>
          </p:cNvPr>
          <p:cNvSpPr/>
          <p:nvPr/>
        </p:nvSpPr>
        <p:spPr>
          <a:xfrm>
            <a:off x="1572443" y="858037"/>
            <a:ext cx="62471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0C5E14-9585-4378-94EC-FD136587F104}"/>
              </a:ext>
            </a:extLst>
          </p:cNvPr>
          <p:cNvSpPr txBox="1"/>
          <p:nvPr/>
        </p:nvSpPr>
        <p:spPr>
          <a:xfrm>
            <a:off x="1646626" y="3295118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Sapo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B3D383C-D1B2-401F-A0B1-C3762BB84235}"/>
              </a:ext>
            </a:extLst>
          </p:cNvPr>
          <p:cNvSpPr txBox="1"/>
          <p:nvPr/>
        </p:nvSpPr>
        <p:spPr>
          <a:xfrm>
            <a:off x="4329455" y="3469845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Saturno</a:t>
            </a:r>
            <a:endParaRPr lang="es-CL" sz="32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6857DD-90A7-4F0C-A30B-4A7F6EFAB0A3}"/>
              </a:ext>
            </a:extLst>
          </p:cNvPr>
          <p:cNvSpPr txBox="1"/>
          <p:nvPr/>
        </p:nvSpPr>
        <p:spPr>
          <a:xfrm>
            <a:off x="6935965" y="3798332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Salero</a:t>
            </a:r>
            <a:endParaRPr lang="es-CL" sz="32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107860-81AE-4C26-A596-85FEE00D3FA1}"/>
              </a:ext>
            </a:extLst>
          </p:cNvPr>
          <p:cNvSpPr txBox="1"/>
          <p:nvPr/>
        </p:nvSpPr>
        <p:spPr>
          <a:xfrm>
            <a:off x="6905883" y="5537714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Sala</a:t>
            </a:r>
            <a:endParaRPr lang="es-CL" sz="3200" b="1" dirty="0"/>
          </a:p>
        </p:txBody>
      </p:sp>
    </p:spTree>
    <p:extLst>
      <p:ext uri="{BB962C8B-B14F-4D97-AF65-F5344CB8AC3E}">
        <p14:creationId xmlns:p14="http://schemas.microsoft.com/office/powerpoint/2010/main" val="36616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BFA03A4-DB82-4AD3-9095-C90980BC7BF0}"/>
              </a:ext>
            </a:extLst>
          </p:cNvPr>
          <p:cNvSpPr/>
          <p:nvPr/>
        </p:nvSpPr>
        <p:spPr>
          <a:xfrm>
            <a:off x="881246" y="1745484"/>
            <a:ext cx="159030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Ta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ADE41F-0127-4D4A-90AB-794D9C34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679" y="1745484"/>
            <a:ext cx="2124075" cy="21526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AF95FB2-BFC0-4A8F-9043-416AE21B92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966" b="5331"/>
          <a:stretch/>
        </p:blipFill>
        <p:spPr>
          <a:xfrm>
            <a:off x="1083986" y="3326296"/>
            <a:ext cx="1781175" cy="21526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355E33-4014-45F8-B2A6-A33ECEB53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972" y="2411834"/>
            <a:ext cx="2322053" cy="162890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4876367-73A6-4AEA-BD68-40FC2DF60527}"/>
              </a:ext>
            </a:extLst>
          </p:cNvPr>
          <p:cNvSpPr txBox="1"/>
          <p:nvPr/>
        </p:nvSpPr>
        <p:spPr>
          <a:xfrm>
            <a:off x="2627287" y="5191301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Tarro</a:t>
            </a:r>
            <a:endParaRPr lang="es-CL" sz="3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620A07-3980-4A84-9B0C-1F777DD634FB}"/>
              </a:ext>
            </a:extLst>
          </p:cNvPr>
          <p:cNvSpPr txBox="1"/>
          <p:nvPr/>
        </p:nvSpPr>
        <p:spPr>
          <a:xfrm>
            <a:off x="4005512" y="4031243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Taco</a:t>
            </a:r>
            <a:endParaRPr lang="es-CL" sz="32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B16D3D-D0FB-4A94-9B2A-CDEB4CC92757}"/>
              </a:ext>
            </a:extLst>
          </p:cNvPr>
          <p:cNvSpPr txBox="1"/>
          <p:nvPr/>
        </p:nvSpPr>
        <p:spPr>
          <a:xfrm>
            <a:off x="6616192" y="4110233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Tatuaje</a:t>
            </a:r>
            <a:endParaRPr lang="es-CL" sz="32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6A40113-10A3-43C4-9259-D86593FCD710}"/>
              </a:ext>
            </a:extLst>
          </p:cNvPr>
          <p:cNvSpPr/>
          <p:nvPr/>
        </p:nvSpPr>
        <p:spPr>
          <a:xfrm>
            <a:off x="1572443" y="858037"/>
            <a:ext cx="62471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261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DC2D726-9706-4ACF-B8ED-2008AF478DF1}"/>
              </a:ext>
            </a:extLst>
          </p:cNvPr>
          <p:cNvSpPr/>
          <p:nvPr/>
        </p:nvSpPr>
        <p:spPr>
          <a:xfrm>
            <a:off x="774920" y="1221533"/>
            <a:ext cx="169629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La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7D0CDF-89AD-4B5A-8C9C-D9586201FB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246"/>
          <a:stretch/>
        </p:blipFill>
        <p:spPr>
          <a:xfrm>
            <a:off x="652518" y="2778939"/>
            <a:ext cx="2343150" cy="16744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71F589-040D-4EC2-B71F-FCC42E75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827" y="4224029"/>
            <a:ext cx="1925654" cy="14423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F7DA4E-F2B7-4401-B55A-C16FF2830C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467" r="25999"/>
          <a:stretch/>
        </p:blipFill>
        <p:spPr>
          <a:xfrm>
            <a:off x="3791654" y="1431235"/>
            <a:ext cx="1011214" cy="20181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9245FE-471A-4C24-9DC7-72AC7E123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47" y="3260678"/>
            <a:ext cx="1800225" cy="254317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56F2CA5-8BBC-42F0-93BA-87DEB5C0FFA8}"/>
              </a:ext>
            </a:extLst>
          </p:cNvPr>
          <p:cNvSpPr txBox="1"/>
          <p:nvPr/>
        </p:nvSpPr>
        <p:spPr>
          <a:xfrm>
            <a:off x="941717" y="4489736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Labios</a:t>
            </a:r>
            <a:endParaRPr lang="es-CL" sz="32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9DB023-F570-49B0-9595-F9B51EDD4E03}"/>
              </a:ext>
            </a:extLst>
          </p:cNvPr>
          <p:cNvSpPr txBox="1"/>
          <p:nvPr/>
        </p:nvSpPr>
        <p:spPr>
          <a:xfrm>
            <a:off x="3547435" y="3345520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Labial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0D30E3-4E77-44D3-8F26-D7C5CD3602C0}"/>
              </a:ext>
            </a:extLst>
          </p:cNvPr>
          <p:cNvSpPr txBox="1"/>
          <p:nvPr/>
        </p:nvSpPr>
        <p:spPr>
          <a:xfrm>
            <a:off x="3250253" y="5486863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Lápiz </a:t>
            </a:r>
            <a:endParaRPr lang="es-CL" sz="32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FFFF08E-38F2-4329-ABC0-A870E4B81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875" y="1535274"/>
            <a:ext cx="1246760" cy="124676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7F5AA7E-6458-43F2-BF0F-51F4011B9E66}"/>
              </a:ext>
            </a:extLst>
          </p:cNvPr>
          <p:cNvSpPr txBox="1"/>
          <p:nvPr/>
        </p:nvSpPr>
        <p:spPr>
          <a:xfrm>
            <a:off x="5856405" y="2782034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Lagartija</a:t>
            </a:r>
            <a:endParaRPr lang="es-CL" sz="32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4D4CC9-EF60-4BF3-86DA-CDBDEF573FB5}"/>
              </a:ext>
            </a:extLst>
          </p:cNvPr>
          <p:cNvSpPr txBox="1"/>
          <p:nvPr/>
        </p:nvSpPr>
        <p:spPr>
          <a:xfrm>
            <a:off x="6067875" y="5666411"/>
            <a:ext cx="182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Lavadora</a:t>
            </a:r>
            <a:endParaRPr lang="es-CL" sz="3200" b="1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1ACDAF5-C8BA-4781-A993-E460E4404EB6}"/>
              </a:ext>
            </a:extLst>
          </p:cNvPr>
          <p:cNvSpPr/>
          <p:nvPr/>
        </p:nvSpPr>
        <p:spPr>
          <a:xfrm>
            <a:off x="1572443" y="858037"/>
            <a:ext cx="62471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0983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6348FD9-1BE3-4FF4-82A7-E71A6BBC9A0B}"/>
              </a:ext>
            </a:extLst>
          </p:cNvPr>
          <p:cNvSpPr/>
          <p:nvPr/>
        </p:nvSpPr>
        <p:spPr>
          <a:xfrm>
            <a:off x="772525" y="1035691"/>
            <a:ext cx="198002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Ma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F474C3-0EE2-4CC4-AF36-1F7AFFC00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64" y="2482241"/>
            <a:ext cx="1657350" cy="27622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C5F8178-2701-4C58-ABA3-0CDD9A4D4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48" y="1035691"/>
            <a:ext cx="1905000" cy="1905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EF76C74-442E-487F-A946-BF485FC160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201" b="11209"/>
          <a:stretch/>
        </p:blipFill>
        <p:spPr>
          <a:xfrm>
            <a:off x="6219411" y="3591339"/>
            <a:ext cx="1714500" cy="17492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8C084EF-8AC2-43BF-9BF0-9D8E9AFD6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214" y="1035691"/>
            <a:ext cx="2294196" cy="15889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F9A84D-2D5D-4249-9229-B9D640D4E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2610" y="3428999"/>
            <a:ext cx="2209800" cy="20669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99AE7AD-9210-473A-8E8E-0B2B72611762}"/>
              </a:ext>
            </a:extLst>
          </p:cNvPr>
          <p:cNvSpPr txBox="1"/>
          <p:nvPr/>
        </p:nvSpPr>
        <p:spPr>
          <a:xfrm>
            <a:off x="1097275" y="5203537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Mamadera</a:t>
            </a:r>
            <a:endParaRPr lang="es-CL" sz="32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5CADF1B-3EE1-4981-9EC0-050499F1460A}"/>
              </a:ext>
            </a:extLst>
          </p:cNvPr>
          <p:cNvSpPr txBox="1"/>
          <p:nvPr/>
        </p:nvSpPr>
        <p:spPr>
          <a:xfrm>
            <a:off x="3391471" y="2734429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Maní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5EA9BB-1563-43EA-8F08-0B908F99AFB3}"/>
              </a:ext>
            </a:extLst>
          </p:cNvPr>
          <p:cNvSpPr txBox="1"/>
          <p:nvPr/>
        </p:nvSpPr>
        <p:spPr>
          <a:xfrm>
            <a:off x="6196850" y="2844225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Marraqueta</a:t>
            </a:r>
            <a:endParaRPr lang="es-CL" sz="32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1EE03F-EEC6-44CD-9547-DF0FE3A12A96}"/>
              </a:ext>
            </a:extLst>
          </p:cNvPr>
          <p:cNvSpPr txBox="1"/>
          <p:nvPr/>
        </p:nvSpPr>
        <p:spPr>
          <a:xfrm>
            <a:off x="6002252" y="5340626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Macetero</a:t>
            </a:r>
            <a:endParaRPr lang="es-CL" sz="32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BD8CFA-B2F6-4331-BE09-24E03383BEC2}"/>
              </a:ext>
            </a:extLst>
          </p:cNvPr>
          <p:cNvSpPr txBox="1"/>
          <p:nvPr/>
        </p:nvSpPr>
        <p:spPr>
          <a:xfrm>
            <a:off x="3708056" y="5452439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Mate</a:t>
            </a:r>
            <a:endParaRPr lang="es-CL" sz="3200" b="1" dirty="0"/>
          </a:p>
        </p:txBody>
      </p:sp>
    </p:spTree>
    <p:extLst>
      <p:ext uri="{BB962C8B-B14F-4D97-AF65-F5344CB8AC3E}">
        <p14:creationId xmlns:p14="http://schemas.microsoft.com/office/powerpoint/2010/main" val="408099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C62337-9169-46DF-BD72-8FC92FD8793B}"/>
              </a:ext>
            </a:extLst>
          </p:cNvPr>
          <p:cNvSpPr/>
          <p:nvPr/>
        </p:nvSpPr>
        <p:spPr>
          <a:xfrm>
            <a:off x="861264" y="1241100"/>
            <a:ext cx="186262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R</a:t>
            </a:r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7BA806-6836-429C-984E-05273923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06" y="2842376"/>
            <a:ext cx="2438400" cy="18764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E9E04A-5AD8-40A1-A996-A49D26A2FB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04"/>
          <a:stretch/>
        </p:blipFill>
        <p:spPr>
          <a:xfrm>
            <a:off x="5501436" y="884585"/>
            <a:ext cx="2781300" cy="14465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C8E3E7-4FD3-443F-B337-5577161B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394" y="3030815"/>
            <a:ext cx="2057400" cy="22193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A9CDB5-B757-4059-9565-9915D1C29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7" y="3242849"/>
            <a:ext cx="2143125" cy="21431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DBBD242-4CAB-400D-ACAF-569E48163EFB}"/>
              </a:ext>
            </a:extLst>
          </p:cNvPr>
          <p:cNvSpPr txBox="1"/>
          <p:nvPr/>
        </p:nvSpPr>
        <p:spPr>
          <a:xfrm>
            <a:off x="855206" y="5003079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Raqueta</a:t>
            </a:r>
            <a:endParaRPr lang="es-CL" sz="3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62DDF32-EC58-41C6-A731-6E58FF951829}"/>
              </a:ext>
            </a:extLst>
          </p:cNvPr>
          <p:cNvSpPr txBox="1"/>
          <p:nvPr/>
        </p:nvSpPr>
        <p:spPr>
          <a:xfrm>
            <a:off x="4146845" y="2738427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Rayo </a:t>
            </a:r>
            <a:endParaRPr lang="es-CL" sz="32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2C1206-CAFE-4595-A9C6-EE42B8064DFC}"/>
              </a:ext>
            </a:extLst>
          </p:cNvPr>
          <p:cNvSpPr txBox="1"/>
          <p:nvPr/>
        </p:nvSpPr>
        <p:spPr>
          <a:xfrm>
            <a:off x="4146845" y="94871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Rama</a:t>
            </a:r>
            <a:endParaRPr lang="es-CL" sz="32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4AEBC8-530B-4CAA-AA77-F6A966AE337B}"/>
              </a:ext>
            </a:extLst>
          </p:cNvPr>
          <p:cNvSpPr txBox="1"/>
          <p:nvPr/>
        </p:nvSpPr>
        <p:spPr>
          <a:xfrm>
            <a:off x="6441041" y="538864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Ratón</a:t>
            </a:r>
            <a:endParaRPr lang="es-CL" sz="3200" b="1" dirty="0"/>
          </a:p>
        </p:txBody>
      </p:sp>
    </p:spTree>
    <p:extLst>
      <p:ext uri="{BB962C8B-B14F-4D97-AF65-F5344CB8AC3E}">
        <p14:creationId xmlns:p14="http://schemas.microsoft.com/office/powerpoint/2010/main" val="81347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4DF0133-7EA7-42FD-B844-B3B5FD0CAE26}"/>
              </a:ext>
            </a:extLst>
          </p:cNvPr>
          <p:cNvSpPr/>
          <p:nvPr/>
        </p:nvSpPr>
        <p:spPr>
          <a:xfrm>
            <a:off x="855188" y="1020135"/>
            <a:ext cx="206018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Bu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704993-747E-431F-8491-E0D68B3E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634" y="883340"/>
            <a:ext cx="2057400" cy="2228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B957D6-715A-4990-8E28-1FBD9CC7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707" y="1804965"/>
            <a:ext cx="2143125" cy="21431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02B1A9-72A9-458A-81EF-B1A74B3A5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441" y="3745811"/>
            <a:ext cx="2419350" cy="18954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8994DC6-1EA9-4188-A694-1F08D439A3B2}"/>
              </a:ext>
            </a:extLst>
          </p:cNvPr>
          <p:cNvSpPr txBox="1"/>
          <p:nvPr/>
        </p:nvSpPr>
        <p:spPr>
          <a:xfrm>
            <a:off x="3934438" y="394809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 Buzo</a:t>
            </a:r>
            <a:endParaRPr lang="es-CL" sz="32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7322BF-31CF-410C-804D-8A77D6486A6A}"/>
              </a:ext>
            </a:extLst>
          </p:cNvPr>
          <p:cNvSpPr txBox="1"/>
          <p:nvPr/>
        </p:nvSpPr>
        <p:spPr>
          <a:xfrm>
            <a:off x="4615734" y="924326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Burro</a:t>
            </a:r>
            <a:endParaRPr lang="es-CL" sz="32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74DC0E8-7490-41F6-A3A1-EDE54E2933D5}"/>
              </a:ext>
            </a:extLst>
          </p:cNvPr>
          <p:cNvSpPr txBox="1"/>
          <p:nvPr/>
        </p:nvSpPr>
        <p:spPr>
          <a:xfrm>
            <a:off x="1479146" y="5348898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5F21B70-08E9-45C8-96ED-D4E312542F73}"/>
              </a:ext>
            </a:extLst>
          </p:cNvPr>
          <p:cNvSpPr txBox="1"/>
          <p:nvPr/>
        </p:nvSpPr>
        <p:spPr>
          <a:xfrm>
            <a:off x="1218114" y="505651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Buzón</a:t>
            </a:r>
            <a:endParaRPr lang="es-CL" sz="32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430EAF3-22D9-485F-AAD1-51EEFE644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31" y="2576163"/>
            <a:ext cx="1790700" cy="25527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FEC2409-119B-4ECC-8A8E-057336DF49D9}"/>
              </a:ext>
            </a:extLst>
          </p:cNvPr>
          <p:cNvSpPr txBox="1"/>
          <p:nvPr/>
        </p:nvSpPr>
        <p:spPr>
          <a:xfrm>
            <a:off x="4821920" y="5389885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 Bufanda</a:t>
            </a:r>
            <a:endParaRPr lang="es-CL" sz="3200" b="1" dirty="0"/>
          </a:p>
        </p:txBody>
      </p:sp>
    </p:spTree>
    <p:extLst>
      <p:ext uri="{BB962C8B-B14F-4D97-AF65-F5344CB8AC3E}">
        <p14:creationId xmlns:p14="http://schemas.microsoft.com/office/powerpoint/2010/main" val="369401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D835967-C428-4B18-8892-3F4B224F5E37}"/>
              </a:ext>
            </a:extLst>
          </p:cNvPr>
          <p:cNvSpPr/>
          <p:nvPr/>
        </p:nvSpPr>
        <p:spPr>
          <a:xfrm>
            <a:off x="911245" y="1241100"/>
            <a:ext cx="176266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P</a:t>
            </a:r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98835B-7213-4193-80C6-B412AFBC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081" y="1069025"/>
            <a:ext cx="2543175" cy="17907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4E610F5-AFDD-43C0-A89B-766719AB5550}"/>
              </a:ext>
            </a:extLst>
          </p:cNvPr>
          <p:cNvSpPr txBox="1"/>
          <p:nvPr/>
        </p:nvSpPr>
        <p:spPr>
          <a:xfrm>
            <a:off x="6603560" y="313661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Pony</a:t>
            </a:r>
            <a:endParaRPr lang="es-CL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7F3B26-3DD0-416C-8E10-7CAC52E3ECC2}"/>
              </a:ext>
            </a:extLst>
          </p:cNvPr>
          <p:cNvSpPr txBox="1"/>
          <p:nvPr/>
        </p:nvSpPr>
        <p:spPr>
          <a:xfrm>
            <a:off x="1111613" y="532451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Polera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4673E1-2DDA-4789-8B51-D3C5D6A2DCF9}"/>
              </a:ext>
            </a:extLst>
          </p:cNvPr>
          <p:cNvSpPr txBox="1"/>
          <p:nvPr/>
        </p:nvSpPr>
        <p:spPr>
          <a:xfrm>
            <a:off x="3424902" y="4157043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Policía</a:t>
            </a:r>
            <a:endParaRPr lang="es-CL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391ACE-BE11-424C-B32E-D704402F8B94}"/>
              </a:ext>
            </a:extLst>
          </p:cNvPr>
          <p:cNvSpPr txBox="1"/>
          <p:nvPr/>
        </p:nvSpPr>
        <p:spPr>
          <a:xfrm>
            <a:off x="5858081" y="5496587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Pollo</a:t>
            </a:r>
            <a:endParaRPr lang="es-CL" sz="32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19CA96-4BE3-400B-8837-F90233572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81" y="1567025"/>
            <a:ext cx="1800225" cy="25431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8BF52E0-A3B4-4B0F-8411-4522960AB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379" y="3739575"/>
            <a:ext cx="1766930" cy="17907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841FCD-92FF-43F8-9A29-895E52011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07" y="30386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3469B92-68A0-48D1-9360-FF5B9ACB9592}"/>
              </a:ext>
            </a:extLst>
          </p:cNvPr>
          <p:cNvSpPr/>
          <p:nvPr/>
        </p:nvSpPr>
        <p:spPr>
          <a:xfrm>
            <a:off x="782523" y="1241100"/>
            <a:ext cx="202010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Mo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53E66D-D3B8-4BD6-ACF2-8D3F6E5F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74" y="971550"/>
            <a:ext cx="1857375" cy="24574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7BE1676-3CE7-498D-AB5E-0884CCD71A0A}"/>
              </a:ext>
            </a:extLst>
          </p:cNvPr>
          <p:cNvSpPr txBox="1"/>
          <p:nvPr/>
        </p:nvSpPr>
        <p:spPr>
          <a:xfrm>
            <a:off x="6631928" y="342900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Molino</a:t>
            </a:r>
            <a:endParaRPr lang="es-CL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A143BC-AA67-47EA-B4F8-D6285AA55631}"/>
              </a:ext>
            </a:extLst>
          </p:cNvPr>
          <p:cNvSpPr txBox="1"/>
          <p:nvPr/>
        </p:nvSpPr>
        <p:spPr>
          <a:xfrm>
            <a:off x="4884792" y="559406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Monedero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0DC3D2-E0EC-43A0-99AE-F07A9202ACD1}"/>
              </a:ext>
            </a:extLst>
          </p:cNvPr>
          <p:cNvSpPr txBox="1"/>
          <p:nvPr/>
        </p:nvSpPr>
        <p:spPr>
          <a:xfrm>
            <a:off x="1509962" y="532451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Momia</a:t>
            </a:r>
            <a:endParaRPr lang="es-CL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A60028-4E8C-4318-BC2E-873706B7D3A9}"/>
              </a:ext>
            </a:extLst>
          </p:cNvPr>
          <p:cNvSpPr txBox="1"/>
          <p:nvPr/>
        </p:nvSpPr>
        <p:spPr>
          <a:xfrm>
            <a:off x="3530134" y="3162437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 Mopa</a:t>
            </a:r>
            <a:endParaRPr lang="es-CL" sz="32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A52622F-329E-4AD8-A9A6-34477D28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393" y="948713"/>
            <a:ext cx="1809750" cy="2213724"/>
          </a:xfrm>
          <a:prstGeom prst="rect">
            <a:avLst/>
          </a:prstGeom>
        </p:spPr>
      </p:pic>
      <p:pic>
        <p:nvPicPr>
          <p:cNvPr id="2052" name="Picture 4" descr="Resultado de imagen de dibujo de MOmia">
            <a:extLst>
              <a:ext uri="{FF2B5EF4-FFF2-40B4-BE49-F238E27FC236}">
                <a16:creationId xmlns:a16="http://schemas.microsoft.com/office/drawing/2014/main" id="{D39A8F7F-4F50-49E9-83F6-431CD04B6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08" y="30987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de dibujo de Monedero">
            <a:extLst>
              <a:ext uri="{FF2B5EF4-FFF2-40B4-BE49-F238E27FC236}">
                <a16:creationId xmlns:a16="http://schemas.microsoft.com/office/drawing/2014/main" id="{8704CCC3-71C5-4328-B510-FA3F2A43B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692" y="4170350"/>
            <a:ext cx="1819275" cy="137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45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99729C2-88F6-44F6-A809-829A8F3CC6E4}"/>
              </a:ext>
            </a:extLst>
          </p:cNvPr>
          <p:cNvSpPr/>
          <p:nvPr/>
        </p:nvSpPr>
        <p:spPr>
          <a:xfrm>
            <a:off x="867482" y="1241100"/>
            <a:ext cx="185018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SE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4098" name="Picture 2" descr="Resultado de imagen de dibujo de semilla">
            <a:extLst>
              <a:ext uri="{FF2B5EF4-FFF2-40B4-BE49-F238E27FC236}">
                <a16:creationId xmlns:a16="http://schemas.microsoft.com/office/drawing/2014/main" id="{BF9AFA63-0063-4305-9337-9F523ED7E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23" y="3119946"/>
            <a:ext cx="27908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A246CA6-4017-4E3D-AB2B-F0088C1C4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334" y="1241100"/>
            <a:ext cx="1733550" cy="26384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3DC7004-6569-404E-8BB5-159421EA0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22" y="892812"/>
            <a:ext cx="2143125" cy="21431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5B0268F-F0C5-46F8-92D6-2FD7459B12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638"/>
          <a:stretch/>
        </p:blipFill>
        <p:spPr>
          <a:xfrm>
            <a:off x="4236459" y="3429000"/>
            <a:ext cx="1924050" cy="214312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18DAAD2-F965-4373-B8AF-29D2C84E54AB}"/>
              </a:ext>
            </a:extLst>
          </p:cNvPr>
          <p:cNvSpPr txBox="1"/>
          <p:nvPr/>
        </p:nvSpPr>
        <p:spPr>
          <a:xfrm>
            <a:off x="4051573" y="268765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Seda </a:t>
            </a:r>
            <a:endParaRPr lang="es-CL" sz="3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4EEEC5-E3A4-4225-B05B-D973C2442F56}"/>
              </a:ext>
            </a:extLst>
          </p:cNvPr>
          <p:cNvSpPr txBox="1"/>
          <p:nvPr/>
        </p:nvSpPr>
        <p:spPr>
          <a:xfrm>
            <a:off x="6605157" y="3915788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Sello </a:t>
            </a:r>
            <a:endParaRPr lang="es-CL" sz="32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FFEB82-2883-446D-B4B7-EDBB660EE6FA}"/>
              </a:ext>
            </a:extLst>
          </p:cNvPr>
          <p:cNvSpPr txBox="1"/>
          <p:nvPr/>
        </p:nvSpPr>
        <p:spPr>
          <a:xfrm>
            <a:off x="4489049" y="5581209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Secador </a:t>
            </a:r>
            <a:endParaRPr lang="es-CL" sz="32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DF320C-7C24-463E-836B-55C06436399B}"/>
              </a:ext>
            </a:extLst>
          </p:cNvPr>
          <p:cNvSpPr txBox="1"/>
          <p:nvPr/>
        </p:nvSpPr>
        <p:spPr>
          <a:xfrm>
            <a:off x="1362352" y="4898154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Semilla </a:t>
            </a:r>
            <a:endParaRPr lang="es-CL" sz="320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1D7242-5A69-42A9-B945-FEA47C39954A}"/>
              </a:ext>
            </a:extLst>
          </p:cNvPr>
          <p:cNvSpPr/>
          <p:nvPr/>
        </p:nvSpPr>
        <p:spPr>
          <a:xfrm>
            <a:off x="1505096" y="671009"/>
            <a:ext cx="62471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069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FD525D9-C03F-4FA9-BBBA-AFC26F6EC67E}"/>
              </a:ext>
            </a:extLst>
          </p:cNvPr>
          <p:cNvSpPr/>
          <p:nvPr/>
        </p:nvSpPr>
        <p:spPr>
          <a:xfrm>
            <a:off x="841834" y="1241100"/>
            <a:ext cx="190148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Na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5122" name="Picture 2" descr="Resultado de imagen de dibujo de Nave">
            <a:extLst>
              <a:ext uri="{FF2B5EF4-FFF2-40B4-BE49-F238E27FC236}">
                <a16:creationId xmlns:a16="http://schemas.microsoft.com/office/drawing/2014/main" id="{ACC30A73-E1DF-4A63-9BBA-8AAFED7C49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73" b="29023"/>
          <a:stretch/>
        </p:blipFill>
        <p:spPr bwMode="auto">
          <a:xfrm>
            <a:off x="5554436" y="844336"/>
            <a:ext cx="2747730" cy="14465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7BD35D2-BACF-4CAD-92C9-EA1971C55027}"/>
              </a:ext>
            </a:extLst>
          </p:cNvPr>
          <p:cNvSpPr txBox="1"/>
          <p:nvPr/>
        </p:nvSpPr>
        <p:spPr>
          <a:xfrm>
            <a:off x="6001229" y="239526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Nave </a:t>
            </a:r>
            <a:endParaRPr lang="es-CL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43A4AC-3B56-48F0-9072-FDEC7B4BA69F}"/>
              </a:ext>
            </a:extLst>
          </p:cNvPr>
          <p:cNvSpPr txBox="1"/>
          <p:nvPr/>
        </p:nvSpPr>
        <p:spPr>
          <a:xfrm>
            <a:off x="645477" y="532451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Navidad 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3C178C-401A-4829-BA1D-57D2D4D009D0}"/>
              </a:ext>
            </a:extLst>
          </p:cNvPr>
          <p:cNvSpPr txBox="1"/>
          <p:nvPr/>
        </p:nvSpPr>
        <p:spPr>
          <a:xfrm>
            <a:off x="6542123" y="5428889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Naranja </a:t>
            </a:r>
            <a:endParaRPr lang="es-CL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2D9D92-7D90-4BBE-A6BC-82325947800F}"/>
              </a:ext>
            </a:extLst>
          </p:cNvPr>
          <p:cNvSpPr txBox="1"/>
          <p:nvPr/>
        </p:nvSpPr>
        <p:spPr>
          <a:xfrm>
            <a:off x="3424902" y="4028114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Naturaleza </a:t>
            </a:r>
            <a:endParaRPr lang="es-CL" sz="32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CBB56D-04D9-435C-BE1A-E20F8F60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772" y="2018012"/>
            <a:ext cx="2381250" cy="1924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815D0C-E616-4332-AFAF-90A94FBD3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77" y="3174988"/>
            <a:ext cx="2295525" cy="19907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047BC2-ECE2-4A09-990E-EA2462973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77" y="3448087"/>
            <a:ext cx="2428875" cy="187642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6C99080-0BEC-4306-9BEE-210CA224358B}"/>
              </a:ext>
            </a:extLst>
          </p:cNvPr>
          <p:cNvSpPr/>
          <p:nvPr/>
        </p:nvSpPr>
        <p:spPr>
          <a:xfrm>
            <a:off x="681142" y="805772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513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EE1AC48-2D30-43DF-A3CE-6C9401E377D1}"/>
              </a:ext>
            </a:extLst>
          </p:cNvPr>
          <p:cNvSpPr/>
          <p:nvPr/>
        </p:nvSpPr>
        <p:spPr>
          <a:xfrm>
            <a:off x="826093" y="1241100"/>
            <a:ext cx="193296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LO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F6BB14-0556-462A-A189-B05D66D2FA68}"/>
              </a:ext>
            </a:extLst>
          </p:cNvPr>
          <p:cNvSpPr txBox="1"/>
          <p:nvPr/>
        </p:nvSpPr>
        <p:spPr>
          <a:xfrm>
            <a:off x="1105772" y="480999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Loro </a:t>
            </a:r>
            <a:endParaRPr lang="es-CL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148D14-AB09-4FB1-B66C-C77E406713AA}"/>
              </a:ext>
            </a:extLst>
          </p:cNvPr>
          <p:cNvSpPr txBox="1"/>
          <p:nvPr/>
        </p:nvSpPr>
        <p:spPr>
          <a:xfrm>
            <a:off x="6335074" y="3231483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Loreto </a:t>
            </a:r>
            <a:endParaRPr lang="es-CL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C9F0A9-7747-4DEF-9FAA-629D6A49B26A}"/>
              </a:ext>
            </a:extLst>
          </p:cNvPr>
          <p:cNvSpPr txBox="1"/>
          <p:nvPr/>
        </p:nvSpPr>
        <p:spPr>
          <a:xfrm>
            <a:off x="6724694" y="546063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Lomo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296D5B-30E3-46E6-B1BC-38E99F417A29}"/>
              </a:ext>
            </a:extLst>
          </p:cNvPr>
          <p:cNvSpPr txBox="1"/>
          <p:nvPr/>
        </p:nvSpPr>
        <p:spPr>
          <a:xfrm>
            <a:off x="3443094" y="2801083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Locomotora </a:t>
            </a:r>
            <a:endParaRPr lang="es-CL" sz="3200" b="1" dirty="0"/>
          </a:p>
        </p:txBody>
      </p:sp>
      <p:pic>
        <p:nvPicPr>
          <p:cNvPr id="6146" name="Picture 2" descr="Resultado de imagen de dibujo de Locomotora">
            <a:extLst>
              <a:ext uri="{FF2B5EF4-FFF2-40B4-BE49-F238E27FC236}">
                <a16:creationId xmlns:a16="http://schemas.microsoft.com/office/drawing/2014/main" id="{AF4D324C-635E-4683-A3DB-1E43BAA50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133" y="1338610"/>
            <a:ext cx="1932966" cy="151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417007-ABA9-4606-89D5-CE679EE8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006" y="826137"/>
            <a:ext cx="2009775" cy="2276475"/>
          </a:xfrm>
          <a:prstGeom prst="rect">
            <a:avLst/>
          </a:prstGeom>
        </p:spPr>
      </p:pic>
      <p:pic>
        <p:nvPicPr>
          <p:cNvPr id="6148" name="Picture 4" descr="Resultado de imagen de dibujo de lomo">
            <a:extLst>
              <a:ext uri="{FF2B5EF4-FFF2-40B4-BE49-F238E27FC236}">
                <a16:creationId xmlns:a16="http://schemas.microsoft.com/office/drawing/2014/main" id="{C9754EBA-3CE6-4C57-B6BB-59D9011CB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039" y="4030700"/>
            <a:ext cx="1854787" cy="14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356D33-EAC7-4150-8DF6-3FD831828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875" y="2801083"/>
            <a:ext cx="2419350" cy="1895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F4A316-457E-4354-9716-B7EE95088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3092" y="3385858"/>
            <a:ext cx="1847850" cy="200890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8D96282-F4FC-445B-961D-E18A62C0C5AF}"/>
              </a:ext>
            </a:extLst>
          </p:cNvPr>
          <p:cNvSpPr txBox="1"/>
          <p:nvPr/>
        </p:nvSpPr>
        <p:spPr>
          <a:xfrm>
            <a:off x="4190671" y="5316821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Lobo </a:t>
            </a:r>
            <a:endParaRPr lang="es-CL" sz="3200" b="1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E7245A-BB6A-465E-90BA-8EFC28A6658F}"/>
              </a:ext>
            </a:extLst>
          </p:cNvPr>
          <p:cNvSpPr/>
          <p:nvPr/>
        </p:nvSpPr>
        <p:spPr>
          <a:xfrm>
            <a:off x="681142" y="805772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134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E749DBE-2C3D-42E1-9F69-144C22279A87}"/>
              </a:ext>
            </a:extLst>
          </p:cNvPr>
          <p:cNvSpPr/>
          <p:nvPr/>
        </p:nvSpPr>
        <p:spPr>
          <a:xfrm>
            <a:off x="1621695" y="1241100"/>
            <a:ext cx="341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325379F-1DD8-4A03-B989-2703AE529CF0}"/>
              </a:ext>
            </a:extLst>
          </p:cNvPr>
          <p:cNvSpPr/>
          <p:nvPr/>
        </p:nvSpPr>
        <p:spPr>
          <a:xfrm>
            <a:off x="774188" y="1241100"/>
            <a:ext cx="203677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C</a:t>
            </a:r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3D5DBE-6CFF-4C2D-9969-2C517B0065FF}"/>
              </a:ext>
            </a:extLst>
          </p:cNvPr>
          <p:cNvSpPr txBox="1"/>
          <p:nvPr/>
        </p:nvSpPr>
        <p:spPr>
          <a:xfrm>
            <a:off x="1105772" y="480999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Cocodrilo 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F184EB-1221-4320-9DD5-20D59871BE27}"/>
              </a:ext>
            </a:extLst>
          </p:cNvPr>
          <p:cNvSpPr txBox="1"/>
          <p:nvPr/>
        </p:nvSpPr>
        <p:spPr>
          <a:xfrm>
            <a:off x="6218486" y="2911954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Cocinero </a:t>
            </a:r>
            <a:endParaRPr lang="es-CL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0FD7FC-69F6-4934-8D20-1D8932371DA8}"/>
              </a:ext>
            </a:extLst>
          </p:cNvPr>
          <p:cNvSpPr txBox="1"/>
          <p:nvPr/>
        </p:nvSpPr>
        <p:spPr>
          <a:xfrm>
            <a:off x="6612345" y="5517728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Cocina </a:t>
            </a:r>
            <a:endParaRPr lang="es-CL" sz="3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1D7ED2-F029-4987-B960-D72D0E96ADF1}"/>
              </a:ext>
            </a:extLst>
          </p:cNvPr>
          <p:cNvSpPr txBox="1"/>
          <p:nvPr/>
        </p:nvSpPr>
        <p:spPr>
          <a:xfrm>
            <a:off x="3782318" y="3059473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Comida </a:t>
            </a:r>
            <a:endParaRPr lang="es-CL" sz="32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920D5C-1A6E-401A-9E5F-D9122386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68" y="4102253"/>
            <a:ext cx="2286000" cy="20002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E4F438C-B57E-47F8-B94B-822B60A91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38" y="1010292"/>
            <a:ext cx="1426405" cy="18703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8D8E24-0415-4792-86A8-6D2FEBFB8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060" y="3644248"/>
            <a:ext cx="1450607" cy="2060170"/>
          </a:xfrm>
          <a:prstGeom prst="rect">
            <a:avLst/>
          </a:prstGeom>
        </p:spPr>
      </p:pic>
      <p:pic>
        <p:nvPicPr>
          <p:cNvPr id="8194" name="Picture 2" descr="Resultado de imagen de dibujo de cocodrlo">
            <a:extLst>
              <a:ext uri="{FF2B5EF4-FFF2-40B4-BE49-F238E27FC236}">
                <a16:creationId xmlns:a16="http://schemas.microsoft.com/office/drawing/2014/main" id="{04B692E3-3BE9-4471-9793-440ADFA14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r="8109"/>
          <a:stretch/>
        </p:blipFill>
        <p:spPr bwMode="auto">
          <a:xfrm>
            <a:off x="631318" y="3204341"/>
            <a:ext cx="243255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C1B4494-DBEC-4E8C-A8E0-446254951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9968" y="1016479"/>
            <a:ext cx="2419350" cy="189547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2650E15-73F4-441F-A612-DEF3DD9E537C}"/>
              </a:ext>
            </a:extLst>
          </p:cNvPr>
          <p:cNvSpPr/>
          <p:nvPr/>
        </p:nvSpPr>
        <p:spPr>
          <a:xfrm>
            <a:off x="681142" y="805772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0161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D2FD590-435D-49E3-89FE-2B8360A3BD66}"/>
              </a:ext>
            </a:extLst>
          </p:cNvPr>
          <p:cNvSpPr/>
          <p:nvPr/>
        </p:nvSpPr>
        <p:spPr>
          <a:xfrm>
            <a:off x="937277" y="1241100"/>
            <a:ext cx="17105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Fo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7AF3AF-E5E0-44AC-868C-FD3F1B53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114" y="843533"/>
            <a:ext cx="2419350" cy="18954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818E13C-ACE3-4374-AF80-CFA7F96B15C8}"/>
              </a:ext>
            </a:extLst>
          </p:cNvPr>
          <p:cNvSpPr txBox="1"/>
          <p:nvPr/>
        </p:nvSpPr>
        <p:spPr>
          <a:xfrm>
            <a:off x="6265807" y="2762171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Fotógrafo </a:t>
            </a:r>
            <a:endParaRPr lang="es-CL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DF10AC-FFFC-40DB-BDDE-56E54A0A5760}"/>
              </a:ext>
            </a:extLst>
          </p:cNvPr>
          <p:cNvSpPr txBox="1"/>
          <p:nvPr/>
        </p:nvSpPr>
        <p:spPr>
          <a:xfrm>
            <a:off x="5624646" y="5461228"/>
            <a:ext cx="2935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Fotocopiadora </a:t>
            </a:r>
            <a:endParaRPr lang="es-CL" sz="32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49736A-9C8E-4CE1-AE4A-EC860A804D88}"/>
              </a:ext>
            </a:extLst>
          </p:cNvPr>
          <p:cNvSpPr txBox="1"/>
          <p:nvPr/>
        </p:nvSpPr>
        <p:spPr>
          <a:xfrm>
            <a:off x="937278" y="4946118"/>
            <a:ext cx="1291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Foca </a:t>
            </a:r>
            <a:endParaRPr lang="es-CL" sz="32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98BCECF-E09A-4C9F-A27B-65B5594E8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25" y="2760592"/>
            <a:ext cx="2247900" cy="20288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64E74A7-0FDE-45D4-B240-232ABC3CF4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21" t="12705" r="16906" b="17926"/>
          <a:stretch/>
        </p:blipFill>
        <p:spPr>
          <a:xfrm>
            <a:off x="6224726" y="3511055"/>
            <a:ext cx="1735196" cy="20288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569C6DA-8736-4508-8492-E82745473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345" y="1615072"/>
            <a:ext cx="1514027" cy="164782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9D9E32F-8900-4424-8E95-50673E42A771}"/>
              </a:ext>
            </a:extLst>
          </p:cNvPr>
          <p:cNvSpPr txBox="1"/>
          <p:nvPr/>
        </p:nvSpPr>
        <p:spPr>
          <a:xfrm>
            <a:off x="3694605" y="3294394"/>
            <a:ext cx="2935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Fogata 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EB67380-A909-41B4-B164-07A68DED8FE6}"/>
              </a:ext>
            </a:extLst>
          </p:cNvPr>
          <p:cNvSpPr txBox="1"/>
          <p:nvPr/>
        </p:nvSpPr>
        <p:spPr>
          <a:xfrm>
            <a:off x="3626694" y="5414902"/>
            <a:ext cx="2935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Foco</a:t>
            </a:r>
            <a:endParaRPr lang="es-CL" sz="32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0339CA-EF61-4928-951A-6AF5D5442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9440" y="3980232"/>
            <a:ext cx="1434670" cy="143467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CE9E080-8ED8-4351-87CD-790A8461C0FD}"/>
              </a:ext>
            </a:extLst>
          </p:cNvPr>
          <p:cNvSpPr/>
          <p:nvPr/>
        </p:nvSpPr>
        <p:spPr>
          <a:xfrm>
            <a:off x="681142" y="805772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6730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31CCE67-96C7-4F7E-9DC5-0C73A846BB1E}"/>
              </a:ext>
            </a:extLst>
          </p:cNvPr>
          <p:cNvSpPr/>
          <p:nvPr/>
        </p:nvSpPr>
        <p:spPr>
          <a:xfrm>
            <a:off x="923652" y="1241100"/>
            <a:ext cx="1737848" cy="144655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3399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oper Black" panose="0208090404030B020404" pitchFamily="18" charset="0"/>
              </a:rPr>
              <a:t>To</a:t>
            </a:r>
            <a:r>
              <a:rPr lang="es-E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773124-6D92-4830-938F-1A78EFAC087B}"/>
              </a:ext>
            </a:extLst>
          </p:cNvPr>
          <p:cNvSpPr txBox="1"/>
          <p:nvPr/>
        </p:nvSpPr>
        <p:spPr>
          <a:xfrm>
            <a:off x="1105772" y="4809992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Tomate </a:t>
            </a:r>
            <a:endParaRPr lang="es-CL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F7A073-AAC3-41CA-A5E6-D714F260F909}"/>
              </a:ext>
            </a:extLst>
          </p:cNvPr>
          <p:cNvSpPr txBox="1"/>
          <p:nvPr/>
        </p:nvSpPr>
        <p:spPr>
          <a:xfrm>
            <a:off x="6525912" y="5616030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Toro </a:t>
            </a:r>
            <a:endParaRPr lang="es-CL" sz="32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27227E-CC5C-44DD-BA4A-CE723C087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56" y="2844225"/>
            <a:ext cx="1943147" cy="183379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E673690-9FED-49C7-8691-36173573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67" y="3569644"/>
            <a:ext cx="2143125" cy="21431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7EDF2AD-2007-448D-B052-93089451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260" y="1165979"/>
            <a:ext cx="2419350" cy="189547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6803F91-9C58-4ED9-8113-207D920517D4}"/>
              </a:ext>
            </a:extLst>
          </p:cNvPr>
          <p:cNvSpPr txBox="1"/>
          <p:nvPr/>
        </p:nvSpPr>
        <p:spPr>
          <a:xfrm>
            <a:off x="3886525" y="2551837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Tocino </a:t>
            </a:r>
            <a:endParaRPr lang="es-CL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D45F166-7793-425C-827B-6D62316B3A8E}"/>
              </a:ext>
            </a:extLst>
          </p:cNvPr>
          <p:cNvSpPr txBox="1"/>
          <p:nvPr/>
        </p:nvSpPr>
        <p:spPr>
          <a:xfrm>
            <a:off x="3641671" y="5624826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Tobogán </a:t>
            </a:r>
            <a:endParaRPr lang="es-CL" sz="32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CAA4ABC-646A-43BC-BC33-A422142C4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325" y="3242847"/>
            <a:ext cx="2009775" cy="22669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FEE4CDE-895D-4EC4-808B-0423CA223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732" y="1241100"/>
            <a:ext cx="1595786" cy="159578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1D55B36-9579-4B16-9E13-88881E15AD85}"/>
              </a:ext>
            </a:extLst>
          </p:cNvPr>
          <p:cNvSpPr txBox="1"/>
          <p:nvPr/>
        </p:nvSpPr>
        <p:spPr>
          <a:xfrm>
            <a:off x="6250699" y="2844225"/>
            <a:ext cx="229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Tobillo </a:t>
            </a:r>
            <a:endParaRPr lang="es-CL" sz="3200" b="1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CE2012-D137-46F7-9DFA-00AA0D995698}"/>
              </a:ext>
            </a:extLst>
          </p:cNvPr>
          <p:cNvSpPr/>
          <p:nvPr/>
        </p:nvSpPr>
        <p:spPr>
          <a:xfrm>
            <a:off x="711180" y="939471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55109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048551E-5785-49BF-880A-7A673092A0D3}"/>
              </a:ext>
            </a:extLst>
          </p:cNvPr>
          <p:cNvSpPr/>
          <p:nvPr/>
        </p:nvSpPr>
        <p:spPr>
          <a:xfrm>
            <a:off x="711180" y="939471"/>
            <a:ext cx="586098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7030A0"/>
                </a:solidFill>
              </a:rPr>
              <a:t>Jugando con las sílaba inicial</a:t>
            </a:r>
            <a:endParaRPr lang="es-E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75D13A-A4AF-4C6B-9D89-2B4D05C8D7D9}"/>
              </a:ext>
            </a:extLst>
          </p:cNvPr>
          <p:cNvSpPr txBox="1"/>
          <p:nvPr/>
        </p:nvSpPr>
        <p:spPr>
          <a:xfrm>
            <a:off x="711180" y="1511240"/>
            <a:ext cx="645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Actividad: </a:t>
            </a:r>
            <a:r>
              <a:rPr lang="es-ES" dirty="0"/>
              <a:t>Menciona las sílabas iniciales de cada dibujo.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52BA46-E490-4328-8503-3D88BC77CF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723"/>
          <a:stretch/>
        </p:blipFill>
        <p:spPr>
          <a:xfrm>
            <a:off x="711180" y="2096016"/>
            <a:ext cx="2057400" cy="19591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BF7D8E-DCB3-4B3D-871F-52579ED18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813" y="2096015"/>
            <a:ext cx="1400589" cy="21786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DDB400-E7AE-4972-9670-90789AD49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836" y="2151899"/>
            <a:ext cx="2219325" cy="20669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967FA17-E510-48B6-B5FD-6E0276C6D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759" y="4218824"/>
            <a:ext cx="2419350" cy="1895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BF691E4-BDCE-46AE-8340-249B2CF1D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161" y="2254348"/>
            <a:ext cx="1555798" cy="194281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94F4A31-D774-46BB-9BB8-8B0BAF58FC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56" y="4023054"/>
            <a:ext cx="2419350" cy="18954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7724A4F-19CC-477E-9303-7C935912EB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696" y="4409324"/>
            <a:ext cx="28575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26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3E765AB-A13F-4049-9270-290DCC84B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22" y="1055775"/>
            <a:ext cx="5858764" cy="58526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E9EF265-6EC4-46D9-9147-92AC4D5ED6B9}"/>
              </a:ext>
            </a:extLst>
          </p:cNvPr>
          <p:cNvSpPr txBox="1"/>
          <p:nvPr/>
        </p:nvSpPr>
        <p:spPr>
          <a:xfrm>
            <a:off x="761999" y="1641042"/>
            <a:ext cx="645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Actividad: </a:t>
            </a:r>
            <a:r>
              <a:rPr lang="es-ES" dirty="0"/>
              <a:t>Menciona las sílabas iniciales de cada dibujo.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5FFF04-0999-4906-B822-A480EA7C0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68" y="2226309"/>
            <a:ext cx="2143125" cy="21431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B186C9-3E8F-41FE-92BC-0D29C4955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716" y="2333625"/>
            <a:ext cx="2085975" cy="2190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6E40DD9-E048-49AE-880E-28CFC57A6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50" y="2214665"/>
            <a:ext cx="2324100" cy="19716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5D2596-04FF-4DDC-BCFD-3889A8A5E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895" y="4271370"/>
            <a:ext cx="1404731" cy="17161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6A93909-9E87-4D91-8436-888B16ADD8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453" y="4311062"/>
            <a:ext cx="1707750" cy="181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86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8835</TotalTime>
  <Words>182</Words>
  <Application>Microsoft Office PowerPoint</Application>
  <PresentationFormat>Presentación en pantalla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Cooper Black</vt:lpstr>
      <vt:lpstr>Script MT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</dc:creator>
  <cp:lastModifiedBy>Manuel</cp:lastModifiedBy>
  <cp:revision>15</cp:revision>
  <dcterms:created xsi:type="dcterms:W3CDTF">2020-02-13T01:41:50Z</dcterms:created>
  <dcterms:modified xsi:type="dcterms:W3CDTF">2020-02-19T04:57:43Z</dcterms:modified>
</cp:coreProperties>
</file>