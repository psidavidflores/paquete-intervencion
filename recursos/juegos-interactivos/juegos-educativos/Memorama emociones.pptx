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EC582-DEC1-476C-B612-8748A1678FCB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6756C-ED99-4751-8C34-9C6BC26CE3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84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6756C-ED99-4751-8C34-9C6BC26CE3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73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6756C-ED99-4751-8C34-9C6BC26CE3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49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E02D-E0C7-4F49-83A9-5FAA28AC23F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5E31-D5CB-4368-81F2-EA5D25BBF2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62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E02D-E0C7-4F49-83A9-5FAA28AC23F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5E31-D5CB-4368-81F2-EA5D25BBF2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12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E02D-E0C7-4F49-83A9-5FAA28AC23F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5E31-D5CB-4368-81F2-EA5D25BBF2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62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E02D-E0C7-4F49-83A9-5FAA28AC23F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5E31-D5CB-4368-81F2-EA5D25BBF2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54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E02D-E0C7-4F49-83A9-5FAA28AC23F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5E31-D5CB-4368-81F2-EA5D25BBF2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40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E02D-E0C7-4F49-83A9-5FAA28AC23F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5E31-D5CB-4368-81F2-EA5D25BBF2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66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E02D-E0C7-4F49-83A9-5FAA28AC23F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5E31-D5CB-4368-81F2-EA5D25BBF2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09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E02D-E0C7-4F49-83A9-5FAA28AC23F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5E31-D5CB-4368-81F2-EA5D25BBF2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11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E02D-E0C7-4F49-83A9-5FAA28AC23F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5E31-D5CB-4368-81F2-EA5D25BBF2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437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E02D-E0C7-4F49-83A9-5FAA28AC23F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5E31-D5CB-4368-81F2-EA5D25BBF2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13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E02D-E0C7-4F49-83A9-5FAA28AC23F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D5E31-D5CB-4368-81F2-EA5D25BBF2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428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030A0"/>
            </a:gs>
            <a:gs pos="35000">
              <a:srgbClr val="00B0F0"/>
            </a:gs>
            <a:gs pos="63000">
              <a:srgbClr val="FF66CC"/>
            </a:gs>
            <a:gs pos="100000">
              <a:srgbClr val="FFFF0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3E02D-E0C7-4F49-83A9-5FAA28AC23F9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D5E31-D5CB-4368-81F2-EA5D25BBF2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32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44"/>
          <p:cNvGrpSpPr/>
          <p:nvPr/>
        </p:nvGrpSpPr>
        <p:grpSpPr>
          <a:xfrm>
            <a:off x="10295970" y="860612"/>
            <a:ext cx="1317811" cy="2003612"/>
            <a:chOff x="10295970" y="860612"/>
            <a:chExt cx="1317811" cy="2003612"/>
          </a:xfrm>
        </p:grpSpPr>
        <p:sp>
          <p:nvSpPr>
            <p:cNvPr id="26" name="Rectángulo redondeado 25"/>
            <p:cNvSpPr/>
            <p:nvPr/>
          </p:nvSpPr>
          <p:spPr>
            <a:xfrm>
              <a:off x="10295970" y="860612"/>
              <a:ext cx="1317811" cy="20036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Imagen 2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46682" y="1400597"/>
              <a:ext cx="1216386" cy="912290"/>
            </a:xfrm>
            <a:prstGeom prst="rect">
              <a:avLst/>
            </a:prstGeom>
          </p:spPr>
        </p:pic>
      </p:grpSp>
      <p:grpSp>
        <p:nvGrpSpPr>
          <p:cNvPr id="48" name="Grupo 47"/>
          <p:cNvGrpSpPr/>
          <p:nvPr/>
        </p:nvGrpSpPr>
        <p:grpSpPr>
          <a:xfrm>
            <a:off x="6987990" y="3608295"/>
            <a:ext cx="1317811" cy="2003612"/>
            <a:chOff x="6987990" y="3608295"/>
            <a:chExt cx="1317811" cy="2003612"/>
          </a:xfrm>
        </p:grpSpPr>
        <p:sp>
          <p:nvSpPr>
            <p:cNvPr id="23" name="Rectángulo redondeado 22"/>
            <p:cNvSpPr/>
            <p:nvPr/>
          </p:nvSpPr>
          <p:spPr>
            <a:xfrm>
              <a:off x="6987990" y="3608295"/>
              <a:ext cx="1317811" cy="20036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Imagen 2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1780" y="4177064"/>
              <a:ext cx="1210229" cy="907672"/>
            </a:xfrm>
            <a:prstGeom prst="rect">
              <a:avLst/>
            </a:prstGeom>
          </p:spPr>
        </p:pic>
      </p:grpSp>
      <p:grpSp>
        <p:nvGrpSpPr>
          <p:cNvPr id="49" name="Grupo 48"/>
          <p:cNvGrpSpPr/>
          <p:nvPr/>
        </p:nvGrpSpPr>
        <p:grpSpPr>
          <a:xfrm>
            <a:off x="8641979" y="3608295"/>
            <a:ext cx="1317811" cy="2003612"/>
            <a:chOff x="8641979" y="3608295"/>
            <a:chExt cx="1317811" cy="2003612"/>
          </a:xfrm>
        </p:grpSpPr>
        <p:sp>
          <p:nvSpPr>
            <p:cNvPr id="25" name="Rectángulo redondeado 24"/>
            <p:cNvSpPr/>
            <p:nvPr/>
          </p:nvSpPr>
          <p:spPr>
            <a:xfrm>
              <a:off x="8641979" y="3608295"/>
              <a:ext cx="1317811" cy="20036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Imagen 2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7481" y="4150049"/>
              <a:ext cx="1226805" cy="920104"/>
            </a:xfrm>
            <a:prstGeom prst="rect">
              <a:avLst/>
            </a:prstGeom>
          </p:spPr>
        </p:pic>
      </p:grpSp>
      <p:grpSp>
        <p:nvGrpSpPr>
          <p:cNvPr id="50" name="Grupo 49"/>
          <p:cNvGrpSpPr/>
          <p:nvPr/>
        </p:nvGrpSpPr>
        <p:grpSpPr>
          <a:xfrm>
            <a:off x="10346682" y="3608295"/>
            <a:ext cx="1317811" cy="2003612"/>
            <a:chOff x="10434924" y="3608295"/>
            <a:chExt cx="1317811" cy="2003612"/>
          </a:xfrm>
        </p:grpSpPr>
        <p:sp>
          <p:nvSpPr>
            <p:cNvPr id="27" name="Rectángulo redondeado 26"/>
            <p:cNvSpPr/>
            <p:nvPr/>
          </p:nvSpPr>
          <p:spPr>
            <a:xfrm>
              <a:off x="10434924" y="3608295"/>
              <a:ext cx="1317811" cy="20036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Imagen 30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34924" y="4191647"/>
              <a:ext cx="1171341" cy="878506"/>
            </a:xfrm>
            <a:prstGeom prst="rect">
              <a:avLst/>
            </a:prstGeom>
          </p:spPr>
        </p:pic>
      </p:grpSp>
      <p:grpSp>
        <p:nvGrpSpPr>
          <p:cNvPr id="43" name="Grupo 42"/>
          <p:cNvGrpSpPr/>
          <p:nvPr/>
        </p:nvGrpSpPr>
        <p:grpSpPr>
          <a:xfrm>
            <a:off x="6987990" y="860612"/>
            <a:ext cx="1317811" cy="2003612"/>
            <a:chOff x="6987990" y="860612"/>
            <a:chExt cx="1317811" cy="2003612"/>
          </a:xfrm>
        </p:grpSpPr>
        <p:sp>
          <p:nvSpPr>
            <p:cNvPr id="22" name="Rectángulo redondeado 21"/>
            <p:cNvSpPr/>
            <p:nvPr/>
          </p:nvSpPr>
          <p:spPr>
            <a:xfrm>
              <a:off x="6987990" y="860612"/>
              <a:ext cx="1317811" cy="20036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Imagen 3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1780" y="1414267"/>
              <a:ext cx="1258099" cy="943574"/>
            </a:xfrm>
            <a:prstGeom prst="rect">
              <a:avLst/>
            </a:prstGeom>
          </p:spPr>
        </p:pic>
      </p:grpSp>
      <p:grpSp>
        <p:nvGrpSpPr>
          <p:cNvPr id="47" name="Grupo 46"/>
          <p:cNvGrpSpPr/>
          <p:nvPr/>
        </p:nvGrpSpPr>
        <p:grpSpPr>
          <a:xfrm>
            <a:off x="5248836" y="3608295"/>
            <a:ext cx="1317811" cy="2003612"/>
            <a:chOff x="5248836" y="3608295"/>
            <a:chExt cx="1317811" cy="2003612"/>
          </a:xfrm>
        </p:grpSpPr>
        <p:sp>
          <p:nvSpPr>
            <p:cNvPr id="21" name="Rectángulo redondeado 20"/>
            <p:cNvSpPr/>
            <p:nvPr/>
          </p:nvSpPr>
          <p:spPr>
            <a:xfrm>
              <a:off x="5248836" y="3608295"/>
              <a:ext cx="1317811" cy="20036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Imagen 3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8836" y="4206142"/>
              <a:ext cx="1216386" cy="912290"/>
            </a:xfrm>
            <a:prstGeom prst="rect">
              <a:avLst/>
            </a:prstGeom>
          </p:spPr>
        </p:pic>
      </p:grpSp>
      <p:grpSp>
        <p:nvGrpSpPr>
          <p:cNvPr id="41" name="Grupo 40"/>
          <p:cNvGrpSpPr/>
          <p:nvPr/>
        </p:nvGrpSpPr>
        <p:grpSpPr>
          <a:xfrm>
            <a:off x="3509682" y="860612"/>
            <a:ext cx="1317811" cy="2003612"/>
            <a:chOff x="3509682" y="860612"/>
            <a:chExt cx="1317811" cy="2003612"/>
          </a:xfrm>
        </p:grpSpPr>
        <p:sp>
          <p:nvSpPr>
            <p:cNvPr id="4" name="Rectángulo redondeado 3"/>
            <p:cNvSpPr/>
            <p:nvPr/>
          </p:nvSpPr>
          <p:spPr>
            <a:xfrm>
              <a:off x="3509682" y="860612"/>
              <a:ext cx="1317811" cy="20036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Imagen 3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39537" y="1414267"/>
              <a:ext cx="1258099" cy="943574"/>
            </a:xfrm>
            <a:prstGeom prst="rect">
              <a:avLst/>
            </a:prstGeom>
          </p:spPr>
        </p:pic>
      </p:grpSp>
      <p:grpSp>
        <p:nvGrpSpPr>
          <p:cNvPr id="42" name="Grupo 41"/>
          <p:cNvGrpSpPr/>
          <p:nvPr/>
        </p:nvGrpSpPr>
        <p:grpSpPr>
          <a:xfrm>
            <a:off x="5248836" y="860612"/>
            <a:ext cx="1317811" cy="2003612"/>
            <a:chOff x="5248836" y="860612"/>
            <a:chExt cx="1317811" cy="2003612"/>
          </a:xfrm>
        </p:grpSpPr>
        <p:sp>
          <p:nvSpPr>
            <p:cNvPr id="20" name="Rectángulo redondeado 19"/>
            <p:cNvSpPr/>
            <p:nvPr/>
          </p:nvSpPr>
          <p:spPr>
            <a:xfrm>
              <a:off x="5248836" y="860612"/>
              <a:ext cx="1317811" cy="20036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Imagen 3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4004" y="1476820"/>
              <a:ext cx="1210229" cy="907672"/>
            </a:xfrm>
            <a:prstGeom prst="rect">
              <a:avLst/>
            </a:prstGeom>
          </p:spPr>
        </p:pic>
      </p:grpSp>
      <p:grpSp>
        <p:nvGrpSpPr>
          <p:cNvPr id="46" name="Grupo 45"/>
          <p:cNvGrpSpPr/>
          <p:nvPr/>
        </p:nvGrpSpPr>
        <p:grpSpPr>
          <a:xfrm>
            <a:off x="3509683" y="3608295"/>
            <a:ext cx="1317811" cy="2003612"/>
            <a:chOff x="3509683" y="3608295"/>
            <a:chExt cx="1317811" cy="2003612"/>
          </a:xfrm>
        </p:grpSpPr>
        <p:sp>
          <p:nvSpPr>
            <p:cNvPr id="19" name="Rectángulo redondeado 18"/>
            <p:cNvSpPr/>
            <p:nvPr/>
          </p:nvSpPr>
          <p:spPr>
            <a:xfrm>
              <a:off x="3509683" y="3608295"/>
              <a:ext cx="1317811" cy="20036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Imagen 3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8645" y="4100634"/>
              <a:ext cx="1226805" cy="920104"/>
            </a:xfrm>
            <a:prstGeom prst="rect">
              <a:avLst/>
            </a:prstGeom>
          </p:spPr>
        </p:pic>
      </p:grpSp>
      <p:grpSp>
        <p:nvGrpSpPr>
          <p:cNvPr id="44" name="Grupo 43"/>
          <p:cNvGrpSpPr/>
          <p:nvPr/>
        </p:nvGrpSpPr>
        <p:grpSpPr>
          <a:xfrm>
            <a:off x="8641980" y="860612"/>
            <a:ext cx="1317811" cy="2003612"/>
            <a:chOff x="8641980" y="860612"/>
            <a:chExt cx="1317811" cy="2003612"/>
          </a:xfrm>
        </p:grpSpPr>
        <p:sp>
          <p:nvSpPr>
            <p:cNvPr id="24" name="Rectángulo redondeado 23"/>
            <p:cNvSpPr/>
            <p:nvPr/>
          </p:nvSpPr>
          <p:spPr>
            <a:xfrm>
              <a:off x="8641980" y="860612"/>
              <a:ext cx="1317811" cy="20036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Imagen 3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42945" y="1505986"/>
              <a:ext cx="1171341" cy="878506"/>
            </a:xfrm>
            <a:prstGeom prst="rect">
              <a:avLst/>
            </a:prstGeom>
          </p:spPr>
        </p:pic>
      </p:grpSp>
      <p:sp>
        <p:nvSpPr>
          <p:cNvPr id="52" name="boton"/>
          <p:cNvSpPr/>
          <p:nvPr/>
        </p:nvSpPr>
        <p:spPr>
          <a:xfrm>
            <a:off x="537998" y="4795655"/>
            <a:ext cx="1768728" cy="1837262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000" b="1" dirty="0" smtClean="0"/>
              <a:t>Comenzar de nuevo</a:t>
            </a:r>
            <a:endParaRPr lang="en-US" sz="2000" b="1" dirty="0"/>
          </a:p>
        </p:txBody>
      </p:sp>
      <p:sp>
        <p:nvSpPr>
          <p:cNvPr id="104" name="Corazón"/>
          <p:cNvSpPr/>
          <p:nvPr/>
        </p:nvSpPr>
        <p:spPr>
          <a:xfrm>
            <a:off x="4203604" y="2498039"/>
            <a:ext cx="443753" cy="336176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Corazón"/>
          <p:cNvSpPr/>
          <p:nvPr/>
        </p:nvSpPr>
        <p:spPr>
          <a:xfrm>
            <a:off x="5945721" y="2515592"/>
            <a:ext cx="443753" cy="336176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Corazón"/>
          <p:cNvSpPr/>
          <p:nvPr/>
        </p:nvSpPr>
        <p:spPr>
          <a:xfrm>
            <a:off x="7704666" y="2515592"/>
            <a:ext cx="443753" cy="336176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Corazón"/>
          <p:cNvSpPr/>
          <p:nvPr/>
        </p:nvSpPr>
        <p:spPr>
          <a:xfrm>
            <a:off x="9361260" y="2444394"/>
            <a:ext cx="443753" cy="336176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Corazón"/>
          <p:cNvSpPr/>
          <p:nvPr/>
        </p:nvSpPr>
        <p:spPr>
          <a:xfrm>
            <a:off x="10965151" y="2515592"/>
            <a:ext cx="443753" cy="336176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Corazón"/>
          <p:cNvSpPr/>
          <p:nvPr/>
        </p:nvSpPr>
        <p:spPr>
          <a:xfrm>
            <a:off x="11040606" y="5263275"/>
            <a:ext cx="443753" cy="336176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Corazón"/>
          <p:cNvSpPr/>
          <p:nvPr/>
        </p:nvSpPr>
        <p:spPr>
          <a:xfrm>
            <a:off x="9332825" y="5209630"/>
            <a:ext cx="443753" cy="336176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Corazón"/>
          <p:cNvSpPr/>
          <p:nvPr/>
        </p:nvSpPr>
        <p:spPr>
          <a:xfrm>
            <a:off x="7675992" y="5263570"/>
            <a:ext cx="443753" cy="336176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Corazón"/>
          <p:cNvSpPr/>
          <p:nvPr/>
        </p:nvSpPr>
        <p:spPr>
          <a:xfrm>
            <a:off x="5931402" y="5201168"/>
            <a:ext cx="443753" cy="336176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Corazón"/>
          <p:cNvSpPr/>
          <p:nvPr/>
        </p:nvSpPr>
        <p:spPr>
          <a:xfrm>
            <a:off x="4203604" y="5201168"/>
            <a:ext cx="443753" cy="336176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payaso"/>
          <p:cNvSpPr/>
          <p:nvPr/>
        </p:nvSpPr>
        <p:spPr>
          <a:xfrm>
            <a:off x="3509680" y="884248"/>
            <a:ext cx="1317811" cy="200361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payaso"/>
          <p:cNvSpPr/>
          <p:nvPr/>
        </p:nvSpPr>
        <p:spPr>
          <a:xfrm>
            <a:off x="5251797" y="901801"/>
            <a:ext cx="1317811" cy="200361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payaso"/>
          <p:cNvSpPr/>
          <p:nvPr/>
        </p:nvSpPr>
        <p:spPr>
          <a:xfrm>
            <a:off x="7010742" y="901801"/>
            <a:ext cx="1317811" cy="200361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payaso"/>
          <p:cNvSpPr/>
          <p:nvPr/>
        </p:nvSpPr>
        <p:spPr>
          <a:xfrm>
            <a:off x="8667336" y="830603"/>
            <a:ext cx="1317811" cy="200361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payaso"/>
          <p:cNvSpPr/>
          <p:nvPr/>
        </p:nvSpPr>
        <p:spPr>
          <a:xfrm>
            <a:off x="10271227" y="901801"/>
            <a:ext cx="1317811" cy="200361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payaso"/>
          <p:cNvSpPr/>
          <p:nvPr/>
        </p:nvSpPr>
        <p:spPr>
          <a:xfrm>
            <a:off x="10346682" y="3649484"/>
            <a:ext cx="1317811" cy="200361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payaso"/>
          <p:cNvSpPr/>
          <p:nvPr/>
        </p:nvSpPr>
        <p:spPr>
          <a:xfrm>
            <a:off x="8638901" y="3595839"/>
            <a:ext cx="1317811" cy="200361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payaso"/>
          <p:cNvSpPr/>
          <p:nvPr/>
        </p:nvSpPr>
        <p:spPr>
          <a:xfrm>
            <a:off x="6982068" y="3649779"/>
            <a:ext cx="1317811" cy="200361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payaso"/>
          <p:cNvSpPr/>
          <p:nvPr/>
        </p:nvSpPr>
        <p:spPr>
          <a:xfrm>
            <a:off x="5237478" y="3587377"/>
            <a:ext cx="1317811" cy="200361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payaso"/>
          <p:cNvSpPr/>
          <p:nvPr/>
        </p:nvSpPr>
        <p:spPr>
          <a:xfrm>
            <a:off x="3509680" y="3587377"/>
            <a:ext cx="1317811" cy="200361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adroTexto 1"/>
          <p:cNvSpPr txBox="1"/>
          <p:nvPr/>
        </p:nvSpPr>
        <p:spPr>
          <a:xfrm>
            <a:off x="3539537" y="201706"/>
            <a:ext cx="81249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chemeClr val="bg1"/>
                </a:solidFill>
              </a:rPr>
              <a:t>     1                2                3                4               5 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3607169" y="3029936"/>
            <a:ext cx="81249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chemeClr val="bg1"/>
                </a:solidFill>
              </a:rPr>
              <a:t>     6                7                8                9               10 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071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7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1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2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5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7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1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8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9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0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4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</p:childTnLst>
        </p:cTn>
      </p:par>
    </p:tnLst>
    <p:bldLst>
      <p:bldP spid="94" grpId="0" animBg="1"/>
      <p:bldP spid="94" grpId="1" animBg="1"/>
      <p:bldP spid="94" grpId="2" animBg="1"/>
      <p:bldP spid="123" grpId="0" animBg="1"/>
      <p:bldP spid="123" grpId="1" animBg="1"/>
      <p:bldP spid="123" grpId="2" animBg="1"/>
      <p:bldP spid="125" grpId="0" animBg="1"/>
      <p:bldP spid="125" grpId="1" animBg="1"/>
      <p:bldP spid="125" grpId="2" animBg="1"/>
      <p:bldP spid="127" grpId="0" animBg="1"/>
      <p:bldP spid="127" grpId="1" animBg="1"/>
      <p:bldP spid="127" grpId="2" animBg="1"/>
      <p:bldP spid="129" grpId="0" animBg="1"/>
      <p:bldP spid="129" grpId="1" animBg="1"/>
      <p:bldP spid="129" grpId="2" animBg="1"/>
      <p:bldP spid="131" grpId="0" animBg="1"/>
      <p:bldP spid="131" grpId="1" animBg="1"/>
      <p:bldP spid="131" grpId="2" animBg="1"/>
      <p:bldP spid="133" grpId="0" animBg="1"/>
      <p:bldP spid="133" grpId="1" animBg="1"/>
      <p:bldP spid="133" grpId="2" animBg="1"/>
      <p:bldP spid="135" grpId="0" animBg="1"/>
      <p:bldP spid="135" grpId="1" animBg="1"/>
      <p:bldP spid="135" grpId="2" animBg="1"/>
      <p:bldP spid="137" grpId="0" animBg="1"/>
      <p:bldP spid="137" grpId="1" animBg="1"/>
      <p:bldP spid="137" grpId="2" animBg="1"/>
      <p:bldP spid="139" grpId="0" animBg="1"/>
      <p:bldP spid="139" grpId="1" animBg="1"/>
      <p:bldP spid="139" grpId="2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44"/>
          <p:cNvGrpSpPr/>
          <p:nvPr/>
        </p:nvGrpSpPr>
        <p:grpSpPr>
          <a:xfrm>
            <a:off x="8735360" y="3608295"/>
            <a:ext cx="1317811" cy="2003612"/>
            <a:chOff x="10295970" y="860612"/>
            <a:chExt cx="1317811" cy="2003612"/>
          </a:xfrm>
        </p:grpSpPr>
        <p:sp>
          <p:nvSpPr>
            <p:cNvPr id="26" name="Rectángulo redondeado 25"/>
            <p:cNvSpPr/>
            <p:nvPr/>
          </p:nvSpPr>
          <p:spPr>
            <a:xfrm>
              <a:off x="10295970" y="860612"/>
              <a:ext cx="1317811" cy="20036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Imagen 2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46682" y="1400597"/>
              <a:ext cx="1216386" cy="912290"/>
            </a:xfrm>
            <a:prstGeom prst="rect">
              <a:avLst/>
            </a:prstGeom>
          </p:spPr>
        </p:pic>
      </p:grpSp>
      <p:grpSp>
        <p:nvGrpSpPr>
          <p:cNvPr id="48" name="Grupo 47"/>
          <p:cNvGrpSpPr/>
          <p:nvPr/>
        </p:nvGrpSpPr>
        <p:grpSpPr>
          <a:xfrm>
            <a:off x="3596434" y="878659"/>
            <a:ext cx="1317811" cy="2003612"/>
            <a:chOff x="6987990" y="3608295"/>
            <a:chExt cx="1317811" cy="2003612"/>
          </a:xfrm>
        </p:grpSpPr>
        <p:sp>
          <p:nvSpPr>
            <p:cNvPr id="23" name="Rectángulo redondeado 22"/>
            <p:cNvSpPr/>
            <p:nvPr/>
          </p:nvSpPr>
          <p:spPr>
            <a:xfrm>
              <a:off x="6987990" y="3608295"/>
              <a:ext cx="1317811" cy="20036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Imagen 2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1780" y="4177064"/>
              <a:ext cx="1210229" cy="907672"/>
            </a:xfrm>
            <a:prstGeom prst="rect">
              <a:avLst/>
            </a:prstGeom>
          </p:spPr>
        </p:pic>
      </p:grpSp>
      <p:grpSp>
        <p:nvGrpSpPr>
          <p:cNvPr id="49" name="Grupo 48"/>
          <p:cNvGrpSpPr/>
          <p:nvPr/>
        </p:nvGrpSpPr>
        <p:grpSpPr>
          <a:xfrm>
            <a:off x="10348160" y="830603"/>
            <a:ext cx="1317811" cy="2003612"/>
            <a:chOff x="8641979" y="3608295"/>
            <a:chExt cx="1317811" cy="2003612"/>
          </a:xfrm>
        </p:grpSpPr>
        <p:sp>
          <p:nvSpPr>
            <p:cNvPr id="25" name="Rectángulo redondeado 24"/>
            <p:cNvSpPr/>
            <p:nvPr/>
          </p:nvSpPr>
          <p:spPr>
            <a:xfrm>
              <a:off x="8641979" y="3608295"/>
              <a:ext cx="1317811" cy="20036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Imagen 2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7481" y="4150049"/>
              <a:ext cx="1226805" cy="920104"/>
            </a:xfrm>
            <a:prstGeom prst="rect">
              <a:avLst/>
            </a:prstGeom>
          </p:spPr>
        </p:pic>
      </p:grpSp>
      <p:grpSp>
        <p:nvGrpSpPr>
          <p:cNvPr id="50" name="Grupo 49"/>
          <p:cNvGrpSpPr/>
          <p:nvPr/>
        </p:nvGrpSpPr>
        <p:grpSpPr>
          <a:xfrm>
            <a:off x="10346682" y="3608295"/>
            <a:ext cx="1317811" cy="2003612"/>
            <a:chOff x="10434924" y="3608295"/>
            <a:chExt cx="1317811" cy="2003612"/>
          </a:xfrm>
        </p:grpSpPr>
        <p:sp>
          <p:nvSpPr>
            <p:cNvPr id="27" name="Rectángulo redondeado 26"/>
            <p:cNvSpPr/>
            <p:nvPr/>
          </p:nvSpPr>
          <p:spPr>
            <a:xfrm>
              <a:off x="10434924" y="3608295"/>
              <a:ext cx="1317811" cy="20036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Imagen 30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34924" y="4191647"/>
              <a:ext cx="1171341" cy="878506"/>
            </a:xfrm>
            <a:prstGeom prst="rect">
              <a:avLst/>
            </a:prstGeom>
          </p:spPr>
        </p:pic>
      </p:grpSp>
      <p:grpSp>
        <p:nvGrpSpPr>
          <p:cNvPr id="43" name="Grupo 42"/>
          <p:cNvGrpSpPr/>
          <p:nvPr/>
        </p:nvGrpSpPr>
        <p:grpSpPr>
          <a:xfrm>
            <a:off x="3558011" y="3587377"/>
            <a:ext cx="1317811" cy="2003612"/>
            <a:chOff x="6987990" y="860612"/>
            <a:chExt cx="1317811" cy="2003612"/>
          </a:xfrm>
        </p:grpSpPr>
        <p:sp>
          <p:nvSpPr>
            <p:cNvPr id="22" name="Rectángulo redondeado 21"/>
            <p:cNvSpPr/>
            <p:nvPr/>
          </p:nvSpPr>
          <p:spPr>
            <a:xfrm>
              <a:off x="6987990" y="860612"/>
              <a:ext cx="1317811" cy="20036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Imagen 3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1780" y="1414267"/>
              <a:ext cx="1258099" cy="943574"/>
            </a:xfrm>
            <a:prstGeom prst="rect">
              <a:avLst/>
            </a:prstGeom>
          </p:spPr>
        </p:pic>
      </p:grpSp>
      <p:grpSp>
        <p:nvGrpSpPr>
          <p:cNvPr id="47" name="Grupo 46"/>
          <p:cNvGrpSpPr/>
          <p:nvPr/>
        </p:nvGrpSpPr>
        <p:grpSpPr>
          <a:xfrm>
            <a:off x="5248836" y="3608295"/>
            <a:ext cx="1317811" cy="2003612"/>
            <a:chOff x="5248836" y="3608295"/>
            <a:chExt cx="1317811" cy="2003612"/>
          </a:xfrm>
        </p:grpSpPr>
        <p:sp>
          <p:nvSpPr>
            <p:cNvPr id="21" name="Rectángulo redondeado 20"/>
            <p:cNvSpPr/>
            <p:nvPr/>
          </p:nvSpPr>
          <p:spPr>
            <a:xfrm>
              <a:off x="5248836" y="3608295"/>
              <a:ext cx="1317811" cy="20036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Imagen 3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8836" y="4206142"/>
              <a:ext cx="1216386" cy="912290"/>
            </a:xfrm>
            <a:prstGeom prst="rect">
              <a:avLst/>
            </a:prstGeom>
          </p:spPr>
        </p:pic>
      </p:grpSp>
      <p:grpSp>
        <p:nvGrpSpPr>
          <p:cNvPr id="41" name="Grupo 40"/>
          <p:cNvGrpSpPr/>
          <p:nvPr/>
        </p:nvGrpSpPr>
        <p:grpSpPr>
          <a:xfrm>
            <a:off x="6965273" y="3521873"/>
            <a:ext cx="1317811" cy="2003612"/>
            <a:chOff x="3509682" y="860612"/>
            <a:chExt cx="1317811" cy="2003612"/>
          </a:xfrm>
        </p:grpSpPr>
        <p:sp>
          <p:nvSpPr>
            <p:cNvPr id="4" name="Rectángulo redondeado 3"/>
            <p:cNvSpPr/>
            <p:nvPr/>
          </p:nvSpPr>
          <p:spPr>
            <a:xfrm>
              <a:off x="3509682" y="860612"/>
              <a:ext cx="1317811" cy="20036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Imagen 3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39537" y="1414267"/>
              <a:ext cx="1258099" cy="943574"/>
            </a:xfrm>
            <a:prstGeom prst="rect">
              <a:avLst/>
            </a:prstGeom>
          </p:spPr>
        </p:pic>
      </p:grpSp>
      <p:grpSp>
        <p:nvGrpSpPr>
          <p:cNvPr id="42" name="Grupo 41"/>
          <p:cNvGrpSpPr/>
          <p:nvPr/>
        </p:nvGrpSpPr>
        <p:grpSpPr>
          <a:xfrm>
            <a:off x="5248836" y="860612"/>
            <a:ext cx="1317811" cy="2003612"/>
            <a:chOff x="5248836" y="860612"/>
            <a:chExt cx="1317811" cy="2003612"/>
          </a:xfrm>
        </p:grpSpPr>
        <p:sp>
          <p:nvSpPr>
            <p:cNvPr id="20" name="Rectángulo redondeado 19"/>
            <p:cNvSpPr/>
            <p:nvPr/>
          </p:nvSpPr>
          <p:spPr>
            <a:xfrm>
              <a:off x="5248836" y="860612"/>
              <a:ext cx="1317811" cy="20036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Imagen 3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4004" y="1476820"/>
              <a:ext cx="1210229" cy="907672"/>
            </a:xfrm>
            <a:prstGeom prst="rect">
              <a:avLst/>
            </a:prstGeom>
          </p:spPr>
        </p:pic>
      </p:grpSp>
      <p:grpSp>
        <p:nvGrpSpPr>
          <p:cNvPr id="46" name="Grupo 45"/>
          <p:cNvGrpSpPr/>
          <p:nvPr/>
        </p:nvGrpSpPr>
        <p:grpSpPr>
          <a:xfrm>
            <a:off x="7001144" y="848156"/>
            <a:ext cx="1317811" cy="2003612"/>
            <a:chOff x="3509683" y="3608295"/>
            <a:chExt cx="1317811" cy="2003612"/>
          </a:xfrm>
        </p:grpSpPr>
        <p:sp>
          <p:nvSpPr>
            <p:cNvPr id="19" name="Rectángulo redondeado 18"/>
            <p:cNvSpPr/>
            <p:nvPr/>
          </p:nvSpPr>
          <p:spPr>
            <a:xfrm>
              <a:off x="3509683" y="3608295"/>
              <a:ext cx="1317811" cy="20036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Imagen 3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8645" y="4100634"/>
              <a:ext cx="1226805" cy="920104"/>
            </a:xfrm>
            <a:prstGeom prst="rect">
              <a:avLst/>
            </a:prstGeom>
          </p:spPr>
        </p:pic>
      </p:grpSp>
      <p:grpSp>
        <p:nvGrpSpPr>
          <p:cNvPr id="44" name="Grupo 43"/>
          <p:cNvGrpSpPr/>
          <p:nvPr/>
        </p:nvGrpSpPr>
        <p:grpSpPr>
          <a:xfrm>
            <a:off x="8641980" y="860612"/>
            <a:ext cx="1317811" cy="2003612"/>
            <a:chOff x="8641980" y="860612"/>
            <a:chExt cx="1317811" cy="2003612"/>
          </a:xfrm>
        </p:grpSpPr>
        <p:sp>
          <p:nvSpPr>
            <p:cNvPr id="24" name="Rectángulo redondeado 23"/>
            <p:cNvSpPr/>
            <p:nvPr/>
          </p:nvSpPr>
          <p:spPr>
            <a:xfrm>
              <a:off x="8641980" y="860612"/>
              <a:ext cx="1317811" cy="20036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Imagen 3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42945" y="1505986"/>
              <a:ext cx="1171341" cy="878506"/>
            </a:xfrm>
            <a:prstGeom prst="rect">
              <a:avLst/>
            </a:prstGeom>
          </p:spPr>
        </p:pic>
      </p:grpSp>
      <p:sp>
        <p:nvSpPr>
          <p:cNvPr id="52" name="boton"/>
          <p:cNvSpPr/>
          <p:nvPr/>
        </p:nvSpPr>
        <p:spPr>
          <a:xfrm>
            <a:off x="537998" y="4795655"/>
            <a:ext cx="1768728" cy="1837262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000" b="1" dirty="0" smtClean="0"/>
              <a:t>Comenzar de nuevo</a:t>
            </a:r>
            <a:endParaRPr lang="en-US" sz="2000" b="1" dirty="0"/>
          </a:p>
        </p:txBody>
      </p:sp>
      <p:sp>
        <p:nvSpPr>
          <p:cNvPr id="104" name="Corazón"/>
          <p:cNvSpPr/>
          <p:nvPr/>
        </p:nvSpPr>
        <p:spPr>
          <a:xfrm>
            <a:off x="4203604" y="2498039"/>
            <a:ext cx="443753" cy="336176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Corazón"/>
          <p:cNvSpPr/>
          <p:nvPr/>
        </p:nvSpPr>
        <p:spPr>
          <a:xfrm>
            <a:off x="5945721" y="2515592"/>
            <a:ext cx="443753" cy="336176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Corazón"/>
          <p:cNvSpPr/>
          <p:nvPr/>
        </p:nvSpPr>
        <p:spPr>
          <a:xfrm>
            <a:off x="7704665" y="2444394"/>
            <a:ext cx="443753" cy="336176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Corazón"/>
          <p:cNvSpPr/>
          <p:nvPr/>
        </p:nvSpPr>
        <p:spPr>
          <a:xfrm>
            <a:off x="9361260" y="2444394"/>
            <a:ext cx="443753" cy="336176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Corazón"/>
          <p:cNvSpPr/>
          <p:nvPr/>
        </p:nvSpPr>
        <p:spPr>
          <a:xfrm>
            <a:off x="11053127" y="2485583"/>
            <a:ext cx="443753" cy="336176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Corazón"/>
          <p:cNvSpPr/>
          <p:nvPr/>
        </p:nvSpPr>
        <p:spPr>
          <a:xfrm>
            <a:off x="11040606" y="5263275"/>
            <a:ext cx="443753" cy="336176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Corazón"/>
          <p:cNvSpPr/>
          <p:nvPr/>
        </p:nvSpPr>
        <p:spPr>
          <a:xfrm>
            <a:off x="9332825" y="5209630"/>
            <a:ext cx="443753" cy="336176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Corazón"/>
          <p:cNvSpPr/>
          <p:nvPr/>
        </p:nvSpPr>
        <p:spPr>
          <a:xfrm>
            <a:off x="7666272" y="5209630"/>
            <a:ext cx="443753" cy="336176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Corazón"/>
          <p:cNvSpPr/>
          <p:nvPr/>
        </p:nvSpPr>
        <p:spPr>
          <a:xfrm>
            <a:off x="5931402" y="5201168"/>
            <a:ext cx="443753" cy="336176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Corazón"/>
          <p:cNvSpPr/>
          <p:nvPr/>
        </p:nvSpPr>
        <p:spPr>
          <a:xfrm>
            <a:off x="4203604" y="5201168"/>
            <a:ext cx="443753" cy="336176"/>
          </a:xfrm>
          <a:prstGeom prst="hear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payaso"/>
          <p:cNvSpPr/>
          <p:nvPr/>
        </p:nvSpPr>
        <p:spPr>
          <a:xfrm>
            <a:off x="3576329" y="875924"/>
            <a:ext cx="1317811" cy="200361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payaso"/>
          <p:cNvSpPr/>
          <p:nvPr/>
        </p:nvSpPr>
        <p:spPr>
          <a:xfrm>
            <a:off x="5251797" y="901801"/>
            <a:ext cx="1317811" cy="200361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payaso"/>
          <p:cNvSpPr/>
          <p:nvPr/>
        </p:nvSpPr>
        <p:spPr>
          <a:xfrm>
            <a:off x="7005257" y="833633"/>
            <a:ext cx="1317811" cy="200361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payaso"/>
          <p:cNvSpPr/>
          <p:nvPr/>
        </p:nvSpPr>
        <p:spPr>
          <a:xfrm>
            <a:off x="8667336" y="830603"/>
            <a:ext cx="1317811" cy="200361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payaso"/>
          <p:cNvSpPr/>
          <p:nvPr/>
        </p:nvSpPr>
        <p:spPr>
          <a:xfrm>
            <a:off x="10346681" y="830603"/>
            <a:ext cx="1317811" cy="200361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payaso"/>
          <p:cNvSpPr/>
          <p:nvPr/>
        </p:nvSpPr>
        <p:spPr>
          <a:xfrm>
            <a:off x="10346682" y="3649484"/>
            <a:ext cx="1317811" cy="200361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payaso"/>
          <p:cNvSpPr/>
          <p:nvPr/>
        </p:nvSpPr>
        <p:spPr>
          <a:xfrm>
            <a:off x="8735359" y="3602619"/>
            <a:ext cx="1317811" cy="200361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payaso"/>
          <p:cNvSpPr/>
          <p:nvPr/>
        </p:nvSpPr>
        <p:spPr>
          <a:xfrm>
            <a:off x="6980404" y="3543193"/>
            <a:ext cx="1317811" cy="200361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payaso"/>
          <p:cNvSpPr/>
          <p:nvPr/>
        </p:nvSpPr>
        <p:spPr>
          <a:xfrm>
            <a:off x="5237478" y="3587377"/>
            <a:ext cx="1317811" cy="200361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payaso"/>
          <p:cNvSpPr/>
          <p:nvPr/>
        </p:nvSpPr>
        <p:spPr>
          <a:xfrm>
            <a:off x="3566727" y="3573429"/>
            <a:ext cx="1317811" cy="2003612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uadroTexto 52"/>
          <p:cNvSpPr txBox="1"/>
          <p:nvPr/>
        </p:nvSpPr>
        <p:spPr>
          <a:xfrm>
            <a:off x="3359403" y="212986"/>
            <a:ext cx="81249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chemeClr val="bg1"/>
                </a:solidFill>
              </a:rPr>
              <a:t>     11                12                13             14            15 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3495511" y="2973846"/>
            <a:ext cx="81249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chemeClr val="bg1"/>
                </a:solidFill>
              </a:rPr>
              <a:t>     16             17                18             19            20 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852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7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1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2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5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7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1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8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9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0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4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</p:childTnLst>
        </p:cTn>
      </p:par>
    </p:tnLst>
    <p:bldLst>
      <p:bldP spid="94" grpId="0" animBg="1"/>
      <p:bldP spid="94" grpId="1" animBg="1"/>
      <p:bldP spid="94" grpId="2" animBg="1"/>
      <p:bldP spid="123" grpId="0" animBg="1"/>
      <p:bldP spid="123" grpId="1" animBg="1"/>
      <p:bldP spid="123" grpId="2" animBg="1"/>
      <p:bldP spid="125" grpId="0" animBg="1"/>
      <p:bldP spid="125" grpId="1" animBg="1"/>
      <p:bldP spid="125" grpId="2" animBg="1"/>
      <p:bldP spid="127" grpId="0" animBg="1"/>
      <p:bldP spid="127" grpId="1" animBg="1"/>
      <p:bldP spid="127" grpId="2" animBg="1"/>
      <p:bldP spid="129" grpId="0" animBg="1"/>
      <p:bldP spid="129" grpId="1" animBg="1"/>
      <p:bldP spid="129" grpId="2" animBg="1"/>
      <p:bldP spid="131" grpId="0" animBg="1"/>
      <p:bldP spid="131" grpId="1" animBg="1"/>
      <p:bldP spid="131" grpId="2" animBg="1"/>
      <p:bldP spid="133" grpId="0" animBg="1"/>
      <p:bldP spid="133" grpId="1" animBg="1"/>
      <p:bldP spid="133" grpId="2" animBg="1"/>
      <p:bldP spid="135" grpId="0" animBg="1"/>
      <p:bldP spid="135" grpId="1" animBg="1"/>
      <p:bldP spid="135" grpId="2" animBg="1"/>
      <p:bldP spid="137" grpId="0" animBg="1"/>
      <p:bldP spid="137" grpId="1" animBg="1"/>
      <p:bldP spid="137" grpId="2" animBg="1"/>
      <p:bldP spid="139" grpId="0" animBg="1"/>
      <p:bldP spid="139" grpId="1" animBg="1"/>
      <p:bldP spid="139" grpId="2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32</Words>
  <Application>Microsoft Office PowerPoint</Application>
  <PresentationFormat>Panorámica</PresentationFormat>
  <Paragraphs>8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karinasantosmedina2018@hotmail.com</dc:creator>
  <cp:lastModifiedBy>karinasantosmedina2018@hotmail.com</cp:lastModifiedBy>
  <cp:revision>10</cp:revision>
  <dcterms:created xsi:type="dcterms:W3CDTF">2020-10-27T20:16:42Z</dcterms:created>
  <dcterms:modified xsi:type="dcterms:W3CDTF">2020-10-29T14:39:28Z</dcterms:modified>
</cp:coreProperties>
</file>