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7" r:id="rId3"/>
    <p:sldId id="256" r:id="rId4"/>
    <p:sldId id="257" r:id="rId5"/>
    <p:sldId id="262" r:id="rId6"/>
    <p:sldId id="268" r:id="rId7"/>
    <p:sldId id="271" r:id="rId8"/>
    <p:sldId id="270" r:id="rId9"/>
    <p:sldId id="272" r:id="rId10"/>
    <p:sldId id="273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>
      <p:cViewPr varScale="1">
        <p:scale>
          <a:sx n="69" d="100"/>
          <a:sy n="69" d="100"/>
        </p:scale>
        <p:origin x="-14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975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846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47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94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341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961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6321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073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579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980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673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79032-4D07-4757-ABE9-E9BF00677C73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2B980-F3FD-4773-8835-DFBA762F958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08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8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Elipse"/>
          <p:cNvSpPr/>
          <p:nvPr/>
        </p:nvSpPr>
        <p:spPr>
          <a:xfrm>
            <a:off x="251520" y="1988840"/>
            <a:ext cx="1296144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600" dirty="0" smtClean="0"/>
              <a:t>LA</a:t>
            </a:r>
            <a:endParaRPr lang="es-CL" sz="3600" dirty="0"/>
          </a:p>
        </p:txBody>
      </p:sp>
      <p:sp>
        <p:nvSpPr>
          <p:cNvPr id="6" name="5 Elipse"/>
          <p:cNvSpPr/>
          <p:nvPr/>
        </p:nvSpPr>
        <p:spPr>
          <a:xfrm>
            <a:off x="2267744" y="1700808"/>
            <a:ext cx="1296144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dirty="0" smtClean="0"/>
              <a:t>LE</a:t>
            </a:r>
            <a:endParaRPr lang="es-CL" sz="3200" dirty="0"/>
          </a:p>
        </p:txBody>
      </p:sp>
      <p:sp>
        <p:nvSpPr>
          <p:cNvPr id="8" name="7 Elipse"/>
          <p:cNvSpPr/>
          <p:nvPr/>
        </p:nvSpPr>
        <p:spPr>
          <a:xfrm>
            <a:off x="5796136" y="1853208"/>
            <a:ext cx="1296144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dirty="0" smtClean="0"/>
              <a:t>LO</a:t>
            </a:r>
            <a:endParaRPr lang="es-CL" sz="3200" dirty="0"/>
          </a:p>
        </p:txBody>
      </p:sp>
      <p:sp>
        <p:nvSpPr>
          <p:cNvPr id="9" name="8 Elipse"/>
          <p:cNvSpPr/>
          <p:nvPr/>
        </p:nvSpPr>
        <p:spPr>
          <a:xfrm>
            <a:off x="7668344" y="1988840"/>
            <a:ext cx="1080120" cy="108850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dirty="0" smtClean="0"/>
              <a:t>LU</a:t>
            </a:r>
            <a:endParaRPr lang="es-CL" sz="3200" dirty="0"/>
          </a:p>
        </p:txBody>
      </p:sp>
      <p:sp>
        <p:nvSpPr>
          <p:cNvPr id="10" name="9 Elipse"/>
          <p:cNvSpPr/>
          <p:nvPr/>
        </p:nvSpPr>
        <p:spPr>
          <a:xfrm>
            <a:off x="3923928" y="1853208"/>
            <a:ext cx="1296144" cy="122413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3200" dirty="0" smtClean="0"/>
              <a:t>LI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3080273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sultado de imagen para LETRA L MAS VOCA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58"/>
          <a:stretch/>
        </p:blipFill>
        <p:spPr bwMode="auto">
          <a:xfrm>
            <a:off x="0" y="-31188"/>
            <a:ext cx="9144000" cy="68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48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920526" y="3187718"/>
            <a:ext cx="145103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LA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58969" y="3605615"/>
            <a:ext cx="1763224" cy="1861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LAT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36" y="660752"/>
            <a:ext cx="1906290" cy="1797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9" y="660752"/>
            <a:ext cx="1984524" cy="198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822375"/>
            <a:ext cx="1542221" cy="154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887436" y="2540223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La</a:t>
            </a:r>
            <a:r>
              <a:rPr lang="es-CL" sz="4400" b="1" dirty="0" smtClean="0"/>
              <a:t>ta</a:t>
            </a:r>
            <a:endParaRPr lang="es-CL" sz="4400" b="1" dirty="0"/>
          </a:p>
        </p:txBody>
      </p:sp>
      <p:sp>
        <p:nvSpPr>
          <p:cNvPr id="11" name="10 CuadroTexto"/>
          <p:cNvSpPr txBox="1"/>
          <p:nvPr/>
        </p:nvSpPr>
        <p:spPr>
          <a:xfrm>
            <a:off x="790641" y="5517232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Lá</a:t>
            </a:r>
            <a:r>
              <a:rPr lang="es-CL" sz="4400" b="1" dirty="0" smtClean="0"/>
              <a:t>mpara</a:t>
            </a:r>
            <a:endParaRPr lang="es-CL" sz="4400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666986" y="2564211"/>
            <a:ext cx="1936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Lá</a:t>
            </a:r>
            <a:r>
              <a:rPr lang="es-CL" sz="4400" b="1" dirty="0" smtClean="0"/>
              <a:t>piz</a:t>
            </a:r>
            <a:endParaRPr lang="es-CL" sz="4400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660232" y="5467083"/>
            <a:ext cx="18864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La</a:t>
            </a:r>
            <a:r>
              <a:rPr lang="es-CL" sz="4400" b="1" dirty="0" smtClean="0"/>
              <a:t>na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277677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992661" y="2644170"/>
            <a:ext cx="130676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LE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6" name="Picture 2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11" b="25966"/>
          <a:stretch/>
        </p:blipFill>
        <p:spPr bwMode="auto">
          <a:xfrm>
            <a:off x="538840" y="836711"/>
            <a:ext cx="2852617" cy="127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n para dibujo LE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820" y="604721"/>
            <a:ext cx="2201282" cy="220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ibujo lech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7" t="6812" r="4827" b="12603"/>
          <a:stretch/>
        </p:blipFill>
        <p:spPr bwMode="auto">
          <a:xfrm>
            <a:off x="551625" y="3704602"/>
            <a:ext cx="2164320" cy="208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dibujo leNGU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812" y="3648308"/>
            <a:ext cx="2193432" cy="209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611560" y="5504093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Le</a:t>
            </a:r>
            <a:r>
              <a:rPr lang="es-CL" sz="4400" b="1" dirty="0" smtClean="0"/>
              <a:t>che</a:t>
            </a:r>
            <a:endParaRPr lang="es-CL" sz="4400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55978" y="2010073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Le</a:t>
            </a:r>
            <a:r>
              <a:rPr lang="es-CL" sz="4400" b="1" dirty="0" smtClean="0"/>
              <a:t>ntes</a:t>
            </a:r>
            <a:endParaRPr lang="es-CL" sz="4400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6372200" y="5495677"/>
            <a:ext cx="2253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Le</a:t>
            </a:r>
            <a:r>
              <a:rPr lang="es-CL" sz="4400" b="1" dirty="0" smtClean="0"/>
              <a:t>ngua</a:t>
            </a:r>
            <a:endParaRPr lang="es-CL" sz="4400" b="1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479362" y="2762044"/>
            <a:ext cx="21463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/>
              <a:t>  </a:t>
            </a:r>
            <a:r>
              <a:rPr lang="es-CL" sz="4400" b="1" dirty="0" smtClean="0">
                <a:solidFill>
                  <a:srgbClr val="FF0000"/>
                </a:solidFill>
              </a:rPr>
              <a:t>Le</a:t>
            </a:r>
            <a:r>
              <a:rPr lang="es-CL" sz="4400" b="1" dirty="0" smtClean="0"/>
              <a:t>ón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192949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4128917" y="2644170"/>
            <a:ext cx="103425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LI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124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1" t="25642" r="9771" b="9203"/>
          <a:stretch/>
        </p:blipFill>
        <p:spPr bwMode="auto">
          <a:xfrm>
            <a:off x="611560" y="763720"/>
            <a:ext cx="2426086" cy="1963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dibujo libelu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76" y="687075"/>
            <a:ext cx="1432982" cy="166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esultado de imagen para dibujo liM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t="20208" r="10460" b="15582"/>
          <a:stretch/>
        </p:blipFill>
        <p:spPr bwMode="auto">
          <a:xfrm>
            <a:off x="611560" y="4005064"/>
            <a:ext cx="2737869" cy="142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liMON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 r="8310" b="13824"/>
          <a:stretch/>
        </p:blipFill>
        <p:spPr bwMode="auto">
          <a:xfrm>
            <a:off x="6228184" y="3679569"/>
            <a:ext cx="1944216" cy="1978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683569" y="2924944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Li</a:t>
            </a:r>
            <a:r>
              <a:rPr lang="es-CL" sz="4400" b="1" dirty="0" smtClean="0"/>
              <a:t>bro</a:t>
            </a:r>
            <a:endParaRPr lang="es-CL" sz="4400" b="1" dirty="0"/>
          </a:p>
        </p:txBody>
      </p:sp>
      <p:sp>
        <p:nvSpPr>
          <p:cNvPr id="11" name="10 CuadroTexto"/>
          <p:cNvSpPr txBox="1"/>
          <p:nvPr/>
        </p:nvSpPr>
        <p:spPr>
          <a:xfrm>
            <a:off x="5832140" y="5564147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/>
              <a:t>    </a:t>
            </a:r>
            <a:r>
              <a:rPr lang="es-CL" sz="4400" b="1" dirty="0" smtClean="0">
                <a:solidFill>
                  <a:srgbClr val="FF0000"/>
                </a:solidFill>
              </a:rPr>
              <a:t>Li</a:t>
            </a:r>
            <a:r>
              <a:rPr lang="es-CL" sz="4400" b="1" dirty="0" smtClean="0"/>
              <a:t>món</a:t>
            </a:r>
            <a:endParaRPr lang="es-CL" sz="4400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228184" y="2460302"/>
            <a:ext cx="21936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Li</a:t>
            </a:r>
            <a:r>
              <a:rPr lang="es-CL" sz="4400" b="1" dirty="0" smtClean="0"/>
              <a:t>bélula</a:t>
            </a:r>
            <a:endParaRPr lang="es-CL" sz="4400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928754" y="5329937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Li</a:t>
            </a:r>
            <a:r>
              <a:rPr lang="es-CL" sz="4400" b="1" dirty="0" smtClean="0"/>
              <a:t>ma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231597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888082" y="2644170"/>
            <a:ext cx="15159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LO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 descr="Resultado de imagen para dibujo lo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620688"/>
            <a:ext cx="1872208" cy="212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lobo aulland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" b="8832"/>
          <a:stretch/>
        </p:blipFill>
        <p:spPr bwMode="auto">
          <a:xfrm>
            <a:off x="5670201" y="652552"/>
            <a:ext cx="2985933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LOCOMOTORA DIBUJ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4005064"/>
            <a:ext cx="2857500" cy="223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683569" y="2924944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Lo</a:t>
            </a:r>
            <a:r>
              <a:rPr lang="es-CL" sz="4400" b="1" dirty="0" smtClean="0"/>
              <a:t>ro</a:t>
            </a:r>
            <a:endParaRPr lang="es-CL" sz="4400" b="1" dirty="0"/>
          </a:p>
        </p:txBody>
      </p:sp>
      <p:sp>
        <p:nvSpPr>
          <p:cNvPr id="10" name="9 CuadroTexto"/>
          <p:cNvSpPr txBox="1"/>
          <p:nvPr/>
        </p:nvSpPr>
        <p:spPr>
          <a:xfrm>
            <a:off x="3888082" y="5301208"/>
            <a:ext cx="35642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Lo</a:t>
            </a:r>
            <a:r>
              <a:rPr lang="es-CL" sz="4400" b="1" dirty="0" smtClean="0"/>
              <a:t>comotora</a:t>
            </a:r>
            <a:endParaRPr lang="es-CL" sz="4400" b="1" dirty="0"/>
          </a:p>
        </p:txBody>
      </p:sp>
      <p:sp>
        <p:nvSpPr>
          <p:cNvPr id="11" name="10 CuadroTexto"/>
          <p:cNvSpPr txBox="1"/>
          <p:nvPr/>
        </p:nvSpPr>
        <p:spPr>
          <a:xfrm>
            <a:off x="6408204" y="2786068"/>
            <a:ext cx="20882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Lo</a:t>
            </a:r>
            <a:r>
              <a:rPr lang="es-CL" sz="4400" b="1" dirty="0" smtClean="0"/>
              <a:t>bo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171798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1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906708" y="2644170"/>
            <a:ext cx="147867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dirty="0" smtClean="0">
                <a:ln w="1905"/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LU</a:t>
            </a:r>
            <a:endParaRPr lang="es-ES" sz="5400" b="1" cap="none" spc="0" dirty="0">
              <a:ln w="1905"/>
              <a:solidFill>
                <a:schemeClr val="tx1">
                  <a:lumMod val="95000"/>
                  <a:lumOff val="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20" name="Picture 4" descr="Resultado de imagen para DIBUJO LUP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64704"/>
            <a:ext cx="1786010" cy="202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892188"/>
            <a:ext cx="1509621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Resultado de imagen para lustrabotas dibuj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8" name="AutoShape 10" descr="Resultado de imagen para lustrabotas dibuj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9" name="AutoShape 12" descr="Resultado de imagen para lustrabotas dibuj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30" name="Picture 14" descr="Resultado de imagen para luciernaga dibuj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4" t="2326" r="6600" b="10333"/>
          <a:stretch/>
        </p:blipFill>
        <p:spPr bwMode="auto">
          <a:xfrm>
            <a:off x="765175" y="2924944"/>
            <a:ext cx="2541396" cy="2600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4" name="Picture 18" descr="Resultado de imagen para niÃ±a dibuj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768117"/>
            <a:ext cx="1639531" cy="231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2685602" y="1268760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Lu</a:t>
            </a:r>
            <a:r>
              <a:rPr lang="es-CL" sz="4400" b="1" dirty="0" smtClean="0"/>
              <a:t>pa</a:t>
            </a:r>
            <a:endParaRPr lang="es-CL" sz="4400" b="1" dirty="0"/>
          </a:p>
        </p:txBody>
      </p:sp>
      <p:sp>
        <p:nvSpPr>
          <p:cNvPr id="14" name="13 CuadroTexto"/>
          <p:cNvSpPr txBox="1"/>
          <p:nvPr/>
        </p:nvSpPr>
        <p:spPr>
          <a:xfrm>
            <a:off x="5652120" y="5525435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Le</a:t>
            </a:r>
            <a:r>
              <a:rPr lang="es-CL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la</a:t>
            </a:r>
            <a:endParaRPr lang="es-CL" sz="4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988368" y="5454774"/>
            <a:ext cx="2736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Lu</a:t>
            </a:r>
            <a:r>
              <a:rPr lang="es-CL" sz="4400" b="1" dirty="0" smtClean="0"/>
              <a:t>ciérnaga </a:t>
            </a:r>
            <a:endParaRPr lang="es-CL" sz="4400" b="1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785362" y="2704995"/>
            <a:ext cx="15912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 smtClean="0">
                <a:solidFill>
                  <a:srgbClr val="FF0000"/>
                </a:solidFill>
              </a:rPr>
              <a:t>Lu</a:t>
            </a:r>
            <a:r>
              <a:rPr lang="es-CL" sz="4400" b="1" dirty="0" smtClean="0"/>
              <a:t>na</a:t>
            </a:r>
            <a:endParaRPr lang="es-CL" sz="4400" b="1" dirty="0"/>
          </a:p>
        </p:txBody>
      </p:sp>
    </p:spTree>
    <p:extLst>
      <p:ext uri="{BB962C8B-B14F-4D97-AF65-F5344CB8AC3E}">
        <p14:creationId xmlns:p14="http://schemas.microsoft.com/office/powerpoint/2010/main" val="370334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15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755576" y="836712"/>
            <a:ext cx="6768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 smtClean="0"/>
              <a:t>Actividad: Lee las siguientes oraciones</a:t>
            </a:r>
            <a:r>
              <a:rPr lang="es-CL" dirty="0" smtClean="0"/>
              <a:t>.</a:t>
            </a:r>
            <a:endParaRPr lang="es-CL" dirty="0"/>
          </a:p>
        </p:txBody>
      </p:sp>
      <p:sp>
        <p:nvSpPr>
          <p:cNvPr id="6" name="5 CuadroTexto"/>
          <p:cNvSpPr txBox="1"/>
          <p:nvPr/>
        </p:nvSpPr>
        <p:spPr>
          <a:xfrm>
            <a:off x="811720" y="1973361"/>
            <a:ext cx="7302869" cy="76944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latin typeface="Arial" pitchFamily="34" charset="0"/>
                <a:cs typeface="Arial" pitchFamily="34" charset="0"/>
              </a:rPr>
              <a:t>Lela lee a leo 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917799" y="3861048"/>
            <a:ext cx="7268620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4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Le</a:t>
            </a:r>
            <a:r>
              <a:rPr lang="es-CL" sz="4400" b="1" dirty="0" smtClean="0">
                <a:latin typeface="Arial" pitchFamily="34" charset="0"/>
                <a:cs typeface="Arial" pitchFamily="34" charset="0"/>
              </a:rPr>
              <a:t>o lee a mamá </a:t>
            </a:r>
            <a:endParaRPr lang="es-CL" sz="4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4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15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sultado de imagen para actividad de la le li lo lu comple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771607"/>
            <a:ext cx="8064896" cy="53147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4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15" y="0"/>
            <a:ext cx="91232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sultado de imagen para actividad de la le li lo lu complet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65" y="764704"/>
            <a:ext cx="7992888" cy="525658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5219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46</Words>
  <Application>Microsoft Office PowerPoint</Application>
  <PresentationFormat>Presentación en pantalla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15</cp:revision>
  <dcterms:created xsi:type="dcterms:W3CDTF">2019-02-18T01:43:47Z</dcterms:created>
  <dcterms:modified xsi:type="dcterms:W3CDTF">2019-03-16T17:29:27Z</dcterms:modified>
</cp:coreProperties>
</file>