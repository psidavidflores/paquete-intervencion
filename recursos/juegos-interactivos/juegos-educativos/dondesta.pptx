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6" autoAdjust="0"/>
    <p:restoredTop sz="94565" autoAdjust="0"/>
  </p:normalViewPr>
  <p:slideViewPr>
    <p:cSldViewPr>
      <p:cViewPr varScale="1">
        <p:scale>
          <a:sx n="55" d="100"/>
          <a:sy n="55" d="100"/>
        </p:scale>
        <p:origin x="-134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21665CD-1A57-457B-9813-BD777F9FFC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8EF3279-67B2-486F-85B6-EF085D2E1F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C4DD33BE-E9DC-4DFA-87BB-35B72859F49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5C06DA4D-55FE-473F-AB09-36E4BE775BB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E1D474F4-8ADD-426C-BBFD-38F546CCD8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7EAD01B3-9AAC-43A5-ADA1-FFEC83C266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D87334-9E8F-459F-A5B0-FF6DA1A7CA74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Marcador de imagen de diapositiva">
            <a:extLst>
              <a:ext uri="{FF2B5EF4-FFF2-40B4-BE49-F238E27FC236}">
                <a16:creationId xmlns:a16="http://schemas.microsoft.com/office/drawing/2014/main" id="{95F49030-27F3-43D2-AFF2-59AF2917FE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2 Marcador de notas">
            <a:extLst>
              <a:ext uri="{FF2B5EF4-FFF2-40B4-BE49-F238E27FC236}">
                <a16:creationId xmlns:a16="http://schemas.microsoft.com/office/drawing/2014/main" id="{1B2D6C62-D09D-4D0D-8927-3ECE9D4C7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2292" name="3 Marcador de número de diapositiva">
            <a:extLst>
              <a:ext uri="{FF2B5EF4-FFF2-40B4-BE49-F238E27FC236}">
                <a16:creationId xmlns:a16="http://schemas.microsoft.com/office/drawing/2014/main" id="{91AD88D6-10D1-4519-9444-C6E47665D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C2CA11-7DC3-4659-B238-DB64DF4AC0F9}" type="slidenum">
              <a:rPr lang="es-ES" altLang="es-ES" sz="1200"/>
              <a:pPr eaLnBrk="1" hangingPunct="1"/>
              <a:t>1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>
            <a:extLst>
              <a:ext uri="{FF2B5EF4-FFF2-40B4-BE49-F238E27FC236}">
                <a16:creationId xmlns:a16="http://schemas.microsoft.com/office/drawing/2014/main" id="{49C13643-CF8D-4C97-A7FB-AB6DC36107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2 Marcador de notas">
            <a:extLst>
              <a:ext uri="{FF2B5EF4-FFF2-40B4-BE49-F238E27FC236}">
                <a16:creationId xmlns:a16="http://schemas.microsoft.com/office/drawing/2014/main" id="{68084B54-C54C-4093-94F1-5790C551E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3316" name="3 Marcador de número de diapositiva">
            <a:extLst>
              <a:ext uri="{FF2B5EF4-FFF2-40B4-BE49-F238E27FC236}">
                <a16:creationId xmlns:a16="http://schemas.microsoft.com/office/drawing/2014/main" id="{A2C8AC32-85F1-4C8E-BA6C-A7847082E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6483BF-3B59-437B-B111-E7E1B8B1CB11}" type="slidenum">
              <a:rPr lang="es-ES" altLang="es-ES" sz="1200"/>
              <a:pPr eaLnBrk="1" hangingPunct="1"/>
              <a:t>2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Marcador de imagen de diapositiva">
            <a:extLst>
              <a:ext uri="{FF2B5EF4-FFF2-40B4-BE49-F238E27FC236}">
                <a16:creationId xmlns:a16="http://schemas.microsoft.com/office/drawing/2014/main" id="{A5224C39-02BD-4DCA-8A44-851A0D7831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2 Marcador de notas">
            <a:extLst>
              <a:ext uri="{FF2B5EF4-FFF2-40B4-BE49-F238E27FC236}">
                <a16:creationId xmlns:a16="http://schemas.microsoft.com/office/drawing/2014/main" id="{B4FC8A45-C758-4D7C-A57B-00F1AFD35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4340" name="3 Marcador de número de diapositiva">
            <a:extLst>
              <a:ext uri="{FF2B5EF4-FFF2-40B4-BE49-F238E27FC236}">
                <a16:creationId xmlns:a16="http://schemas.microsoft.com/office/drawing/2014/main" id="{8254618F-E2F4-4042-BB4D-804382C90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B4C86F-C9F5-4E9D-BA57-71CBF6C228DE}" type="slidenum">
              <a:rPr lang="es-ES" altLang="es-ES" sz="1200"/>
              <a:pPr eaLnBrk="1" hangingPunct="1"/>
              <a:t>3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1 Marcador de imagen de diapositiva">
            <a:extLst>
              <a:ext uri="{FF2B5EF4-FFF2-40B4-BE49-F238E27FC236}">
                <a16:creationId xmlns:a16="http://schemas.microsoft.com/office/drawing/2014/main" id="{34F9976D-CE75-4BAE-9C15-934E0605F5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2 Marcador de notas">
            <a:extLst>
              <a:ext uri="{FF2B5EF4-FFF2-40B4-BE49-F238E27FC236}">
                <a16:creationId xmlns:a16="http://schemas.microsoft.com/office/drawing/2014/main" id="{E820DD97-2B76-47D6-BA52-1E7CA1BF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5364" name="3 Marcador de número de diapositiva">
            <a:extLst>
              <a:ext uri="{FF2B5EF4-FFF2-40B4-BE49-F238E27FC236}">
                <a16:creationId xmlns:a16="http://schemas.microsoft.com/office/drawing/2014/main" id="{C47B5120-F95B-402F-9A25-349E55819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9F1010-5DCA-4487-8B9C-BADA08D53F89}" type="slidenum">
              <a:rPr lang="es-ES" altLang="es-ES" sz="1200"/>
              <a:pPr eaLnBrk="1" hangingPunct="1"/>
              <a:t>4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Marcador de imagen de diapositiva">
            <a:extLst>
              <a:ext uri="{FF2B5EF4-FFF2-40B4-BE49-F238E27FC236}">
                <a16:creationId xmlns:a16="http://schemas.microsoft.com/office/drawing/2014/main" id="{553FC1CA-C7E2-4659-AF12-6C20794C60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2 Marcador de notas">
            <a:extLst>
              <a:ext uri="{FF2B5EF4-FFF2-40B4-BE49-F238E27FC236}">
                <a16:creationId xmlns:a16="http://schemas.microsoft.com/office/drawing/2014/main" id="{370BFCB4-14E1-4732-9EA8-B6CA21C0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6388" name="3 Marcador de número de diapositiva">
            <a:extLst>
              <a:ext uri="{FF2B5EF4-FFF2-40B4-BE49-F238E27FC236}">
                <a16:creationId xmlns:a16="http://schemas.microsoft.com/office/drawing/2014/main" id="{DE737A36-9381-4B3A-A36F-2213EE8F0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3597EF-C579-4C83-8017-F8ADD59EB289}" type="slidenum">
              <a:rPr lang="es-ES" altLang="es-ES" sz="1200"/>
              <a:pPr eaLnBrk="1" hangingPunct="1"/>
              <a:t>5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>
            <a:extLst>
              <a:ext uri="{FF2B5EF4-FFF2-40B4-BE49-F238E27FC236}">
                <a16:creationId xmlns:a16="http://schemas.microsoft.com/office/drawing/2014/main" id="{2351EF83-F3B4-4055-BD37-EEF9E2112D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2 Marcador de notas">
            <a:extLst>
              <a:ext uri="{FF2B5EF4-FFF2-40B4-BE49-F238E27FC236}">
                <a16:creationId xmlns:a16="http://schemas.microsoft.com/office/drawing/2014/main" id="{23891FEC-E354-4572-988C-95EACA403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7412" name="3 Marcador de número de diapositiva">
            <a:extLst>
              <a:ext uri="{FF2B5EF4-FFF2-40B4-BE49-F238E27FC236}">
                <a16:creationId xmlns:a16="http://schemas.microsoft.com/office/drawing/2014/main" id="{96B73353-50F2-4111-A475-16739BB1D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82B490-8CF4-4BF7-B0C6-FA933DCE9CF9}" type="slidenum">
              <a:rPr lang="es-ES" altLang="es-ES" sz="1200"/>
              <a:pPr eaLnBrk="1" hangingPunct="1"/>
              <a:t>6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Marcador de imagen de diapositiva">
            <a:extLst>
              <a:ext uri="{FF2B5EF4-FFF2-40B4-BE49-F238E27FC236}">
                <a16:creationId xmlns:a16="http://schemas.microsoft.com/office/drawing/2014/main" id="{D5355EE1-7AB8-4374-804C-8304F4DAB7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2 Marcador de notas">
            <a:extLst>
              <a:ext uri="{FF2B5EF4-FFF2-40B4-BE49-F238E27FC236}">
                <a16:creationId xmlns:a16="http://schemas.microsoft.com/office/drawing/2014/main" id="{DB6FE7C2-206A-43E8-91B5-07284187C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3C4112A2-5450-416C-9B9E-D70F52C06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947CDE-DBD6-4D5A-80A7-6F0DA3617A8C}" type="slidenum">
              <a:rPr lang="es-ES" altLang="es-ES" sz="1200"/>
              <a:pPr eaLnBrk="1" hangingPunct="1"/>
              <a:t>7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Marcador de imagen de diapositiva">
            <a:extLst>
              <a:ext uri="{FF2B5EF4-FFF2-40B4-BE49-F238E27FC236}">
                <a16:creationId xmlns:a16="http://schemas.microsoft.com/office/drawing/2014/main" id="{4EE2313F-D6E7-4BBC-944D-E2ED2FBFEF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2 Marcador de notas">
            <a:extLst>
              <a:ext uri="{FF2B5EF4-FFF2-40B4-BE49-F238E27FC236}">
                <a16:creationId xmlns:a16="http://schemas.microsoft.com/office/drawing/2014/main" id="{E74CAF41-87B9-4365-918D-79042F23D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19460" name="3 Marcador de número de diapositiva">
            <a:extLst>
              <a:ext uri="{FF2B5EF4-FFF2-40B4-BE49-F238E27FC236}">
                <a16:creationId xmlns:a16="http://schemas.microsoft.com/office/drawing/2014/main" id="{CB7A26CA-E8C1-412D-B153-0DC42547A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891940-7ABF-48BB-82B5-CA73CA4878C3}" type="slidenum">
              <a:rPr lang="es-ES" altLang="es-ES" sz="1200"/>
              <a:pPr eaLnBrk="1" hangingPunct="1"/>
              <a:t>8</a:t>
            </a:fld>
            <a:endParaRPr lang="es-ES" altLang="es-E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Marcador de imagen de diapositiva">
            <a:extLst>
              <a:ext uri="{FF2B5EF4-FFF2-40B4-BE49-F238E27FC236}">
                <a16:creationId xmlns:a16="http://schemas.microsoft.com/office/drawing/2014/main" id="{E460BABE-8A2A-452F-9D9E-C27349D4CF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2 Marcador de notas">
            <a:extLst>
              <a:ext uri="{FF2B5EF4-FFF2-40B4-BE49-F238E27FC236}">
                <a16:creationId xmlns:a16="http://schemas.microsoft.com/office/drawing/2014/main" id="{8E13B405-7876-40AB-87A2-6E92ABBC1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20484" name="3 Marcador de número de diapositiva">
            <a:extLst>
              <a:ext uri="{FF2B5EF4-FFF2-40B4-BE49-F238E27FC236}">
                <a16:creationId xmlns:a16="http://schemas.microsoft.com/office/drawing/2014/main" id="{250B1632-E572-4500-A4A2-4A424C9F0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2CD683-A90C-4CE7-9B25-7AFC435E22D3}" type="slidenum">
              <a:rPr lang="es-ES" altLang="es-ES" sz="1200"/>
              <a:pPr eaLnBrk="1" hangingPunct="1"/>
              <a:t>9</a:t>
            </a:fld>
            <a:endParaRPr lang="es-ES" altLang="es-E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2D880A-BEC7-45BE-9B7C-C00C18A262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FA7FE5-4460-4116-A03A-4AB2ECAFF1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508D20-938D-4942-9074-1175C0FEB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85BA9-8232-43EF-8EE0-94AC74C11E1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53421703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70901C-4DE4-463D-91ED-A9EA67604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3C59BD-692D-4F38-AE56-8209B78CD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CF7AAA-A48C-4428-B123-311CD590BD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119B77-8723-4580-BF1B-EEB86F7F7EF9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83500590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701157-B000-4D29-BEC2-FAFBABEED2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C82B34-5021-4C83-97FA-53421802C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315CA7-0867-436E-A18F-24F4FB9E42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DFFEF-3E28-4463-A52A-49CADE9EB79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81359081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F29132-0C02-4FE4-A005-9DA726E29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58E46-6BD0-4C1F-A82E-76E6A5FBCB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91842-C12E-46FC-8ED9-9AB30EF8B0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440668-E92F-464A-8B53-2433CD4D0589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2255680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FDE70CC-D3FB-4414-95FA-73B8DC04FA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0D1513F-50A0-4E61-A5E5-A88474C702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5B6FE5-5C26-4028-8BC4-6E0FCD0DD2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F0EAD5-A5FC-4DD5-AF6F-789BD959BFA4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24590149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C4BC6F-46A3-459F-B242-AC0044A365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FBA871-C5E9-41A0-8E94-FC160E4BA0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2BB5FA-5A34-426F-B990-B2B81CA4DE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96633D-A869-41E5-900D-624A6019E893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67916486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5FF29B5-8952-47A3-8832-1320F9B06B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3B374C-236D-4E17-AB42-B201DBB57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3B4411-750D-4C32-91FD-C4C45FC9E4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AA8BEB-2451-4C34-9A3C-7CFD9C0BF3C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54976142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D92F5-C2CB-417C-AB2F-F631AFD6A6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CBF794-2E90-4E87-BD06-46C433D182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002555-4B66-4F79-A414-C415BE6DF8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7A6F4C-5BEE-468F-840A-B89DC97E213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58309777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75D15-97FD-4A35-88BC-8AE07931D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705C3-7F4C-4B1A-9288-114B2B315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DE7F6-3304-44AA-B49D-A1B59C2C18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3A5612-6011-44D6-9198-B37D7F97944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35199158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069787-1CF4-4F48-BFEF-EC5C55EC70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A9E5A0-A52F-4073-AFED-1539EFAC47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E93F08-31D3-44F3-9EBC-71FC626042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B17DDD-5C96-4C82-9D72-BEFCB06B4FC3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00712795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BEE887-DDBE-47FA-B628-0192D38DCD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DD430D-1C66-48AD-B29F-CA99DEC6B9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C1837E-70A4-4D8E-B9A0-17D71FB781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5D36B-2B46-4342-8452-595849BCD33D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43676519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D9B971-EB63-483A-AFDD-552D6DA256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3D6D4E-5EC4-4F98-8921-CCDBFFA878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93B177E-CF67-4341-A8DD-A14827B7C5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921E2-ED1F-479F-ACF2-C3C16FFD9EB1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781964791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704058-C6D0-4106-81B7-1F9CBCCE4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cambiar el estilo de título	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9C75DD8-CCD6-401C-95EB-5107EBA25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F479276-7F89-45D8-8A9C-0BA9A1050A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1058B1A-B7ED-4248-9DC8-B0BE09BB71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644E4B0-571C-4CAB-90B6-758B92EB4F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9711E9-71FE-46B4-8111-C1273C2EE587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DD9A6BCB-3459-4A5F-B9BE-FD27E53523D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435975" cy="922337"/>
          </a:xfrm>
        </p:spPr>
        <p:txBody>
          <a:bodyPr/>
          <a:lstStyle/>
          <a:p>
            <a:pPr eaLnBrk="1" hangingPunct="1"/>
            <a:r>
              <a:rPr lang="es-ES" altLang="es-ES" sz="2800"/>
              <a:t>ESTÁ EN SU CASA         HABLA POR TELÉFONO</a:t>
            </a:r>
          </a:p>
        </p:txBody>
      </p:sp>
      <p:graphicFrame>
        <p:nvGraphicFramePr>
          <p:cNvPr id="1026" name="Object 5">
            <a:hlinkClick r:id="" action="ppaction://ole?verb=0"/>
            <a:extLst>
              <a:ext uri="{FF2B5EF4-FFF2-40B4-BE49-F238E27FC236}">
                <a16:creationId xmlns:a16="http://schemas.microsoft.com/office/drawing/2014/main" id="{A560D06F-69E9-4107-85EF-9CACD50DBC73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4128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4128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9">
            <a:extLst>
              <a:ext uri="{FF2B5EF4-FFF2-40B4-BE49-F238E27FC236}">
                <a16:creationId xmlns:a16="http://schemas.microsoft.com/office/drawing/2014/main" id="{D5D19859-2F09-4AFE-9F2E-6EF8379FD6B5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0750" y="2276475"/>
            <a:ext cx="2368550" cy="3629025"/>
          </a:xfrm>
          <a:noFill/>
        </p:spPr>
      </p:pic>
      <p:graphicFrame>
        <p:nvGraphicFramePr>
          <p:cNvPr id="1027" name="Object 10">
            <a:hlinkClick r:id="" action="ppaction://ole?verb=0"/>
            <a:extLst>
              <a:ext uri="{FF2B5EF4-FFF2-40B4-BE49-F238E27FC236}">
                <a16:creationId xmlns:a16="http://schemas.microsoft.com/office/drawing/2014/main" id="{1A7B02C9-FD9B-456A-A534-F5389AA4A24B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4128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. de Grabadora de sonidos" r:id="rId7" imgW="304520" imgH="304520" progId="SoundRec">
                  <p:embed/>
                </p:oleObj>
              </mc:Choice>
              <mc:Fallback>
                <p:oleObj name="Doc. de Grabadora de sonidos" r:id="rId7" imgW="304520" imgH="304520" progId="SoundRec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4128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59" name="AutoShap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8DA7109-B56F-4D9A-9643-CB9C63D5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4D6E08F8-E46B-46E0-B08B-F4073E3F297C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2800"/>
              <a:t>ESTÁ EN EL JARDÍN             ESTÁ CORTANDO     </a:t>
            </a:r>
            <a:br>
              <a:rPr lang="es-ES" altLang="es-ES" sz="2800"/>
            </a:br>
            <a:r>
              <a:rPr lang="es-ES" altLang="es-ES" sz="2800"/>
              <a:t>                                                   LAS  FLORES</a:t>
            </a:r>
          </a:p>
        </p:txBody>
      </p:sp>
      <p:graphicFrame>
        <p:nvGraphicFramePr>
          <p:cNvPr id="2050" name="Object 5">
            <a:hlinkClick r:id="" action="ppaction://ole?verb=0"/>
            <a:extLst>
              <a:ext uri="{FF2B5EF4-FFF2-40B4-BE49-F238E27FC236}">
                <a16:creationId xmlns:a16="http://schemas.microsoft.com/office/drawing/2014/main" id="{99ADF809-9505-4FF2-BB9D-0C0AA13802D9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5573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557338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6">
            <a:hlinkClick r:id="" action="ppaction://ole?verb=0"/>
            <a:extLst>
              <a:ext uri="{FF2B5EF4-FFF2-40B4-BE49-F238E27FC236}">
                <a16:creationId xmlns:a16="http://schemas.microsoft.com/office/drawing/2014/main" id="{E0311184-2AB0-4704-9A6C-DADAA09524F7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6287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287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3" name="Picture 9">
            <a:extLst>
              <a:ext uri="{FF2B5EF4-FFF2-40B4-BE49-F238E27FC236}">
                <a16:creationId xmlns:a16="http://schemas.microsoft.com/office/drawing/2014/main" id="{14EE12D2-6F2A-4E0A-892F-28977E4C01E0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7675" y="2060575"/>
            <a:ext cx="3168650" cy="4065588"/>
          </a:xfrm>
          <a:noFill/>
        </p:spPr>
      </p:pic>
      <p:sp useBgFill="1">
        <p:nvSpPr>
          <p:cNvPr id="3082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2580048-B5AE-42B9-95E4-F17566EF1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7C0937D-5433-49E0-8472-9E81FA48894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3600"/>
              <a:t>Está sentado                    Está leyendo </a:t>
            </a:r>
            <a:br>
              <a:rPr lang="es-ES" altLang="es-ES" sz="3600"/>
            </a:br>
            <a:r>
              <a:rPr lang="es-ES" altLang="es-ES" sz="3600"/>
              <a:t>junto al fuego                         un libro</a:t>
            </a:r>
          </a:p>
        </p:txBody>
      </p:sp>
      <p:graphicFrame>
        <p:nvGraphicFramePr>
          <p:cNvPr id="3074" name="Object 5">
            <a:hlinkClick r:id="" action="ppaction://ole?verb=0"/>
            <a:extLst>
              <a:ext uri="{FF2B5EF4-FFF2-40B4-BE49-F238E27FC236}">
                <a16:creationId xmlns:a16="http://schemas.microsoft.com/office/drawing/2014/main" id="{179BF254-B68C-4D76-9437-663C221E45FA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8446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8446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>
            <a:hlinkClick r:id="" action="ppaction://ole?verb=0"/>
            <a:extLst>
              <a:ext uri="{FF2B5EF4-FFF2-40B4-BE49-F238E27FC236}">
                <a16:creationId xmlns:a16="http://schemas.microsoft.com/office/drawing/2014/main" id="{56B38F83-F09C-4102-BEBB-843CAECCB732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91611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916113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9">
            <a:extLst>
              <a:ext uri="{FF2B5EF4-FFF2-40B4-BE49-F238E27FC236}">
                <a16:creationId xmlns:a16="http://schemas.microsoft.com/office/drawing/2014/main" id="{9B0720FB-2001-4816-AB49-DDCEF415206F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5388" y="2317750"/>
            <a:ext cx="3835400" cy="3697288"/>
          </a:xfrm>
          <a:noFill/>
        </p:spPr>
      </p:pic>
      <p:sp useBgFill="1">
        <p:nvSpPr>
          <p:cNvPr id="4106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4FFEE9F-5DD5-4E3E-9B2A-A929FDD6E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000DA083-3133-4526-85E2-DABC7D560E7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3600"/>
              <a:t>Está en                       Se está afeitando </a:t>
            </a:r>
            <a:br>
              <a:rPr lang="es-ES" altLang="es-ES" sz="3600"/>
            </a:br>
            <a:r>
              <a:rPr lang="es-ES" altLang="es-ES" sz="3600"/>
              <a:t>el cuarto de baño               la barba</a:t>
            </a:r>
          </a:p>
        </p:txBody>
      </p:sp>
      <p:graphicFrame>
        <p:nvGraphicFramePr>
          <p:cNvPr id="4098" name="Object 5">
            <a:hlinkClick r:id="" action="ppaction://ole?verb=0"/>
            <a:extLst>
              <a:ext uri="{FF2B5EF4-FFF2-40B4-BE49-F238E27FC236}">
                <a16:creationId xmlns:a16="http://schemas.microsoft.com/office/drawing/2014/main" id="{E9D275B2-6DE3-4460-A425-BB3E92F305FF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7732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773238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>
            <a:hlinkClick r:id="" action="ppaction://ole?verb=0"/>
            <a:extLst>
              <a:ext uri="{FF2B5EF4-FFF2-40B4-BE49-F238E27FC236}">
                <a16:creationId xmlns:a16="http://schemas.microsoft.com/office/drawing/2014/main" id="{39839755-00DC-4E12-B34F-855BF70344C5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7732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773238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9">
            <a:extLst>
              <a:ext uri="{FF2B5EF4-FFF2-40B4-BE49-F238E27FC236}">
                <a16:creationId xmlns:a16="http://schemas.microsoft.com/office/drawing/2014/main" id="{97F17AF7-8D70-4FDE-87E9-D6C7A7C1E96C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9975" y="2528888"/>
            <a:ext cx="3824288" cy="3581400"/>
          </a:xfrm>
          <a:noFill/>
        </p:spPr>
      </p:pic>
      <p:sp useBgFill="1">
        <p:nvSpPr>
          <p:cNvPr id="5130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576093F-1B16-4CBA-8EC8-0C08DB2F7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9FB7FA7-4DA4-42DE-AA24-6DAD030641E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4000"/>
              <a:t>Está                          Está fregando</a:t>
            </a:r>
            <a:br>
              <a:rPr lang="es-ES" altLang="es-ES" sz="4000"/>
            </a:br>
            <a:r>
              <a:rPr lang="es-ES" altLang="es-ES" sz="4000"/>
              <a:t>en la cocina                 los platos</a:t>
            </a:r>
          </a:p>
        </p:txBody>
      </p:sp>
      <p:graphicFrame>
        <p:nvGraphicFramePr>
          <p:cNvPr id="5122" name="Object 5">
            <a:hlinkClick r:id="" action="ppaction://ole?verb=0"/>
            <a:extLst>
              <a:ext uri="{FF2B5EF4-FFF2-40B4-BE49-F238E27FC236}">
                <a16:creationId xmlns:a16="http://schemas.microsoft.com/office/drawing/2014/main" id="{FFD6EEC6-DF7A-4AEF-A69D-D0F3391685FD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70021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700213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>
            <a:hlinkClick r:id="" action="ppaction://ole?verb=0"/>
            <a:extLst>
              <a:ext uri="{FF2B5EF4-FFF2-40B4-BE49-F238E27FC236}">
                <a16:creationId xmlns:a16="http://schemas.microsoft.com/office/drawing/2014/main" id="{DAC3830D-54AD-4EE1-9445-AD40A636644F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70021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700213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5" name="Picture 9">
            <a:extLst>
              <a:ext uri="{FF2B5EF4-FFF2-40B4-BE49-F238E27FC236}">
                <a16:creationId xmlns:a16="http://schemas.microsoft.com/office/drawing/2014/main" id="{0417EDCB-CC55-4172-8143-282EA2041252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4625" y="2235200"/>
            <a:ext cx="3944938" cy="3821113"/>
          </a:xfrm>
          <a:noFill/>
        </p:spPr>
      </p:pic>
      <p:sp useBgFill="1">
        <p:nvSpPr>
          <p:cNvPr id="6154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D74E455-4456-4255-8BFE-E260CD8AC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E4F8F09-7B25-440E-AB35-51D890208AB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4000"/>
              <a:t>Está                        Está arreglando</a:t>
            </a:r>
            <a:br>
              <a:rPr lang="es-ES" altLang="es-ES" sz="4000"/>
            </a:br>
            <a:r>
              <a:rPr lang="es-ES" altLang="es-ES" sz="4000"/>
              <a:t>en el garaje                  el coche</a:t>
            </a:r>
          </a:p>
        </p:txBody>
      </p:sp>
      <p:graphicFrame>
        <p:nvGraphicFramePr>
          <p:cNvPr id="6146" name="Object 5">
            <a:hlinkClick r:id="" action="ppaction://ole?verb=0"/>
            <a:extLst>
              <a:ext uri="{FF2B5EF4-FFF2-40B4-BE49-F238E27FC236}">
                <a16:creationId xmlns:a16="http://schemas.microsoft.com/office/drawing/2014/main" id="{6580D120-5EE0-4E78-B241-EB5ADBB6AF0C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6287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6287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6">
            <a:hlinkClick r:id="" action="ppaction://ole?verb=0"/>
            <a:extLst>
              <a:ext uri="{FF2B5EF4-FFF2-40B4-BE49-F238E27FC236}">
                <a16:creationId xmlns:a16="http://schemas.microsoft.com/office/drawing/2014/main" id="{1942BC5D-35EC-4B33-B5D5-493B3AB0AC3B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6287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287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9">
            <a:extLst>
              <a:ext uri="{FF2B5EF4-FFF2-40B4-BE49-F238E27FC236}">
                <a16:creationId xmlns:a16="http://schemas.microsoft.com/office/drawing/2014/main" id="{D7E97893-5A23-4859-8CB8-1106C54BA823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4438" y="2220913"/>
            <a:ext cx="4248150" cy="3800475"/>
          </a:xfrm>
          <a:noFill/>
        </p:spPr>
      </p:pic>
      <p:sp useBgFill="1">
        <p:nvSpPr>
          <p:cNvPr id="7178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3B85959-CAF2-41EF-BFDF-408AD14B2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FD8A3F69-B5A5-4FFD-8F69-5E73746C665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s-ES" altLang="es-ES" sz="4000"/>
              <a:t>Está sentada                  Se está </a:t>
            </a:r>
            <a:br>
              <a:rPr lang="es-ES" altLang="es-ES" sz="4000"/>
            </a:br>
            <a:r>
              <a:rPr lang="es-ES" altLang="es-ES" sz="4000"/>
              <a:t>en la cama              secando el pelo</a:t>
            </a:r>
          </a:p>
        </p:txBody>
      </p:sp>
      <p:graphicFrame>
        <p:nvGraphicFramePr>
          <p:cNvPr id="7170" name="Object 5">
            <a:hlinkClick r:id="" action="ppaction://ole?verb=0"/>
            <a:extLst>
              <a:ext uri="{FF2B5EF4-FFF2-40B4-BE49-F238E27FC236}">
                <a16:creationId xmlns:a16="http://schemas.microsoft.com/office/drawing/2014/main" id="{92AE6481-DE19-41D1-BAC1-2D12395CB33F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324100" y="15573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557338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>
            <a:hlinkClick r:id="" action="ppaction://ole?verb=0"/>
            <a:extLst>
              <a:ext uri="{FF2B5EF4-FFF2-40B4-BE49-F238E27FC236}">
                <a16:creationId xmlns:a16="http://schemas.microsoft.com/office/drawing/2014/main" id="{5316028D-FA36-416F-BAD3-7725AFC606CA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515100" y="15573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557338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3" name="Picture 9">
            <a:extLst>
              <a:ext uri="{FF2B5EF4-FFF2-40B4-BE49-F238E27FC236}">
                <a16:creationId xmlns:a16="http://schemas.microsoft.com/office/drawing/2014/main" id="{0455A930-60D0-4650-9DB1-1CDC1F262EEE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67038" y="1989138"/>
            <a:ext cx="3692525" cy="4127500"/>
          </a:xfrm>
          <a:noFill/>
        </p:spPr>
      </p:pic>
      <p:sp useBgFill="1">
        <p:nvSpPr>
          <p:cNvPr id="8202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6C17E-2345-470A-9A5E-34624DB62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3C2C43AD-6CF7-467D-9E3E-03565283DDA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395288" y="476250"/>
            <a:ext cx="8291512" cy="941388"/>
          </a:xfrm>
        </p:spPr>
        <p:txBody>
          <a:bodyPr/>
          <a:lstStyle/>
          <a:p>
            <a:pPr algn="l" eaLnBrk="1" hangingPunct="1"/>
            <a:r>
              <a:rPr lang="es-ES" altLang="es-ES" sz="3200"/>
              <a:t>Está sentada </a:t>
            </a:r>
            <a:br>
              <a:rPr lang="es-ES" altLang="es-ES" sz="3200"/>
            </a:br>
            <a:r>
              <a:rPr lang="es-ES" altLang="es-ES" sz="3200"/>
              <a:t>en el comedor                        Está comiendo</a:t>
            </a:r>
          </a:p>
        </p:txBody>
      </p:sp>
      <p:graphicFrame>
        <p:nvGraphicFramePr>
          <p:cNvPr id="8194" name="Object 5">
            <a:hlinkClick r:id="" action="ppaction://ole?verb=0"/>
            <a:extLst>
              <a:ext uri="{FF2B5EF4-FFF2-40B4-BE49-F238E27FC236}">
                <a16:creationId xmlns:a16="http://schemas.microsoft.com/office/drawing/2014/main" id="{2CB6F7CB-15F3-4E53-B7E7-17811A8FD68B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124075" y="161131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11313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>
            <a:hlinkClick r:id="" action="ppaction://ole?verb=0"/>
            <a:extLst>
              <a:ext uri="{FF2B5EF4-FFF2-40B4-BE49-F238E27FC236}">
                <a16:creationId xmlns:a16="http://schemas.microsoft.com/office/drawing/2014/main" id="{FEE2D914-0EE7-463F-977A-1F4DA9E3338D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931025" y="161131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025" y="1611313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" name="Picture 9">
            <a:extLst>
              <a:ext uri="{FF2B5EF4-FFF2-40B4-BE49-F238E27FC236}">
                <a16:creationId xmlns:a16="http://schemas.microsoft.com/office/drawing/2014/main" id="{99CA14C4-6709-4070-BFDE-59A1351286FE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4438" y="2189163"/>
            <a:ext cx="4033837" cy="3760787"/>
          </a:xfrm>
          <a:noFill/>
        </p:spPr>
      </p:pic>
      <p:sp useBgFill="1">
        <p:nvSpPr>
          <p:cNvPr id="11274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358D38-72CD-4423-BC32-A75CC0BB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013325"/>
            <a:ext cx="1223963" cy="10080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>
            <a:extLst>
              <a:ext uri="{FF2B5EF4-FFF2-40B4-BE49-F238E27FC236}">
                <a16:creationId xmlns:a16="http://schemas.microsoft.com/office/drawing/2014/main" id="{0EE6E85E-852C-42C5-8516-D3BC4517E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341438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>
                <a:solidFill>
                  <a:srgbClr val="CC3300"/>
                </a:solidFill>
              </a:rPr>
              <a:t>ESC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</Words>
  <Application>Microsoft Office PowerPoint</Application>
  <PresentationFormat>Presentación en pantalla (4:3)</PresentationFormat>
  <Paragraphs>18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Diseño predeterminado</vt:lpstr>
      <vt:lpstr>ESTÁ EN SU CASA         HABLA POR TELÉFONO</vt:lpstr>
      <vt:lpstr>ESTÁ EN EL JARDÍN             ESTÁ CORTANDO                                                         LAS  FLORES</vt:lpstr>
      <vt:lpstr>Está sentado                    Está leyendo  junto al fuego                         un libro</vt:lpstr>
      <vt:lpstr>Está en                       Se está afeitando  el cuarto de baño               la barba</vt:lpstr>
      <vt:lpstr>Está                          Está fregando en la cocina                 los platos</vt:lpstr>
      <vt:lpstr>Está                        Está arreglando en el garaje                  el coche</vt:lpstr>
      <vt:lpstr>Está sentada                  Se está  en la cama              secando el pelo</vt:lpstr>
      <vt:lpstr>Está sentada  en el comedor                        Está comiendo</vt:lpstr>
      <vt:lpstr>Presentación de PowerPoint</vt:lpstr>
    </vt:vector>
  </TitlesOfParts>
  <Company>dga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ALBERTO ABARCA</dc:creator>
  <cp:lastModifiedBy>Usuario de Windows</cp:lastModifiedBy>
  <cp:revision>6</cp:revision>
  <dcterms:created xsi:type="dcterms:W3CDTF">2008-06-09T08:41:57Z</dcterms:created>
  <dcterms:modified xsi:type="dcterms:W3CDTF">2020-06-01T23:43:23Z</dcterms:modified>
</cp:coreProperties>
</file>