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1695" autoAdjust="0"/>
  </p:normalViewPr>
  <p:slideViewPr>
    <p:cSldViewPr>
      <p:cViewPr varScale="1">
        <p:scale>
          <a:sx n="71" d="100"/>
          <a:sy n="71" d="100"/>
        </p:scale>
        <p:origin x="-11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AFFF-E09D-4D56-89A2-D5D211D02372}" type="datetimeFigureOut">
              <a:rPr lang="es-ES" smtClean="0"/>
              <a:t>11/05/2020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228B5-3AA0-4BF4-AED1-5CCC087F77C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AFFF-E09D-4D56-89A2-D5D211D02372}" type="datetimeFigureOut">
              <a:rPr lang="es-ES" smtClean="0"/>
              <a:t>11/05/2020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228B5-3AA0-4BF4-AED1-5CCC087F77C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AFFF-E09D-4D56-89A2-D5D211D02372}" type="datetimeFigureOut">
              <a:rPr lang="es-ES" smtClean="0"/>
              <a:t>11/05/2020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228B5-3AA0-4BF4-AED1-5CCC087F77C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AFFF-E09D-4D56-89A2-D5D211D02372}" type="datetimeFigureOut">
              <a:rPr lang="es-ES" smtClean="0"/>
              <a:t>11/05/2020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228B5-3AA0-4BF4-AED1-5CCC087F77C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AFFF-E09D-4D56-89A2-D5D211D02372}" type="datetimeFigureOut">
              <a:rPr lang="es-ES" smtClean="0"/>
              <a:t>11/05/2020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228B5-3AA0-4BF4-AED1-5CCC087F77C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AFFF-E09D-4D56-89A2-D5D211D02372}" type="datetimeFigureOut">
              <a:rPr lang="es-ES" smtClean="0"/>
              <a:t>11/05/2020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228B5-3AA0-4BF4-AED1-5CCC087F77C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AFFF-E09D-4D56-89A2-D5D211D02372}" type="datetimeFigureOut">
              <a:rPr lang="es-ES" smtClean="0"/>
              <a:t>11/05/2020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228B5-3AA0-4BF4-AED1-5CCC087F77C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AFFF-E09D-4D56-89A2-D5D211D02372}" type="datetimeFigureOut">
              <a:rPr lang="es-ES" smtClean="0"/>
              <a:t>11/05/2020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228B5-3AA0-4BF4-AED1-5CCC087F77C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AFFF-E09D-4D56-89A2-D5D211D02372}" type="datetimeFigureOut">
              <a:rPr lang="es-ES" smtClean="0"/>
              <a:t>11/05/2020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228B5-3AA0-4BF4-AED1-5CCC087F77C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AFFF-E09D-4D56-89A2-D5D211D02372}" type="datetimeFigureOut">
              <a:rPr lang="es-ES" smtClean="0"/>
              <a:t>11/05/2020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228B5-3AA0-4BF4-AED1-5CCC087F77C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AFFF-E09D-4D56-89A2-D5D211D02372}" type="datetimeFigureOut">
              <a:rPr lang="es-ES" smtClean="0"/>
              <a:t>11/05/2020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228B5-3AA0-4BF4-AED1-5CCC087F77C3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1AFFF-E09D-4D56-89A2-D5D211D02372}" type="datetimeFigureOut">
              <a:rPr lang="es-ES" smtClean="0"/>
              <a:t>11/05/2020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228B5-3AA0-4BF4-AED1-5CCC087F77C3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lantilla PowerPoint de Crayolas PPT | Fondos para power point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1 Título"/>
          <p:cNvSpPr>
            <a:spLocks noGrp="1"/>
          </p:cNvSpPr>
          <p:nvPr>
            <p:ph type="ctrTitle"/>
          </p:nvPr>
        </p:nvSpPr>
        <p:spPr>
          <a:xfrm>
            <a:off x="1371600" y="357166"/>
            <a:ext cx="7772400" cy="1470025"/>
          </a:xfrm>
        </p:spPr>
        <p:txBody>
          <a:bodyPr>
            <a:normAutofit/>
          </a:bodyPr>
          <a:lstStyle/>
          <a:p>
            <a:r>
              <a:rPr lang="es-ES" sz="5000" dirty="0" smtClean="0"/>
              <a:t>LOS MAPAS</a:t>
            </a:r>
            <a:endParaRPr lang="es-ES" sz="5000" dirty="0"/>
          </a:p>
        </p:txBody>
      </p:sp>
      <p:sp>
        <p:nvSpPr>
          <p:cNvPr id="6" name="5 CuadroTexto"/>
          <p:cNvSpPr txBox="1"/>
          <p:nvPr/>
        </p:nvSpPr>
        <p:spPr>
          <a:xfrm>
            <a:off x="1643042" y="1714488"/>
            <a:ext cx="657229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500" dirty="0"/>
              <a:t>Los mapas pueden representar la Tierra entera o parte </a:t>
            </a:r>
            <a:r>
              <a:rPr lang="es-ES" sz="4500" dirty="0" smtClean="0"/>
              <a:t>de ella</a:t>
            </a:r>
            <a:r>
              <a:rPr lang="es-ES" sz="4500" dirty="0"/>
              <a:t>, como países, ciudades o </a:t>
            </a:r>
            <a:endParaRPr lang="es-ES" sz="4500" dirty="0" smtClean="0"/>
          </a:p>
          <a:p>
            <a:r>
              <a:rPr lang="es-ES" sz="4500" dirty="0" smtClean="0"/>
              <a:t>regiones</a:t>
            </a:r>
            <a:r>
              <a:rPr lang="es-E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Picture 2" descr="Plantilla PowerPoint de Crayolas PPT | Fondos para power point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7" name="6 CuadroTexto"/>
          <p:cNvSpPr txBox="1"/>
          <p:nvPr/>
        </p:nvSpPr>
        <p:spPr>
          <a:xfrm>
            <a:off x="1428728" y="928670"/>
            <a:ext cx="69294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/>
              <a:t>El globo terráqueo representa el planeta como una esfera</a:t>
            </a:r>
            <a:r>
              <a:rPr lang="es-ES" sz="3000" dirty="0" smtClean="0"/>
              <a:t>. Su </a:t>
            </a:r>
            <a:r>
              <a:rPr lang="es-ES" sz="3000" dirty="0"/>
              <a:t>desventaja es que no puedes ver toda la superficie de la</a:t>
            </a:r>
          </a:p>
          <a:p>
            <a:r>
              <a:rPr lang="es-ES" sz="3000" dirty="0"/>
              <a:t>Tierra de una vez.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744" y="3357562"/>
            <a:ext cx="2714644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Picture 2" descr="Plantilla PowerPoint de Crayolas PPT | Fondos para power point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6" name="5 CuadroTexto"/>
          <p:cNvSpPr txBox="1"/>
          <p:nvPr/>
        </p:nvSpPr>
        <p:spPr>
          <a:xfrm>
            <a:off x="1857356" y="642918"/>
            <a:ext cx="64294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000" dirty="0"/>
              <a:t>En un planisferio </a:t>
            </a:r>
            <a:r>
              <a:rPr lang="es-ES" sz="3000" dirty="0" smtClean="0"/>
              <a:t>puedes ver </a:t>
            </a:r>
            <a:r>
              <a:rPr lang="es-ES" sz="3000" dirty="0"/>
              <a:t>todos los </a:t>
            </a:r>
            <a:r>
              <a:rPr lang="es-ES" sz="3000" dirty="0" smtClean="0"/>
              <a:t>continentes y </a:t>
            </a:r>
            <a:r>
              <a:rPr lang="es-ES" sz="3000" dirty="0"/>
              <a:t>océanos que hay en </a:t>
            </a:r>
            <a:r>
              <a:rPr lang="es-ES" sz="3000" dirty="0" smtClean="0"/>
              <a:t>la superficie </a:t>
            </a:r>
            <a:r>
              <a:rPr lang="es-ES" sz="3000" dirty="0"/>
              <a:t>de la </a:t>
            </a:r>
            <a:r>
              <a:rPr lang="es-ES" sz="3000" dirty="0" smtClean="0"/>
              <a:t>Tierra.</a:t>
            </a:r>
            <a:endParaRPr lang="es-ES" sz="3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2285992"/>
            <a:ext cx="5572164" cy="3258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0"/>
            <a:ext cx="6500858" cy="6716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500826" cy="6866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</a:t>
            </a:r>
            <a:r>
              <a:rPr lang="es-ES" dirty="0" smtClean="0"/>
              <a:t>esumen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Picture 2" descr="Plantilla PowerPoint de Crayolas PPT | Fondos para power point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4 CuadroTexto"/>
          <p:cNvSpPr txBox="1"/>
          <p:nvPr/>
        </p:nvSpPr>
        <p:spPr>
          <a:xfrm>
            <a:off x="2786050" y="714356"/>
            <a:ext cx="53578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dirty="0" smtClean="0"/>
              <a:t>RESUMEN DE LOS TIPOS DE MAPAS</a:t>
            </a:r>
            <a:endParaRPr lang="es-ES" sz="3000" dirty="0"/>
          </a:p>
        </p:txBody>
      </p:sp>
      <p:sp>
        <p:nvSpPr>
          <p:cNvPr id="6" name="5 CuadroTexto"/>
          <p:cNvSpPr txBox="1"/>
          <p:nvPr/>
        </p:nvSpPr>
        <p:spPr>
          <a:xfrm>
            <a:off x="1714480" y="1571612"/>
            <a:ext cx="657229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3000" dirty="0" smtClean="0"/>
          </a:p>
          <a:p>
            <a:r>
              <a:rPr lang="es-ES" sz="3000" dirty="0" smtClean="0"/>
              <a:t>Los </a:t>
            </a:r>
            <a:r>
              <a:rPr lang="es-ES" sz="3000" dirty="0"/>
              <a:t>mapas físicos, que nos</a:t>
            </a:r>
          </a:p>
          <a:p>
            <a:r>
              <a:rPr lang="es-ES" sz="3000" dirty="0"/>
              <a:t>pueden mostrar las cordilleras, los ríos y los </a:t>
            </a:r>
            <a:r>
              <a:rPr lang="es-ES" sz="3000" dirty="0" smtClean="0"/>
              <a:t>lagos.</a:t>
            </a:r>
          </a:p>
          <a:p>
            <a:r>
              <a:rPr lang="es-ES" sz="3000" dirty="0" smtClean="0"/>
              <a:t>Los </a:t>
            </a:r>
            <a:r>
              <a:rPr lang="es-ES" sz="3000" dirty="0"/>
              <a:t>mapas políticos, que</a:t>
            </a:r>
          </a:p>
          <a:p>
            <a:r>
              <a:rPr lang="es-ES" sz="3000" dirty="0"/>
              <a:t>muestran la división entre territorios, por ejemplo, entre los países.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109</Words>
  <Application>Microsoft Office PowerPoint</Application>
  <PresentationFormat>Presentación en pantalla (4:3)</PresentationFormat>
  <Paragraphs>13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LOS MAPAS</vt:lpstr>
      <vt:lpstr>Diapositiva 2</vt:lpstr>
      <vt:lpstr>Diapositiva 3</vt:lpstr>
      <vt:lpstr>Diapositiva 4</vt:lpstr>
      <vt:lpstr>Diapositiva 5</vt:lpstr>
      <vt:lpstr>Resumen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MAPAS</dc:title>
  <dc:creator>PB</dc:creator>
  <cp:lastModifiedBy>PB</cp:lastModifiedBy>
  <cp:revision>7</cp:revision>
  <dcterms:created xsi:type="dcterms:W3CDTF">2020-05-11T13:57:33Z</dcterms:created>
  <dcterms:modified xsi:type="dcterms:W3CDTF">2020-05-11T15:01:03Z</dcterms:modified>
</cp:coreProperties>
</file>