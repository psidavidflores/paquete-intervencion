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9" r:id="rId8"/>
    <p:sldId id="270" r:id="rId9"/>
    <p:sldId id="263" r:id="rId10"/>
    <p:sldId id="268" r:id="rId11"/>
    <p:sldId id="264" r:id="rId12"/>
    <p:sldId id="265" r:id="rId13"/>
    <p:sldId id="267" r:id="rId14"/>
    <p:sldId id="266" r:id="rId15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656" y="-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5193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232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06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461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918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223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7066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259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787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480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529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9667D-F2E8-4827-A49E-70E2C616423C}" type="datetimeFigureOut">
              <a:rPr lang="es-CL" smtClean="0"/>
              <a:t>27-02-2019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C5E96-87AA-4A9D-A156-275C1FDF12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2061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894826" y="4941168"/>
            <a:ext cx="535435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lin Sans FB Demi" pitchFamily="34" charset="0"/>
              </a:rPr>
              <a:t>La Naturaleza </a:t>
            </a:r>
            <a:endParaRPr lang="es-E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1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" t="1685" r="2355"/>
          <a:stretch/>
        </p:blipFill>
        <p:spPr bwMode="auto">
          <a:xfrm>
            <a:off x="0" y="0"/>
            <a:ext cx="9252520" cy="70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452286" y="1052736"/>
            <a:ext cx="66271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Seres de la naturaleza:</a:t>
            </a:r>
            <a:endParaRPr lang="es-E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957" y="1976065"/>
            <a:ext cx="5843488" cy="3332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76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63" y="-85725"/>
            <a:ext cx="9255126" cy="702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2"/>
            <a:ext cx="6336704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2915987" y="836712"/>
            <a:ext cx="3699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Las plantas </a:t>
            </a:r>
            <a:r>
              <a:rPr lang="es-ES" sz="5400" b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:</a:t>
            </a:r>
            <a:endParaRPr lang="es-E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819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63" y="-85725"/>
            <a:ext cx="9255126" cy="702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968260" y="908720"/>
            <a:ext cx="32074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Microbios </a:t>
            </a:r>
            <a:endParaRPr lang="es-E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029" y="1827323"/>
            <a:ext cx="5061942" cy="3257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3506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63" y="-85725"/>
            <a:ext cx="9255126" cy="702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132856"/>
            <a:ext cx="5040560" cy="3157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870376" y="1211988"/>
            <a:ext cx="31152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El hombre</a:t>
            </a:r>
            <a:endParaRPr lang="es-E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170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63" y="-85725"/>
            <a:ext cx="9255126" cy="702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904058"/>
            <a:ext cx="6264696" cy="3339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2927408" y="980728"/>
            <a:ext cx="30011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EL CLIMA </a:t>
            </a:r>
            <a:endParaRPr lang="es-E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750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la naturalez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0" y="0"/>
            <a:ext cx="91601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110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la naturalez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03" y="332656"/>
            <a:ext cx="4614921" cy="32194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84" y="3717032"/>
            <a:ext cx="4169400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la naturalez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16774"/>
            <a:ext cx="4374928" cy="29525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esultado de imagen para la naturalez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32656"/>
            <a:ext cx="3951060" cy="32194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02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9836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la naturaleza dibujo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9221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5664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96"/>
          <a:stretch/>
        </p:blipFill>
        <p:spPr bwMode="auto">
          <a:xfrm rot="5400000">
            <a:off x="1141675" y="-1144323"/>
            <a:ext cx="6860647" cy="9144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619672" y="1975457"/>
            <a:ext cx="6309769" cy="2554545"/>
          </a:xfrm>
          <a:prstGeom prst="rect">
            <a:avLst/>
          </a:prstGeom>
          <a:ln w="38100">
            <a:prstDash val="lgDashDot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0" b="1" dirty="0" smtClean="0">
                <a:ln w="57150">
                  <a:prstDash val="lgDashDotDot"/>
                </a:ln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Cómo cuidar la naturaleza?</a:t>
            </a:r>
            <a:endParaRPr lang="es-ES" sz="8000" b="1" cap="none" spc="0" dirty="0">
              <a:ln w="57150">
                <a:prstDash val="lgDashDotDot"/>
              </a:ln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2648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05"/>
          <a:stretch/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970" y="832730"/>
            <a:ext cx="2903998" cy="304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645024"/>
            <a:ext cx="2200764" cy="2332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692696"/>
            <a:ext cx="3096344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9" t="50000"/>
          <a:stretch/>
        </p:blipFill>
        <p:spPr bwMode="auto">
          <a:xfrm>
            <a:off x="2411760" y="4077072"/>
            <a:ext cx="3269357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3003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94" y="24089"/>
            <a:ext cx="9148693" cy="6833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3585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21</Words>
  <Application>Microsoft Office PowerPoint</Application>
  <PresentationFormat>Presentación en pantalla (4:3)</PresentationFormat>
  <Paragraphs>7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8</cp:revision>
  <dcterms:created xsi:type="dcterms:W3CDTF">2019-02-11T05:16:48Z</dcterms:created>
  <dcterms:modified xsi:type="dcterms:W3CDTF">2019-02-27T22:06:35Z</dcterms:modified>
</cp:coreProperties>
</file>