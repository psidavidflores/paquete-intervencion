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260" r:id="rId53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125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6BAB763A-C95A-430A-B00F-F9DEF415C9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A79089AF-77A5-4FC9-B685-54E33A3C72F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60B64FB6-18A0-4A90-AF7D-A727F22F9E11}" type="datetimeFigureOut">
              <a:rPr lang="es-ES"/>
              <a:pPr>
                <a:defRPr/>
              </a:pPr>
              <a:t>28/05/2020</a:t>
            </a:fld>
            <a:endParaRPr lang="es-ES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D7EB8B47-A73D-4693-AD5B-473BB48EA0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2DBE4E3E-8BC0-4A38-8A38-60E8A0970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47FF797D-26DC-48E2-B92C-0824D9FCD0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7B6D24EE-38F4-4A46-9402-0C16F89829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2E51753-E316-460C-8A2E-8A1E062709F8}" type="slidenum">
              <a:rPr lang="es-ES" altLang="es-ES"/>
              <a:pPr/>
              <a:t>‹Nº›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1 Marcador de imagen de diapositiva">
            <a:extLst>
              <a:ext uri="{FF2B5EF4-FFF2-40B4-BE49-F238E27FC236}">
                <a16:creationId xmlns:a16="http://schemas.microsoft.com/office/drawing/2014/main" id="{793F917D-B6C0-4B9E-8AC9-12D49DB99B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2 Marcador de notas">
            <a:extLst>
              <a:ext uri="{FF2B5EF4-FFF2-40B4-BE49-F238E27FC236}">
                <a16:creationId xmlns:a16="http://schemas.microsoft.com/office/drawing/2014/main" id="{E9D7FE87-AEE5-4C81-BB2D-A59970CC897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56324" name="3 Marcador de número de diapositiva">
            <a:extLst>
              <a:ext uri="{FF2B5EF4-FFF2-40B4-BE49-F238E27FC236}">
                <a16:creationId xmlns:a16="http://schemas.microsoft.com/office/drawing/2014/main" id="{043E6658-EB0F-41F4-AC15-D213FE034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59375F3-B3E8-4F15-8CBB-DEA9E68B4A08}" type="slidenum">
              <a:rPr lang="es-ES" altLang="es-ES"/>
              <a:pPr eaLnBrk="1" hangingPunct="1"/>
              <a:t>1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1 Marcador de imagen de diapositiva">
            <a:extLst>
              <a:ext uri="{FF2B5EF4-FFF2-40B4-BE49-F238E27FC236}">
                <a16:creationId xmlns:a16="http://schemas.microsoft.com/office/drawing/2014/main" id="{F4F5C628-429E-4333-8A62-72E65C8ADA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2 Marcador de notas">
            <a:extLst>
              <a:ext uri="{FF2B5EF4-FFF2-40B4-BE49-F238E27FC236}">
                <a16:creationId xmlns:a16="http://schemas.microsoft.com/office/drawing/2014/main" id="{8C05D5B0-61E9-4DDB-85F9-D5708C5664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57348" name="3 Marcador de número de diapositiva">
            <a:extLst>
              <a:ext uri="{FF2B5EF4-FFF2-40B4-BE49-F238E27FC236}">
                <a16:creationId xmlns:a16="http://schemas.microsoft.com/office/drawing/2014/main" id="{D8741303-FB0E-4E33-9BEF-428472C24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1727175-30FE-49B1-922E-C600C2B321AB}" type="slidenum">
              <a:rPr lang="es-ES" altLang="es-ES"/>
              <a:pPr eaLnBrk="1" hangingPunct="1"/>
              <a:t>2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1 Marcador de imagen de diapositiva">
            <a:extLst>
              <a:ext uri="{FF2B5EF4-FFF2-40B4-BE49-F238E27FC236}">
                <a16:creationId xmlns:a16="http://schemas.microsoft.com/office/drawing/2014/main" id="{6F1B8B2C-1BD9-47FF-81E2-5A0A7A8900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2 Marcador de notas">
            <a:extLst>
              <a:ext uri="{FF2B5EF4-FFF2-40B4-BE49-F238E27FC236}">
                <a16:creationId xmlns:a16="http://schemas.microsoft.com/office/drawing/2014/main" id="{4C794A70-C1D5-4CA7-8FFD-1E5A08CDF1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58372" name="3 Marcador de número de diapositiva">
            <a:extLst>
              <a:ext uri="{FF2B5EF4-FFF2-40B4-BE49-F238E27FC236}">
                <a16:creationId xmlns:a16="http://schemas.microsoft.com/office/drawing/2014/main" id="{41245E19-AC30-46CD-8D7A-9E6B6FFCEB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5A189C4-3F93-45A6-8135-EECDCB0E47BC}" type="slidenum">
              <a:rPr lang="es-ES" altLang="es-ES"/>
              <a:pPr eaLnBrk="1" hangingPunct="1"/>
              <a:t>3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1 Marcador de imagen de diapositiva">
            <a:extLst>
              <a:ext uri="{FF2B5EF4-FFF2-40B4-BE49-F238E27FC236}">
                <a16:creationId xmlns:a16="http://schemas.microsoft.com/office/drawing/2014/main" id="{7F309295-B8E1-4548-A8CD-FE331A2332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2 Marcador de notas">
            <a:extLst>
              <a:ext uri="{FF2B5EF4-FFF2-40B4-BE49-F238E27FC236}">
                <a16:creationId xmlns:a16="http://schemas.microsoft.com/office/drawing/2014/main" id="{37151214-5AEB-4180-90F8-385BC8E348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59396" name="3 Marcador de número de diapositiva">
            <a:extLst>
              <a:ext uri="{FF2B5EF4-FFF2-40B4-BE49-F238E27FC236}">
                <a16:creationId xmlns:a16="http://schemas.microsoft.com/office/drawing/2014/main" id="{FB283FEF-A0CF-4BB3-88A1-AD77E06D14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D7DC444-7A78-4EB8-A9CA-3E7DC109A470}" type="slidenum">
              <a:rPr lang="es-ES" altLang="es-ES"/>
              <a:pPr eaLnBrk="1" hangingPunct="1"/>
              <a:t>4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1 Marcador de imagen de diapositiva">
            <a:extLst>
              <a:ext uri="{FF2B5EF4-FFF2-40B4-BE49-F238E27FC236}">
                <a16:creationId xmlns:a16="http://schemas.microsoft.com/office/drawing/2014/main" id="{EC2B8F17-76C0-4ADD-A226-1D28A7E636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2 Marcador de notas">
            <a:extLst>
              <a:ext uri="{FF2B5EF4-FFF2-40B4-BE49-F238E27FC236}">
                <a16:creationId xmlns:a16="http://schemas.microsoft.com/office/drawing/2014/main" id="{07087C85-7F51-41B5-9ECA-B436E30C8D3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60420" name="3 Marcador de número de diapositiva">
            <a:extLst>
              <a:ext uri="{FF2B5EF4-FFF2-40B4-BE49-F238E27FC236}">
                <a16:creationId xmlns:a16="http://schemas.microsoft.com/office/drawing/2014/main" id="{F3CE5D22-A474-469C-9129-9556876BA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B97B1CA-D157-4CE8-A987-C5308F483853}" type="slidenum">
              <a:rPr lang="es-ES" altLang="es-ES"/>
              <a:pPr eaLnBrk="1" hangingPunct="1"/>
              <a:t>5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1 Marcador de imagen de diapositiva">
            <a:extLst>
              <a:ext uri="{FF2B5EF4-FFF2-40B4-BE49-F238E27FC236}">
                <a16:creationId xmlns:a16="http://schemas.microsoft.com/office/drawing/2014/main" id="{D3B6F044-AA32-42DB-8717-1A1A72ABC85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2 Marcador de notas">
            <a:extLst>
              <a:ext uri="{FF2B5EF4-FFF2-40B4-BE49-F238E27FC236}">
                <a16:creationId xmlns:a16="http://schemas.microsoft.com/office/drawing/2014/main" id="{389937FA-0AEB-4299-898A-A153206D6A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61444" name="3 Marcador de número de diapositiva">
            <a:extLst>
              <a:ext uri="{FF2B5EF4-FFF2-40B4-BE49-F238E27FC236}">
                <a16:creationId xmlns:a16="http://schemas.microsoft.com/office/drawing/2014/main" id="{2ED1A6FB-B00D-42B7-A104-2B38F554D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B2B4DB1-1755-4253-89B6-4D393045483A}" type="slidenum">
              <a:rPr lang="es-ES" altLang="es-ES"/>
              <a:pPr eaLnBrk="1" hangingPunct="1"/>
              <a:t>6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1 Marcador de imagen de diapositiva">
            <a:extLst>
              <a:ext uri="{FF2B5EF4-FFF2-40B4-BE49-F238E27FC236}">
                <a16:creationId xmlns:a16="http://schemas.microsoft.com/office/drawing/2014/main" id="{813D3E6A-9A1C-4AE2-B720-CAA73F5A7D1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2 Marcador de notas">
            <a:extLst>
              <a:ext uri="{FF2B5EF4-FFF2-40B4-BE49-F238E27FC236}">
                <a16:creationId xmlns:a16="http://schemas.microsoft.com/office/drawing/2014/main" id="{9330B0C1-AECB-4324-B8ED-F003FD735C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62468" name="3 Marcador de número de diapositiva">
            <a:extLst>
              <a:ext uri="{FF2B5EF4-FFF2-40B4-BE49-F238E27FC236}">
                <a16:creationId xmlns:a16="http://schemas.microsoft.com/office/drawing/2014/main" id="{639305EF-E253-4F3D-A116-AF6406473A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E176DC-DE51-433F-B9FC-046B78E912EF}" type="slidenum">
              <a:rPr lang="es-ES" altLang="es-ES"/>
              <a:pPr eaLnBrk="1" hangingPunct="1"/>
              <a:t>7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1 Marcador de imagen de diapositiva">
            <a:extLst>
              <a:ext uri="{FF2B5EF4-FFF2-40B4-BE49-F238E27FC236}">
                <a16:creationId xmlns:a16="http://schemas.microsoft.com/office/drawing/2014/main" id="{E18CBAF1-7B9B-43B3-AA89-C6ACA48B63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2 Marcador de notas">
            <a:extLst>
              <a:ext uri="{FF2B5EF4-FFF2-40B4-BE49-F238E27FC236}">
                <a16:creationId xmlns:a16="http://schemas.microsoft.com/office/drawing/2014/main" id="{9B3C2003-1486-4AF7-B5F0-5936206C31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63492" name="3 Marcador de número de diapositiva">
            <a:extLst>
              <a:ext uri="{FF2B5EF4-FFF2-40B4-BE49-F238E27FC236}">
                <a16:creationId xmlns:a16="http://schemas.microsoft.com/office/drawing/2014/main" id="{D5D1952C-23ED-4C98-84EB-FA5290A04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DF6E9D0-2EAA-44A6-8760-0408EE8A10EB}" type="slidenum">
              <a:rPr lang="es-ES" altLang="es-ES"/>
              <a:pPr eaLnBrk="1" hangingPunct="1"/>
              <a:t>8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1 Marcador de imagen de diapositiva">
            <a:extLst>
              <a:ext uri="{FF2B5EF4-FFF2-40B4-BE49-F238E27FC236}">
                <a16:creationId xmlns:a16="http://schemas.microsoft.com/office/drawing/2014/main" id="{679BD19F-BE79-46F2-891C-FD6D2630FD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2 Marcador de notas">
            <a:extLst>
              <a:ext uri="{FF2B5EF4-FFF2-40B4-BE49-F238E27FC236}">
                <a16:creationId xmlns:a16="http://schemas.microsoft.com/office/drawing/2014/main" id="{A57C02AC-0720-4DB8-A9B3-61738C6C95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64516" name="3 Marcador de número de diapositiva">
            <a:extLst>
              <a:ext uri="{FF2B5EF4-FFF2-40B4-BE49-F238E27FC236}">
                <a16:creationId xmlns:a16="http://schemas.microsoft.com/office/drawing/2014/main" id="{BF2AC7F8-A295-41AD-9FB9-F06881AE6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0196782-88A6-408D-83BF-0CD01C70EE2D}" type="slidenum">
              <a:rPr lang="es-ES" altLang="es-ES"/>
              <a:pPr eaLnBrk="1" hangingPunct="1"/>
              <a:t>9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1 Marcador de imagen de diapositiva">
            <a:extLst>
              <a:ext uri="{FF2B5EF4-FFF2-40B4-BE49-F238E27FC236}">
                <a16:creationId xmlns:a16="http://schemas.microsoft.com/office/drawing/2014/main" id="{EC66D7CE-86BE-4D23-9701-3F421AF47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2 Marcador de notas">
            <a:extLst>
              <a:ext uri="{FF2B5EF4-FFF2-40B4-BE49-F238E27FC236}">
                <a16:creationId xmlns:a16="http://schemas.microsoft.com/office/drawing/2014/main" id="{2F83A91C-F734-4642-80CC-6A7631847C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65540" name="3 Marcador de número de diapositiva">
            <a:extLst>
              <a:ext uri="{FF2B5EF4-FFF2-40B4-BE49-F238E27FC236}">
                <a16:creationId xmlns:a16="http://schemas.microsoft.com/office/drawing/2014/main" id="{EF8609D0-A7B1-49F9-9E49-539EDB1B7E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B53D5B1-83BB-4DA4-A279-EF315B6BA1A6}" type="slidenum">
              <a:rPr lang="es-ES" altLang="es-ES"/>
              <a:pPr eaLnBrk="1" hangingPunct="1"/>
              <a:t>10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1 Marcador de imagen de diapositiva">
            <a:extLst>
              <a:ext uri="{FF2B5EF4-FFF2-40B4-BE49-F238E27FC236}">
                <a16:creationId xmlns:a16="http://schemas.microsoft.com/office/drawing/2014/main" id="{FA51EFA7-7F39-4D63-9951-EDA7D1AAE7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2 Marcador de notas">
            <a:extLst>
              <a:ext uri="{FF2B5EF4-FFF2-40B4-BE49-F238E27FC236}">
                <a16:creationId xmlns:a16="http://schemas.microsoft.com/office/drawing/2014/main" id="{A7E3153F-6594-4367-8B44-9B7921DB01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66564" name="3 Marcador de número de diapositiva">
            <a:extLst>
              <a:ext uri="{FF2B5EF4-FFF2-40B4-BE49-F238E27FC236}">
                <a16:creationId xmlns:a16="http://schemas.microsoft.com/office/drawing/2014/main" id="{418C6CE0-23EA-4DA4-A673-520785C958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7EF4CE0-67E3-48DA-ABBA-2157FB72B582}" type="slidenum">
              <a:rPr lang="es-ES" altLang="es-ES"/>
              <a:pPr eaLnBrk="1" hangingPunct="1"/>
              <a:t>11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1 Marcador de imagen de diapositiva">
            <a:extLst>
              <a:ext uri="{FF2B5EF4-FFF2-40B4-BE49-F238E27FC236}">
                <a16:creationId xmlns:a16="http://schemas.microsoft.com/office/drawing/2014/main" id="{9CDD2028-DC77-41C7-ABFD-712F0807251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2 Marcador de notas">
            <a:extLst>
              <a:ext uri="{FF2B5EF4-FFF2-40B4-BE49-F238E27FC236}">
                <a16:creationId xmlns:a16="http://schemas.microsoft.com/office/drawing/2014/main" id="{D372CF49-899B-4D15-A6F8-DB3D5B8552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67588" name="3 Marcador de número de diapositiva">
            <a:extLst>
              <a:ext uri="{FF2B5EF4-FFF2-40B4-BE49-F238E27FC236}">
                <a16:creationId xmlns:a16="http://schemas.microsoft.com/office/drawing/2014/main" id="{6206893B-F46D-480C-97E6-C4E55D561F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B1385EE-CCB0-4063-BE3F-5F5EE1371875}" type="slidenum">
              <a:rPr lang="es-ES" altLang="es-ES"/>
              <a:pPr eaLnBrk="1" hangingPunct="1"/>
              <a:t>12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1 Marcador de imagen de diapositiva">
            <a:extLst>
              <a:ext uri="{FF2B5EF4-FFF2-40B4-BE49-F238E27FC236}">
                <a16:creationId xmlns:a16="http://schemas.microsoft.com/office/drawing/2014/main" id="{5219AF49-307E-4792-86F3-7A22D4ECFC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2 Marcador de notas">
            <a:extLst>
              <a:ext uri="{FF2B5EF4-FFF2-40B4-BE49-F238E27FC236}">
                <a16:creationId xmlns:a16="http://schemas.microsoft.com/office/drawing/2014/main" id="{5F9EE853-6E4A-4932-AC53-B08D3AF45C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68612" name="3 Marcador de número de diapositiva">
            <a:extLst>
              <a:ext uri="{FF2B5EF4-FFF2-40B4-BE49-F238E27FC236}">
                <a16:creationId xmlns:a16="http://schemas.microsoft.com/office/drawing/2014/main" id="{4EAAF540-01BD-485B-882C-FC1C730FC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DF6BDA-24FF-4C50-8A34-EB5C80AE125C}" type="slidenum">
              <a:rPr lang="es-ES" altLang="es-ES"/>
              <a:pPr eaLnBrk="1" hangingPunct="1"/>
              <a:t>13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1 Marcador de imagen de diapositiva">
            <a:extLst>
              <a:ext uri="{FF2B5EF4-FFF2-40B4-BE49-F238E27FC236}">
                <a16:creationId xmlns:a16="http://schemas.microsoft.com/office/drawing/2014/main" id="{539E74DF-D59F-4264-8F6E-23CD430FBD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2 Marcador de notas">
            <a:extLst>
              <a:ext uri="{FF2B5EF4-FFF2-40B4-BE49-F238E27FC236}">
                <a16:creationId xmlns:a16="http://schemas.microsoft.com/office/drawing/2014/main" id="{BB8AAD53-48B0-46AF-AF8E-3EB0169595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69636" name="3 Marcador de número de diapositiva">
            <a:extLst>
              <a:ext uri="{FF2B5EF4-FFF2-40B4-BE49-F238E27FC236}">
                <a16:creationId xmlns:a16="http://schemas.microsoft.com/office/drawing/2014/main" id="{B8D29D33-A29B-4827-A98E-0E2783FD8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445E24C-2027-44E2-919A-F0CB43843FDC}" type="slidenum">
              <a:rPr lang="es-ES" altLang="es-ES"/>
              <a:pPr eaLnBrk="1" hangingPunct="1"/>
              <a:t>14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1 Marcador de imagen de diapositiva">
            <a:extLst>
              <a:ext uri="{FF2B5EF4-FFF2-40B4-BE49-F238E27FC236}">
                <a16:creationId xmlns:a16="http://schemas.microsoft.com/office/drawing/2014/main" id="{BC2E0FC9-1EC9-4FB7-838C-9E626C162B8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2 Marcador de notas">
            <a:extLst>
              <a:ext uri="{FF2B5EF4-FFF2-40B4-BE49-F238E27FC236}">
                <a16:creationId xmlns:a16="http://schemas.microsoft.com/office/drawing/2014/main" id="{67607126-8ECF-44CA-BBF7-62395AE7A5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70660" name="3 Marcador de número de diapositiva">
            <a:extLst>
              <a:ext uri="{FF2B5EF4-FFF2-40B4-BE49-F238E27FC236}">
                <a16:creationId xmlns:a16="http://schemas.microsoft.com/office/drawing/2014/main" id="{9E2172AC-18F8-4978-81A1-549EE3274E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32A517F-3EAC-4697-B910-5ECABE52A608}" type="slidenum">
              <a:rPr lang="es-ES" altLang="es-ES"/>
              <a:pPr eaLnBrk="1" hangingPunct="1"/>
              <a:t>15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1 Marcador de imagen de diapositiva">
            <a:extLst>
              <a:ext uri="{FF2B5EF4-FFF2-40B4-BE49-F238E27FC236}">
                <a16:creationId xmlns:a16="http://schemas.microsoft.com/office/drawing/2014/main" id="{7C4A5E89-063A-4268-A234-1FB4E6A7EF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2 Marcador de notas">
            <a:extLst>
              <a:ext uri="{FF2B5EF4-FFF2-40B4-BE49-F238E27FC236}">
                <a16:creationId xmlns:a16="http://schemas.microsoft.com/office/drawing/2014/main" id="{DADC5710-C601-4024-9BA9-3F5E7F1350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71684" name="3 Marcador de número de diapositiva">
            <a:extLst>
              <a:ext uri="{FF2B5EF4-FFF2-40B4-BE49-F238E27FC236}">
                <a16:creationId xmlns:a16="http://schemas.microsoft.com/office/drawing/2014/main" id="{4540284C-2CBD-4F76-8914-DDC6C1C6D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C02EE86-9091-4012-8E0E-FDB79DBFB1E9}" type="slidenum">
              <a:rPr lang="es-ES" altLang="es-ES"/>
              <a:pPr eaLnBrk="1" hangingPunct="1"/>
              <a:t>16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1 Marcador de imagen de diapositiva">
            <a:extLst>
              <a:ext uri="{FF2B5EF4-FFF2-40B4-BE49-F238E27FC236}">
                <a16:creationId xmlns:a16="http://schemas.microsoft.com/office/drawing/2014/main" id="{4E5958DC-5875-4779-98A8-7646E95537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2 Marcador de notas">
            <a:extLst>
              <a:ext uri="{FF2B5EF4-FFF2-40B4-BE49-F238E27FC236}">
                <a16:creationId xmlns:a16="http://schemas.microsoft.com/office/drawing/2014/main" id="{5CA61255-BCB9-4037-AEBA-B49C59CF496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72708" name="3 Marcador de número de diapositiva">
            <a:extLst>
              <a:ext uri="{FF2B5EF4-FFF2-40B4-BE49-F238E27FC236}">
                <a16:creationId xmlns:a16="http://schemas.microsoft.com/office/drawing/2014/main" id="{CD7595F5-731D-432A-8D4F-E035322CF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8C26343-14C5-4EE7-82DA-47EDBB616737}" type="slidenum">
              <a:rPr lang="es-ES" altLang="es-ES"/>
              <a:pPr eaLnBrk="1" hangingPunct="1"/>
              <a:t>17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1 Marcador de imagen de diapositiva">
            <a:extLst>
              <a:ext uri="{FF2B5EF4-FFF2-40B4-BE49-F238E27FC236}">
                <a16:creationId xmlns:a16="http://schemas.microsoft.com/office/drawing/2014/main" id="{36A1273B-92E8-4749-9ACF-81F13BA091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2 Marcador de notas">
            <a:extLst>
              <a:ext uri="{FF2B5EF4-FFF2-40B4-BE49-F238E27FC236}">
                <a16:creationId xmlns:a16="http://schemas.microsoft.com/office/drawing/2014/main" id="{959D33FA-B9D3-4222-9228-10725E96D2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73732" name="3 Marcador de número de diapositiva">
            <a:extLst>
              <a:ext uri="{FF2B5EF4-FFF2-40B4-BE49-F238E27FC236}">
                <a16:creationId xmlns:a16="http://schemas.microsoft.com/office/drawing/2014/main" id="{1E089EA9-A666-4817-9A50-10635B635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D09E912-0040-43BE-AD67-0D1D1AE13E3D}" type="slidenum">
              <a:rPr lang="es-ES" altLang="es-ES"/>
              <a:pPr eaLnBrk="1" hangingPunct="1"/>
              <a:t>18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1 Marcador de imagen de diapositiva">
            <a:extLst>
              <a:ext uri="{FF2B5EF4-FFF2-40B4-BE49-F238E27FC236}">
                <a16:creationId xmlns:a16="http://schemas.microsoft.com/office/drawing/2014/main" id="{9B72B490-C4AB-447C-86CB-3264AD5DE1E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2 Marcador de notas">
            <a:extLst>
              <a:ext uri="{FF2B5EF4-FFF2-40B4-BE49-F238E27FC236}">
                <a16:creationId xmlns:a16="http://schemas.microsoft.com/office/drawing/2014/main" id="{69F6B4AE-0768-42A4-BFAF-8CA131D5D1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74756" name="3 Marcador de número de diapositiva">
            <a:extLst>
              <a:ext uri="{FF2B5EF4-FFF2-40B4-BE49-F238E27FC236}">
                <a16:creationId xmlns:a16="http://schemas.microsoft.com/office/drawing/2014/main" id="{30349F85-0303-44E4-93C5-9BA5835A74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0BB501A-42B0-492C-A791-90C4B458AE29}" type="slidenum">
              <a:rPr lang="es-ES" altLang="es-ES"/>
              <a:pPr eaLnBrk="1" hangingPunct="1"/>
              <a:t>19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1 Marcador de imagen de diapositiva">
            <a:extLst>
              <a:ext uri="{FF2B5EF4-FFF2-40B4-BE49-F238E27FC236}">
                <a16:creationId xmlns:a16="http://schemas.microsoft.com/office/drawing/2014/main" id="{3FAD4E85-E1A6-4305-8D90-9236D7FA65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2 Marcador de notas">
            <a:extLst>
              <a:ext uri="{FF2B5EF4-FFF2-40B4-BE49-F238E27FC236}">
                <a16:creationId xmlns:a16="http://schemas.microsoft.com/office/drawing/2014/main" id="{3BF58A30-00FE-45EF-A76A-7F92713017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75780" name="3 Marcador de número de diapositiva">
            <a:extLst>
              <a:ext uri="{FF2B5EF4-FFF2-40B4-BE49-F238E27FC236}">
                <a16:creationId xmlns:a16="http://schemas.microsoft.com/office/drawing/2014/main" id="{C1B617D9-BBC6-484A-AD6A-635E82DBF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CFA207D-2F57-4EF5-B148-1FEC0F9D1D77}" type="slidenum">
              <a:rPr lang="es-ES" altLang="es-ES"/>
              <a:pPr eaLnBrk="1" hangingPunct="1"/>
              <a:t>20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1 Marcador de imagen de diapositiva">
            <a:extLst>
              <a:ext uri="{FF2B5EF4-FFF2-40B4-BE49-F238E27FC236}">
                <a16:creationId xmlns:a16="http://schemas.microsoft.com/office/drawing/2014/main" id="{BCEB812F-55D8-4B6E-855D-489266DACF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2 Marcador de notas">
            <a:extLst>
              <a:ext uri="{FF2B5EF4-FFF2-40B4-BE49-F238E27FC236}">
                <a16:creationId xmlns:a16="http://schemas.microsoft.com/office/drawing/2014/main" id="{D222BD8E-E8A8-40F1-A6EC-266E275089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76804" name="3 Marcador de número de diapositiva">
            <a:extLst>
              <a:ext uri="{FF2B5EF4-FFF2-40B4-BE49-F238E27FC236}">
                <a16:creationId xmlns:a16="http://schemas.microsoft.com/office/drawing/2014/main" id="{9F01AE3D-341C-4C11-929B-FE6FC13179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A473E6A-444F-4275-B5D6-939423419FCC}" type="slidenum">
              <a:rPr lang="es-ES" altLang="es-ES"/>
              <a:pPr eaLnBrk="1" hangingPunct="1"/>
              <a:t>21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1 Marcador de imagen de diapositiva">
            <a:extLst>
              <a:ext uri="{FF2B5EF4-FFF2-40B4-BE49-F238E27FC236}">
                <a16:creationId xmlns:a16="http://schemas.microsoft.com/office/drawing/2014/main" id="{3B9BAA05-33CF-45A5-8872-1202C17E40C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2 Marcador de notas">
            <a:extLst>
              <a:ext uri="{FF2B5EF4-FFF2-40B4-BE49-F238E27FC236}">
                <a16:creationId xmlns:a16="http://schemas.microsoft.com/office/drawing/2014/main" id="{AB2231BF-2107-41DE-ADAE-B80D63F2B8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77828" name="3 Marcador de número de diapositiva">
            <a:extLst>
              <a:ext uri="{FF2B5EF4-FFF2-40B4-BE49-F238E27FC236}">
                <a16:creationId xmlns:a16="http://schemas.microsoft.com/office/drawing/2014/main" id="{021BEF86-E835-4EC0-AE15-7DB7F47D7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B652034-BB95-4C3A-A567-0C765F0F704B}" type="slidenum">
              <a:rPr lang="es-ES" altLang="es-ES"/>
              <a:pPr eaLnBrk="1" hangingPunct="1"/>
              <a:t>22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1 Marcador de imagen de diapositiva">
            <a:extLst>
              <a:ext uri="{FF2B5EF4-FFF2-40B4-BE49-F238E27FC236}">
                <a16:creationId xmlns:a16="http://schemas.microsoft.com/office/drawing/2014/main" id="{3789201C-B540-46D0-95DD-52ECBD0777F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2 Marcador de notas">
            <a:extLst>
              <a:ext uri="{FF2B5EF4-FFF2-40B4-BE49-F238E27FC236}">
                <a16:creationId xmlns:a16="http://schemas.microsoft.com/office/drawing/2014/main" id="{3245F13A-4485-4811-9D78-FB00E553A2F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78852" name="3 Marcador de número de diapositiva">
            <a:extLst>
              <a:ext uri="{FF2B5EF4-FFF2-40B4-BE49-F238E27FC236}">
                <a16:creationId xmlns:a16="http://schemas.microsoft.com/office/drawing/2014/main" id="{C673CB61-49F9-4297-979B-353ACB5069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BCBD5B0-AC78-4DB5-A58D-591665E731E1}" type="slidenum">
              <a:rPr lang="es-ES" altLang="es-ES"/>
              <a:pPr eaLnBrk="1" hangingPunct="1"/>
              <a:t>23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1 Marcador de imagen de diapositiva">
            <a:extLst>
              <a:ext uri="{FF2B5EF4-FFF2-40B4-BE49-F238E27FC236}">
                <a16:creationId xmlns:a16="http://schemas.microsoft.com/office/drawing/2014/main" id="{551CBAD2-801E-4097-B917-E8991F51A4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2 Marcador de notas">
            <a:extLst>
              <a:ext uri="{FF2B5EF4-FFF2-40B4-BE49-F238E27FC236}">
                <a16:creationId xmlns:a16="http://schemas.microsoft.com/office/drawing/2014/main" id="{E9742329-4621-49DE-A5C3-644804A026D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79876" name="3 Marcador de número de diapositiva">
            <a:extLst>
              <a:ext uri="{FF2B5EF4-FFF2-40B4-BE49-F238E27FC236}">
                <a16:creationId xmlns:a16="http://schemas.microsoft.com/office/drawing/2014/main" id="{8550EDDD-8C30-4254-9196-FE6B72730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CC3E2D2-5BF2-4243-A461-149955F8720B}" type="slidenum">
              <a:rPr lang="es-ES" altLang="es-ES"/>
              <a:pPr eaLnBrk="1" hangingPunct="1"/>
              <a:t>24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1 Marcador de imagen de diapositiva">
            <a:extLst>
              <a:ext uri="{FF2B5EF4-FFF2-40B4-BE49-F238E27FC236}">
                <a16:creationId xmlns:a16="http://schemas.microsoft.com/office/drawing/2014/main" id="{2041AE04-F373-4E91-BEDA-51ECDB5AC9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2 Marcador de notas">
            <a:extLst>
              <a:ext uri="{FF2B5EF4-FFF2-40B4-BE49-F238E27FC236}">
                <a16:creationId xmlns:a16="http://schemas.microsoft.com/office/drawing/2014/main" id="{B2D1A5A9-1BBE-4793-8E62-4065B5A9E4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80900" name="3 Marcador de número de diapositiva">
            <a:extLst>
              <a:ext uri="{FF2B5EF4-FFF2-40B4-BE49-F238E27FC236}">
                <a16:creationId xmlns:a16="http://schemas.microsoft.com/office/drawing/2014/main" id="{5E220B19-867A-4493-BCFC-AE646CB117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EA126D1-C72F-449E-BFBD-639D6C1AC9FE}" type="slidenum">
              <a:rPr lang="es-ES" altLang="es-ES"/>
              <a:pPr eaLnBrk="1" hangingPunct="1"/>
              <a:t>25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1 Marcador de imagen de diapositiva">
            <a:extLst>
              <a:ext uri="{FF2B5EF4-FFF2-40B4-BE49-F238E27FC236}">
                <a16:creationId xmlns:a16="http://schemas.microsoft.com/office/drawing/2014/main" id="{8D337EFF-DA79-4CAB-B3D9-E544AA50EA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2 Marcador de notas">
            <a:extLst>
              <a:ext uri="{FF2B5EF4-FFF2-40B4-BE49-F238E27FC236}">
                <a16:creationId xmlns:a16="http://schemas.microsoft.com/office/drawing/2014/main" id="{3B4A61CE-7BA6-4DA0-8969-4077D6CB6EC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81924" name="3 Marcador de número de diapositiva">
            <a:extLst>
              <a:ext uri="{FF2B5EF4-FFF2-40B4-BE49-F238E27FC236}">
                <a16:creationId xmlns:a16="http://schemas.microsoft.com/office/drawing/2014/main" id="{421A9F78-E661-4325-BFA9-C44BDA04A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A4EBDF-423A-4332-9183-150C4230F026}" type="slidenum">
              <a:rPr lang="es-ES" altLang="es-ES"/>
              <a:pPr eaLnBrk="1" hangingPunct="1"/>
              <a:t>26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1 Marcador de imagen de diapositiva">
            <a:extLst>
              <a:ext uri="{FF2B5EF4-FFF2-40B4-BE49-F238E27FC236}">
                <a16:creationId xmlns:a16="http://schemas.microsoft.com/office/drawing/2014/main" id="{993B2BD8-23FB-4E6B-9523-88D059061E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2 Marcador de notas">
            <a:extLst>
              <a:ext uri="{FF2B5EF4-FFF2-40B4-BE49-F238E27FC236}">
                <a16:creationId xmlns:a16="http://schemas.microsoft.com/office/drawing/2014/main" id="{81CDEF6A-3336-4BE3-BF09-42AAE489C9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82948" name="3 Marcador de número de diapositiva">
            <a:extLst>
              <a:ext uri="{FF2B5EF4-FFF2-40B4-BE49-F238E27FC236}">
                <a16:creationId xmlns:a16="http://schemas.microsoft.com/office/drawing/2014/main" id="{8500A1EA-BCC6-4CD9-8089-26E54072E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DCE965E-04E1-425F-AB1C-BBD40F986101}" type="slidenum">
              <a:rPr lang="es-ES" altLang="es-ES"/>
              <a:pPr eaLnBrk="1" hangingPunct="1"/>
              <a:t>27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1 Marcador de imagen de diapositiva">
            <a:extLst>
              <a:ext uri="{FF2B5EF4-FFF2-40B4-BE49-F238E27FC236}">
                <a16:creationId xmlns:a16="http://schemas.microsoft.com/office/drawing/2014/main" id="{789F574E-D5DB-4DA4-ADA9-74115094407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2 Marcador de notas">
            <a:extLst>
              <a:ext uri="{FF2B5EF4-FFF2-40B4-BE49-F238E27FC236}">
                <a16:creationId xmlns:a16="http://schemas.microsoft.com/office/drawing/2014/main" id="{0B5E6060-8F1C-4A78-BD49-6D33264CFD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83972" name="3 Marcador de número de diapositiva">
            <a:extLst>
              <a:ext uri="{FF2B5EF4-FFF2-40B4-BE49-F238E27FC236}">
                <a16:creationId xmlns:a16="http://schemas.microsoft.com/office/drawing/2014/main" id="{D8B54EC0-E4E3-4215-92A3-7F9ADA88E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51308A8-6511-47B8-948E-BBCA5EC382E5}" type="slidenum">
              <a:rPr lang="es-ES" altLang="es-ES"/>
              <a:pPr eaLnBrk="1" hangingPunct="1"/>
              <a:t>28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1 Marcador de imagen de diapositiva">
            <a:extLst>
              <a:ext uri="{FF2B5EF4-FFF2-40B4-BE49-F238E27FC236}">
                <a16:creationId xmlns:a16="http://schemas.microsoft.com/office/drawing/2014/main" id="{1B1B6BFA-42CB-46EA-A0A1-5D0B11B35B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2 Marcador de notas">
            <a:extLst>
              <a:ext uri="{FF2B5EF4-FFF2-40B4-BE49-F238E27FC236}">
                <a16:creationId xmlns:a16="http://schemas.microsoft.com/office/drawing/2014/main" id="{3B6C9092-35D2-4B9E-A979-47BD293FFF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84996" name="3 Marcador de número de diapositiva">
            <a:extLst>
              <a:ext uri="{FF2B5EF4-FFF2-40B4-BE49-F238E27FC236}">
                <a16:creationId xmlns:a16="http://schemas.microsoft.com/office/drawing/2014/main" id="{D25F2C26-8ED5-4A6E-B00F-B70070969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D0AD4F3-8904-4FF4-85FC-B2EAAE3C58E8}" type="slidenum">
              <a:rPr lang="es-ES" altLang="es-ES"/>
              <a:pPr eaLnBrk="1" hangingPunct="1"/>
              <a:t>29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1 Marcador de imagen de diapositiva">
            <a:extLst>
              <a:ext uri="{FF2B5EF4-FFF2-40B4-BE49-F238E27FC236}">
                <a16:creationId xmlns:a16="http://schemas.microsoft.com/office/drawing/2014/main" id="{2869EF7A-2258-49C2-99CF-9F79520BD9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2 Marcador de notas">
            <a:extLst>
              <a:ext uri="{FF2B5EF4-FFF2-40B4-BE49-F238E27FC236}">
                <a16:creationId xmlns:a16="http://schemas.microsoft.com/office/drawing/2014/main" id="{E1C4B0CA-B3FE-4243-A6C8-44CA52B12C7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86020" name="3 Marcador de número de diapositiva">
            <a:extLst>
              <a:ext uri="{FF2B5EF4-FFF2-40B4-BE49-F238E27FC236}">
                <a16:creationId xmlns:a16="http://schemas.microsoft.com/office/drawing/2014/main" id="{3D407FCA-FCBC-406F-826C-65589B568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80F7CA1-A958-49F6-B258-AF501F1DC75F}" type="slidenum">
              <a:rPr lang="es-ES" altLang="es-ES"/>
              <a:pPr eaLnBrk="1" hangingPunct="1"/>
              <a:t>30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1 Marcador de imagen de diapositiva">
            <a:extLst>
              <a:ext uri="{FF2B5EF4-FFF2-40B4-BE49-F238E27FC236}">
                <a16:creationId xmlns:a16="http://schemas.microsoft.com/office/drawing/2014/main" id="{645E8059-931D-4F08-AD5B-661BA663163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2 Marcador de notas">
            <a:extLst>
              <a:ext uri="{FF2B5EF4-FFF2-40B4-BE49-F238E27FC236}">
                <a16:creationId xmlns:a16="http://schemas.microsoft.com/office/drawing/2014/main" id="{0C07F4D1-5025-4997-A8AC-B17425CBE3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87044" name="3 Marcador de número de diapositiva">
            <a:extLst>
              <a:ext uri="{FF2B5EF4-FFF2-40B4-BE49-F238E27FC236}">
                <a16:creationId xmlns:a16="http://schemas.microsoft.com/office/drawing/2014/main" id="{82213967-8F81-4B54-8CE2-81D5F67A1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58242BC-50C5-41AC-843A-8FCA4B477E2B}" type="slidenum">
              <a:rPr lang="es-ES" altLang="es-ES"/>
              <a:pPr eaLnBrk="1" hangingPunct="1"/>
              <a:t>31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1 Marcador de imagen de diapositiva">
            <a:extLst>
              <a:ext uri="{FF2B5EF4-FFF2-40B4-BE49-F238E27FC236}">
                <a16:creationId xmlns:a16="http://schemas.microsoft.com/office/drawing/2014/main" id="{246F15A7-A15D-4489-96C2-40F3968B76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2 Marcador de notas">
            <a:extLst>
              <a:ext uri="{FF2B5EF4-FFF2-40B4-BE49-F238E27FC236}">
                <a16:creationId xmlns:a16="http://schemas.microsoft.com/office/drawing/2014/main" id="{F5EBBA69-0EB4-48CD-BA26-4631096443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88068" name="3 Marcador de número de diapositiva">
            <a:extLst>
              <a:ext uri="{FF2B5EF4-FFF2-40B4-BE49-F238E27FC236}">
                <a16:creationId xmlns:a16="http://schemas.microsoft.com/office/drawing/2014/main" id="{B884BBBB-5A42-4AD8-85A7-FF0B1609D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E75A1F-F99C-4E50-A66B-568FD6EE3FE1}" type="slidenum">
              <a:rPr lang="es-ES" altLang="es-ES"/>
              <a:pPr eaLnBrk="1" hangingPunct="1"/>
              <a:t>32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1 Marcador de imagen de diapositiva">
            <a:extLst>
              <a:ext uri="{FF2B5EF4-FFF2-40B4-BE49-F238E27FC236}">
                <a16:creationId xmlns:a16="http://schemas.microsoft.com/office/drawing/2014/main" id="{DCFFD1AF-5935-4DDC-B055-F5DA352E44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2 Marcador de notas">
            <a:extLst>
              <a:ext uri="{FF2B5EF4-FFF2-40B4-BE49-F238E27FC236}">
                <a16:creationId xmlns:a16="http://schemas.microsoft.com/office/drawing/2014/main" id="{0C79E102-DF1B-4B9F-888A-2CB1F2D26E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89092" name="3 Marcador de número de diapositiva">
            <a:extLst>
              <a:ext uri="{FF2B5EF4-FFF2-40B4-BE49-F238E27FC236}">
                <a16:creationId xmlns:a16="http://schemas.microsoft.com/office/drawing/2014/main" id="{E427A524-A19E-42DF-A347-15F9FBE3D6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2DDB6D-3F54-4892-A0F8-7374420AB22F}" type="slidenum">
              <a:rPr lang="es-ES" altLang="es-ES"/>
              <a:pPr eaLnBrk="1" hangingPunct="1"/>
              <a:t>33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1 Marcador de imagen de diapositiva">
            <a:extLst>
              <a:ext uri="{FF2B5EF4-FFF2-40B4-BE49-F238E27FC236}">
                <a16:creationId xmlns:a16="http://schemas.microsoft.com/office/drawing/2014/main" id="{F75A0CCC-7947-4DE4-A2E5-9135F322C46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2 Marcador de notas">
            <a:extLst>
              <a:ext uri="{FF2B5EF4-FFF2-40B4-BE49-F238E27FC236}">
                <a16:creationId xmlns:a16="http://schemas.microsoft.com/office/drawing/2014/main" id="{DC9A02EB-D72E-4BE6-BD33-E075EB8731B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90116" name="3 Marcador de número de diapositiva">
            <a:extLst>
              <a:ext uri="{FF2B5EF4-FFF2-40B4-BE49-F238E27FC236}">
                <a16:creationId xmlns:a16="http://schemas.microsoft.com/office/drawing/2014/main" id="{F4E580FF-74F0-4963-824D-43C3729FB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E06D4D6-25F2-45A7-98B2-95DD3F72D529}" type="slidenum">
              <a:rPr lang="es-ES" altLang="es-ES"/>
              <a:pPr eaLnBrk="1" hangingPunct="1"/>
              <a:t>34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1 Marcador de imagen de diapositiva">
            <a:extLst>
              <a:ext uri="{FF2B5EF4-FFF2-40B4-BE49-F238E27FC236}">
                <a16:creationId xmlns:a16="http://schemas.microsoft.com/office/drawing/2014/main" id="{BEBA5E0D-F718-4814-97E6-ED25BB1250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2 Marcador de notas">
            <a:extLst>
              <a:ext uri="{FF2B5EF4-FFF2-40B4-BE49-F238E27FC236}">
                <a16:creationId xmlns:a16="http://schemas.microsoft.com/office/drawing/2014/main" id="{DDE45FC0-7CD4-4C13-87C8-40E290F324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91140" name="3 Marcador de número de diapositiva">
            <a:extLst>
              <a:ext uri="{FF2B5EF4-FFF2-40B4-BE49-F238E27FC236}">
                <a16:creationId xmlns:a16="http://schemas.microsoft.com/office/drawing/2014/main" id="{C2C342B1-352B-4FAC-AA4C-E8F4CE327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FA0D0B0-55CF-4660-B8A2-9B1C7FE9D979}" type="slidenum">
              <a:rPr lang="es-ES" altLang="es-ES"/>
              <a:pPr eaLnBrk="1" hangingPunct="1"/>
              <a:t>35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1 Marcador de imagen de diapositiva">
            <a:extLst>
              <a:ext uri="{FF2B5EF4-FFF2-40B4-BE49-F238E27FC236}">
                <a16:creationId xmlns:a16="http://schemas.microsoft.com/office/drawing/2014/main" id="{5C32A540-9B0F-4A90-8304-7E4C0CF0B8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2 Marcador de notas">
            <a:extLst>
              <a:ext uri="{FF2B5EF4-FFF2-40B4-BE49-F238E27FC236}">
                <a16:creationId xmlns:a16="http://schemas.microsoft.com/office/drawing/2014/main" id="{8196C835-8F8F-4301-993A-0E83E0E6BE9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92164" name="3 Marcador de número de diapositiva">
            <a:extLst>
              <a:ext uri="{FF2B5EF4-FFF2-40B4-BE49-F238E27FC236}">
                <a16:creationId xmlns:a16="http://schemas.microsoft.com/office/drawing/2014/main" id="{5BA32AEF-5D00-43C1-938D-B666B1B18F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0C859B6-844C-4217-9CB9-64ACDA0D47B6}" type="slidenum">
              <a:rPr lang="es-ES" altLang="es-ES"/>
              <a:pPr eaLnBrk="1" hangingPunct="1"/>
              <a:t>36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1 Marcador de imagen de diapositiva">
            <a:extLst>
              <a:ext uri="{FF2B5EF4-FFF2-40B4-BE49-F238E27FC236}">
                <a16:creationId xmlns:a16="http://schemas.microsoft.com/office/drawing/2014/main" id="{C74EEC45-4A94-4F1E-9EE5-7567FBD906A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2 Marcador de notas">
            <a:extLst>
              <a:ext uri="{FF2B5EF4-FFF2-40B4-BE49-F238E27FC236}">
                <a16:creationId xmlns:a16="http://schemas.microsoft.com/office/drawing/2014/main" id="{FCE179B2-31E8-45A7-9B50-FD05390C32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93188" name="3 Marcador de número de diapositiva">
            <a:extLst>
              <a:ext uri="{FF2B5EF4-FFF2-40B4-BE49-F238E27FC236}">
                <a16:creationId xmlns:a16="http://schemas.microsoft.com/office/drawing/2014/main" id="{E9283CF4-375A-440B-9CCD-83A1B3B51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3B2C78E-8DB1-4EA3-8B56-E757B8CF2D9C}" type="slidenum">
              <a:rPr lang="es-ES" altLang="es-ES"/>
              <a:pPr eaLnBrk="1" hangingPunct="1"/>
              <a:t>37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1 Marcador de imagen de diapositiva">
            <a:extLst>
              <a:ext uri="{FF2B5EF4-FFF2-40B4-BE49-F238E27FC236}">
                <a16:creationId xmlns:a16="http://schemas.microsoft.com/office/drawing/2014/main" id="{6C6364DF-BE65-4A22-9931-3CAD58488D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2 Marcador de notas">
            <a:extLst>
              <a:ext uri="{FF2B5EF4-FFF2-40B4-BE49-F238E27FC236}">
                <a16:creationId xmlns:a16="http://schemas.microsoft.com/office/drawing/2014/main" id="{EC47C942-23F4-44C5-ABB1-48456A76A0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94212" name="3 Marcador de número de diapositiva">
            <a:extLst>
              <a:ext uri="{FF2B5EF4-FFF2-40B4-BE49-F238E27FC236}">
                <a16:creationId xmlns:a16="http://schemas.microsoft.com/office/drawing/2014/main" id="{0CA6B4C9-ECA5-4736-8E03-755B1E7371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77859D7-54A4-44B0-87BE-2E33F30CA236}" type="slidenum">
              <a:rPr lang="es-ES" altLang="es-ES"/>
              <a:pPr eaLnBrk="1" hangingPunct="1"/>
              <a:t>38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1 Marcador de imagen de diapositiva">
            <a:extLst>
              <a:ext uri="{FF2B5EF4-FFF2-40B4-BE49-F238E27FC236}">
                <a16:creationId xmlns:a16="http://schemas.microsoft.com/office/drawing/2014/main" id="{EC83A229-965E-4790-944A-BF3F4AF4D56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2 Marcador de notas">
            <a:extLst>
              <a:ext uri="{FF2B5EF4-FFF2-40B4-BE49-F238E27FC236}">
                <a16:creationId xmlns:a16="http://schemas.microsoft.com/office/drawing/2014/main" id="{04A13FF4-37B3-42F8-B810-FF5A6B2BCD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95236" name="3 Marcador de número de diapositiva">
            <a:extLst>
              <a:ext uri="{FF2B5EF4-FFF2-40B4-BE49-F238E27FC236}">
                <a16:creationId xmlns:a16="http://schemas.microsoft.com/office/drawing/2014/main" id="{CC34F72E-D07F-4B9F-98EF-9C33B4BC1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0B63DB1-14E4-4929-B845-671FE6392376}" type="slidenum">
              <a:rPr lang="es-ES" altLang="es-ES"/>
              <a:pPr eaLnBrk="1" hangingPunct="1"/>
              <a:t>39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1 Marcador de imagen de diapositiva">
            <a:extLst>
              <a:ext uri="{FF2B5EF4-FFF2-40B4-BE49-F238E27FC236}">
                <a16:creationId xmlns:a16="http://schemas.microsoft.com/office/drawing/2014/main" id="{77631B2E-8DCB-44BB-8E4A-F904D3CEC80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2 Marcador de notas">
            <a:extLst>
              <a:ext uri="{FF2B5EF4-FFF2-40B4-BE49-F238E27FC236}">
                <a16:creationId xmlns:a16="http://schemas.microsoft.com/office/drawing/2014/main" id="{37F7D987-9433-4561-AE55-FE277D5A093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96260" name="3 Marcador de número de diapositiva">
            <a:extLst>
              <a:ext uri="{FF2B5EF4-FFF2-40B4-BE49-F238E27FC236}">
                <a16:creationId xmlns:a16="http://schemas.microsoft.com/office/drawing/2014/main" id="{C08EA0E1-923E-4B31-B7D7-21F5677D7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72609A6-1902-4B10-AE07-D483557F9BF0}" type="slidenum">
              <a:rPr lang="es-ES" altLang="es-ES"/>
              <a:pPr eaLnBrk="1" hangingPunct="1"/>
              <a:t>40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1 Marcador de imagen de diapositiva">
            <a:extLst>
              <a:ext uri="{FF2B5EF4-FFF2-40B4-BE49-F238E27FC236}">
                <a16:creationId xmlns:a16="http://schemas.microsoft.com/office/drawing/2014/main" id="{8F797BCE-E6E6-4469-901E-108AD938F6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2 Marcador de notas">
            <a:extLst>
              <a:ext uri="{FF2B5EF4-FFF2-40B4-BE49-F238E27FC236}">
                <a16:creationId xmlns:a16="http://schemas.microsoft.com/office/drawing/2014/main" id="{6B455F33-C20C-4324-8D9A-49C79751830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97284" name="3 Marcador de número de diapositiva">
            <a:extLst>
              <a:ext uri="{FF2B5EF4-FFF2-40B4-BE49-F238E27FC236}">
                <a16:creationId xmlns:a16="http://schemas.microsoft.com/office/drawing/2014/main" id="{46CDCB7D-56FE-4DAB-8630-ECEB5C6BC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6B4517D-6945-42F9-A9A8-1E4E8900B235}" type="slidenum">
              <a:rPr lang="es-ES" altLang="es-ES"/>
              <a:pPr eaLnBrk="1" hangingPunct="1"/>
              <a:t>41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1 Marcador de imagen de diapositiva">
            <a:extLst>
              <a:ext uri="{FF2B5EF4-FFF2-40B4-BE49-F238E27FC236}">
                <a16:creationId xmlns:a16="http://schemas.microsoft.com/office/drawing/2014/main" id="{C8D7FBCF-8804-41F0-98E3-7DD7902CC8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2 Marcador de notas">
            <a:extLst>
              <a:ext uri="{FF2B5EF4-FFF2-40B4-BE49-F238E27FC236}">
                <a16:creationId xmlns:a16="http://schemas.microsoft.com/office/drawing/2014/main" id="{E75D6E87-874A-45B0-A716-3ABF67C039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98308" name="3 Marcador de número de diapositiva">
            <a:extLst>
              <a:ext uri="{FF2B5EF4-FFF2-40B4-BE49-F238E27FC236}">
                <a16:creationId xmlns:a16="http://schemas.microsoft.com/office/drawing/2014/main" id="{67C8F535-EC98-4C4D-956C-7555E16143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EC11BAE-06BB-42C1-95A5-387A43A14701}" type="slidenum">
              <a:rPr lang="es-ES" altLang="es-ES"/>
              <a:pPr eaLnBrk="1" hangingPunct="1"/>
              <a:t>42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1 Marcador de imagen de diapositiva">
            <a:extLst>
              <a:ext uri="{FF2B5EF4-FFF2-40B4-BE49-F238E27FC236}">
                <a16:creationId xmlns:a16="http://schemas.microsoft.com/office/drawing/2014/main" id="{A11C91FC-FF16-4FDF-9A69-2A89D9E2C81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2 Marcador de notas">
            <a:extLst>
              <a:ext uri="{FF2B5EF4-FFF2-40B4-BE49-F238E27FC236}">
                <a16:creationId xmlns:a16="http://schemas.microsoft.com/office/drawing/2014/main" id="{7E529F42-D4F8-4CEA-AE5A-49268F87A9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99332" name="3 Marcador de número de diapositiva">
            <a:extLst>
              <a:ext uri="{FF2B5EF4-FFF2-40B4-BE49-F238E27FC236}">
                <a16:creationId xmlns:a16="http://schemas.microsoft.com/office/drawing/2014/main" id="{0921FE36-04BE-4560-8FAC-9214D4C2A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E41DD3F-9758-4ACF-962C-F071C39096BD}" type="slidenum">
              <a:rPr lang="es-ES" altLang="es-ES"/>
              <a:pPr eaLnBrk="1" hangingPunct="1"/>
              <a:t>43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1 Marcador de imagen de diapositiva">
            <a:extLst>
              <a:ext uri="{FF2B5EF4-FFF2-40B4-BE49-F238E27FC236}">
                <a16:creationId xmlns:a16="http://schemas.microsoft.com/office/drawing/2014/main" id="{8D3AA93B-1BFB-413B-B644-676C57C7E3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2 Marcador de notas">
            <a:extLst>
              <a:ext uri="{FF2B5EF4-FFF2-40B4-BE49-F238E27FC236}">
                <a16:creationId xmlns:a16="http://schemas.microsoft.com/office/drawing/2014/main" id="{20AAA4E1-456B-40A1-8BD2-242001733A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100356" name="3 Marcador de número de diapositiva">
            <a:extLst>
              <a:ext uri="{FF2B5EF4-FFF2-40B4-BE49-F238E27FC236}">
                <a16:creationId xmlns:a16="http://schemas.microsoft.com/office/drawing/2014/main" id="{50624F89-A9E2-486D-AAE8-1D2F5974F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785F53F-DA1E-4E95-8EE2-AEF841686F8F}" type="slidenum">
              <a:rPr lang="es-ES" altLang="es-ES"/>
              <a:pPr eaLnBrk="1" hangingPunct="1"/>
              <a:t>44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1 Marcador de imagen de diapositiva">
            <a:extLst>
              <a:ext uri="{FF2B5EF4-FFF2-40B4-BE49-F238E27FC236}">
                <a16:creationId xmlns:a16="http://schemas.microsoft.com/office/drawing/2014/main" id="{4CE7D091-6648-406F-86D5-58EECE3D6F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79" name="2 Marcador de notas">
            <a:extLst>
              <a:ext uri="{FF2B5EF4-FFF2-40B4-BE49-F238E27FC236}">
                <a16:creationId xmlns:a16="http://schemas.microsoft.com/office/drawing/2014/main" id="{060C08BA-EE0B-4307-B342-5980942A2A0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101380" name="3 Marcador de número de diapositiva">
            <a:extLst>
              <a:ext uri="{FF2B5EF4-FFF2-40B4-BE49-F238E27FC236}">
                <a16:creationId xmlns:a16="http://schemas.microsoft.com/office/drawing/2014/main" id="{34FC230E-E0D5-4484-8B9E-639BF129E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CB18E32-4031-4B3D-94FE-FA68C95BA4D0}" type="slidenum">
              <a:rPr lang="es-ES" altLang="es-ES"/>
              <a:pPr eaLnBrk="1" hangingPunct="1"/>
              <a:t>45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1 Marcador de imagen de diapositiva">
            <a:extLst>
              <a:ext uri="{FF2B5EF4-FFF2-40B4-BE49-F238E27FC236}">
                <a16:creationId xmlns:a16="http://schemas.microsoft.com/office/drawing/2014/main" id="{712BF5F7-7D65-4883-9C08-92AE0782A6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2 Marcador de notas">
            <a:extLst>
              <a:ext uri="{FF2B5EF4-FFF2-40B4-BE49-F238E27FC236}">
                <a16:creationId xmlns:a16="http://schemas.microsoft.com/office/drawing/2014/main" id="{5DE2763B-4129-43BE-A027-BCDD5F7F2B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102404" name="3 Marcador de número de diapositiva">
            <a:extLst>
              <a:ext uri="{FF2B5EF4-FFF2-40B4-BE49-F238E27FC236}">
                <a16:creationId xmlns:a16="http://schemas.microsoft.com/office/drawing/2014/main" id="{641A123C-ABD9-493E-8488-FC8C85209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12CC419-12CC-43E4-9D4E-7DE9F73408D0}" type="slidenum">
              <a:rPr lang="es-ES" altLang="es-ES"/>
              <a:pPr eaLnBrk="1" hangingPunct="1"/>
              <a:t>46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1 Marcador de imagen de diapositiva">
            <a:extLst>
              <a:ext uri="{FF2B5EF4-FFF2-40B4-BE49-F238E27FC236}">
                <a16:creationId xmlns:a16="http://schemas.microsoft.com/office/drawing/2014/main" id="{95CE8954-6301-4F53-B32D-F995638363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2 Marcador de notas">
            <a:extLst>
              <a:ext uri="{FF2B5EF4-FFF2-40B4-BE49-F238E27FC236}">
                <a16:creationId xmlns:a16="http://schemas.microsoft.com/office/drawing/2014/main" id="{6D057388-6735-4F26-838D-2FCE7DE342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103428" name="3 Marcador de número de diapositiva">
            <a:extLst>
              <a:ext uri="{FF2B5EF4-FFF2-40B4-BE49-F238E27FC236}">
                <a16:creationId xmlns:a16="http://schemas.microsoft.com/office/drawing/2014/main" id="{1A94A135-82B3-4416-A20F-EABE7294E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5C7945B-B670-42B4-BDDF-1FE8350DE830}" type="slidenum">
              <a:rPr lang="es-ES" altLang="es-ES"/>
              <a:pPr eaLnBrk="1" hangingPunct="1"/>
              <a:t>47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1 Marcador de imagen de diapositiva">
            <a:extLst>
              <a:ext uri="{FF2B5EF4-FFF2-40B4-BE49-F238E27FC236}">
                <a16:creationId xmlns:a16="http://schemas.microsoft.com/office/drawing/2014/main" id="{FD31DE3D-3BAB-491D-AF45-ECF3D47AA8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2 Marcador de notas">
            <a:extLst>
              <a:ext uri="{FF2B5EF4-FFF2-40B4-BE49-F238E27FC236}">
                <a16:creationId xmlns:a16="http://schemas.microsoft.com/office/drawing/2014/main" id="{94187C8D-B8A6-4E87-B91B-2B20B4F707D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104452" name="3 Marcador de número de diapositiva">
            <a:extLst>
              <a:ext uri="{FF2B5EF4-FFF2-40B4-BE49-F238E27FC236}">
                <a16:creationId xmlns:a16="http://schemas.microsoft.com/office/drawing/2014/main" id="{3757AE33-039B-4795-A4CC-A1370CB4A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C7A7464-FBBF-4A40-861D-AAD48583F9BF}" type="slidenum">
              <a:rPr lang="es-ES" altLang="es-ES"/>
              <a:pPr eaLnBrk="1" hangingPunct="1"/>
              <a:t>48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1 Marcador de imagen de diapositiva">
            <a:extLst>
              <a:ext uri="{FF2B5EF4-FFF2-40B4-BE49-F238E27FC236}">
                <a16:creationId xmlns:a16="http://schemas.microsoft.com/office/drawing/2014/main" id="{65CB6469-E111-41CB-A204-7D45E70920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2 Marcador de notas">
            <a:extLst>
              <a:ext uri="{FF2B5EF4-FFF2-40B4-BE49-F238E27FC236}">
                <a16:creationId xmlns:a16="http://schemas.microsoft.com/office/drawing/2014/main" id="{7E8DED7D-0847-4CC2-9E09-21F096CDC4E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105476" name="3 Marcador de número de diapositiva">
            <a:extLst>
              <a:ext uri="{FF2B5EF4-FFF2-40B4-BE49-F238E27FC236}">
                <a16:creationId xmlns:a16="http://schemas.microsoft.com/office/drawing/2014/main" id="{7F31E2A4-DD34-40A8-BE33-F219AE5D1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87F29F3-6420-46BB-9D35-BE11F665197B}" type="slidenum">
              <a:rPr lang="es-ES" altLang="es-ES"/>
              <a:pPr eaLnBrk="1" hangingPunct="1"/>
              <a:t>49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1 Marcador de imagen de diapositiva">
            <a:extLst>
              <a:ext uri="{FF2B5EF4-FFF2-40B4-BE49-F238E27FC236}">
                <a16:creationId xmlns:a16="http://schemas.microsoft.com/office/drawing/2014/main" id="{980F51F9-70B6-416D-B67A-27A469DFB03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2 Marcador de notas">
            <a:extLst>
              <a:ext uri="{FF2B5EF4-FFF2-40B4-BE49-F238E27FC236}">
                <a16:creationId xmlns:a16="http://schemas.microsoft.com/office/drawing/2014/main" id="{55FABE56-3F20-49C3-9486-D5276CA96A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106500" name="3 Marcador de número de diapositiva">
            <a:extLst>
              <a:ext uri="{FF2B5EF4-FFF2-40B4-BE49-F238E27FC236}">
                <a16:creationId xmlns:a16="http://schemas.microsoft.com/office/drawing/2014/main" id="{603B6692-2993-40E9-BC98-DE024213C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4EEA41B-9E38-4DE4-8A25-46E08BBF7892}" type="slidenum">
              <a:rPr lang="es-ES" altLang="es-ES"/>
              <a:pPr eaLnBrk="1" hangingPunct="1"/>
              <a:t>50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1 Marcador de imagen de diapositiva">
            <a:extLst>
              <a:ext uri="{FF2B5EF4-FFF2-40B4-BE49-F238E27FC236}">
                <a16:creationId xmlns:a16="http://schemas.microsoft.com/office/drawing/2014/main" id="{8C804762-5220-44F0-ABA9-4A96E059FD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2 Marcador de notas">
            <a:extLst>
              <a:ext uri="{FF2B5EF4-FFF2-40B4-BE49-F238E27FC236}">
                <a16:creationId xmlns:a16="http://schemas.microsoft.com/office/drawing/2014/main" id="{486A07BF-D67A-47EB-B859-E2C865DBD30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107524" name="3 Marcador de número de diapositiva">
            <a:extLst>
              <a:ext uri="{FF2B5EF4-FFF2-40B4-BE49-F238E27FC236}">
                <a16:creationId xmlns:a16="http://schemas.microsoft.com/office/drawing/2014/main" id="{F6B40503-DCDB-4FA3-BE01-CC4900FAC1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E5B5844-8CA0-4165-A1BC-6A9BB5EBFB84}" type="slidenum">
              <a:rPr lang="es-ES" altLang="es-ES"/>
              <a:pPr eaLnBrk="1" hangingPunct="1"/>
              <a:t>51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1 Marcador de imagen de diapositiva">
            <a:extLst>
              <a:ext uri="{FF2B5EF4-FFF2-40B4-BE49-F238E27FC236}">
                <a16:creationId xmlns:a16="http://schemas.microsoft.com/office/drawing/2014/main" id="{16749BF7-56F0-40D8-B868-990740A20E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2 Marcador de notas">
            <a:extLst>
              <a:ext uri="{FF2B5EF4-FFF2-40B4-BE49-F238E27FC236}">
                <a16:creationId xmlns:a16="http://schemas.microsoft.com/office/drawing/2014/main" id="{28BD99C1-3C32-464B-8613-F2AB8A54A3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108548" name="3 Marcador de número de diapositiva">
            <a:extLst>
              <a:ext uri="{FF2B5EF4-FFF2-40B4-BE49-F238E27FC236}">
                <a16:creationId xmlns:a16="http://schemas.microsoft.com/office/drawing/2014/main" id="{1D5B64AB-F832-4092-A713-211DA0E3B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70F5DEF-D167-4A2E-97E5-F1508F5CF218}" type="slidenum">
              <a:rPr lang="es-ES" altLang="es-ES"/>
              <a:pPr eaLnBrk="1" hangingPunct="1"/>
              <a:t>52</a:t>
            </a:fld>
            <a:endParaRPr lang="es-ES" alt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A7128F-8AA1-4D29-A7C7-EB670750C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7257A8-CEC1-4353-8CF4-5947EBBB2A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7D9A672-D295-4EC8-9465-C1608F6752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660367-0E8B-4E46-BC23-B672D2D75FF5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705032057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E522640-D707-4C82-819C-6B62EF0D3A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BD8AF5-7670-43B2-ADB8-85D8F3DBCB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F9A310-21BC-4C2B-A283-91EE49C940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AED33D-3167-430A-94F6-0F05A0332F24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706723796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957B553-C82A-4E8D-A3DA-CEC5391D02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5EFC3F6-9900-485E-828B-5837BDB2BF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E2A93D-991E-47E1-884B-BAAA5F3F57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2DD11B-F2DE-4EB7-ADCB-8B6DBC961B22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995941311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108100-7035-414E-88C1-150D3C24C7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83724D-C935-40CC-91D1-6EE3D8F15A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B7689B-B0AC-476C-9285-B0FFED9DE8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094E45-F68E-4DB8-B053-7C9FF5644A6E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743863002"/>
      </p:ext>
    </p:extLst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A2DE842-1DC6-437F-A255-66929E2AA9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DCCE517-125A-45F9-A987-D5AF87CF27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70D2D2F-349B-41DA-91D9-E37A4EBBE4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FD959C-5BD0-4A2C-8DF4-8A923A21B888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74179046"/>
      </p:ext>
    </p:extLst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E924C60-5977-4F41-B698-7647B83971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A163398-FE2F-4163-A93A-8DCBFFC6F9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62290A7-3FCE-4157-A796-2B4B5369F3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71660C-7C65-436B-8175-D7A749E4F1DE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84248605"/>
      </p:ext>
    </p:extLst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FB7E953-04FB-4BD5-BC56-49F7A19310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53BD9D6-D722-4D10-B2CB-986D0A52FC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1779958-AEAD-4911-8E5E-868D524C8B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2AAFC1-D533-484E-8C08-88B7699EC1FD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050802898"/>
      </p:ext>
    </p:extLst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2BADFE-8ED4-44E3-A687-B93D44D42A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900B94-86FA-4772-8FF8-8BF0EF8BC5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35481D-6673-4E69-B687-5545DF8A1A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4ACA8C-0842-4551-8CE0-0A72C1FD031D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344852172"/>
      </p:ext>
    </p:extLst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23A87-6424-4C9C-ACE3-8BB60A962F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38ABE9-45E4-4C95-9589-FFE66727CC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3274F5-F55F-4716-9DD4-3D86414038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63BA11-A9EB-4F21-A95C-AB85EA23FC17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657742153"/>
      </p:ext>
    </p:extLst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4B33FA-41DC-41C4-98EA-007478B30C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2C7549D-9E8C-4D25-8C5E-93E2118602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9DBF91B-49BF-4C23-8EB1-BFFEBFDA2F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68D222-2CEE-4FCF-A32B-39802EC9317A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36516603"/>
      </p:ext>
    </p:extLst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95DD64A-F088-4A88-A547-9659200FF5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72968E-FC75-4C63-849D-9C99321B5E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D8CC1F4-B07B-4864-9A68-F6B1EC25FC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D449D7-0F9D-4381-957D-5119B6E7BD8C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178921414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E3D881B-7406-49F2-9C95-334D832612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cambiar el estilo de título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BF0AA7C-DB1E-46A6-9470-7E4BA1548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el estilo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D5A75FD-CA3E-4ABB-859A-EA2FEC6CD7C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BFB5E86-BDAA-427E-9DC3-779D232D460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929AF05-3D06-41DE-91C2-115A047B70B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31F1149-8E9E-4458-8EC8-A0776A1682DB}" type="slidenum">
              <a:rPr lang="es-ES" altLang="es-ES"/>
              <a:pPr/>
              <a:t>‹Nº›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advClick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audio" Target="../media/audio2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7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8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9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0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2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3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4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5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6.wav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7.wav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8.wav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9.wav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0.wav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1.wav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2.wav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3.wav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4.wav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5.wav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6.wav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7.wav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8.wav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2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9.wav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30.wav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30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31.wav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32.wav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3.wav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33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34.wav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34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35.wav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35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36.wav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36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37.wav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37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38.wav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38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39.wav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39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40.wav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40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41.wav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audio" Target="../media/audio42.wav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audio" Target="../media/audio42.wav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jpeg"/><Relationship Id="rId4" Type="http://schemas.openxmlformats.org/officeDocument/2006/relationships/audio" Target="../media/audio41.wav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41.wav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eg"/><Relationship Id="rId4" Type="http://schemas.openxmlformats.org/officeDocument/2006/relationships/audio" Target="../media/audio42.wav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1.wav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eg"/><Relationship Id="rId4" Type="http://schemas.openxmlformats.org/officeDocument/2006/relationships/audio" Target="../media/audio42.wav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audio" Target="../media/audio41.wav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audio" Target="../media/audio42.wav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audio41.wav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eg"/><Relationship Id="rId4" Type="http://schemas.openxmlformats.org/officeDocument/2006/relationships/audio" Target="../media/audio42.wav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audio" Target="../media/audio42.wav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audio" Target="../media/audio41.wav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audio" Target="../media/audio42.wav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audio" Target="../media/audio41.wav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audio" Target="../media/audio41.wav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audio" Target="../media/audio42.wav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audio" Target="../media/audio42.wav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audio" Target="../media/audio41.wav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audio" Target="../media/audio42.wav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audio" Target="../media/audio41.wav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audio" Target="../media/audio43.wav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4">
            <a:extLst>
              <a:ext uri="{FF2B5EF4-FFF2-40B4-BE49-F238E27FC236}">
                <a16:creationId xmlns:a16="http://schemas.microsoft.com/office/drawing/2014/main" id="{69CAF63C-DE8F-4EC0-B663-C857C8CB8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286000"/>
            <a:ext cx="6172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ES" sz="4000">
                <a:solidFill>
                  <a:srgbClr val="990033"/>
                </a:solidFill>
              </a:rPr>
              <a:t>ANIMALES - 3 </a:t>
            </a:r>
          </a:p>
        </p:txBody>
      </p:sp>
      <p:sp useBgFill="1">
        <p:nvSpPr>
          <p:cNvPr id="2051" name="AutoShape 6">
            <a:hlinkClick r:id="" action="ppaction://hlinkshowjump?jump=nextslide" highlightClick="1">
              <a:snd r:embed="rId3" name="cashreg.wav"/>
            </a:hlinkClick>
            <a:extLst>
              <a:ext uri="{FF2B5EF4-FFF2-40B4-BE49-F238E27FC236}">
                <a16:creationId xmlns:a16="http://schemas.microsoft.com/office/drawing/2014/main" id="{675AF235-65A9-4BF7-B30A-410D6D97B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5105400"/>
            <a:ext cx="3354388" cy="106521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BEJA">
            <a:extLst>
              <a:ext uri="{FF2B5EF4-FFF2-40B4-BE49-F238E27FC236}">
                <a16:creationId xmlns:a16="http://schemas.microsoft.com/office/drawing/2014/main" id="{DBE46E82-B476-4E40-87F2-1BFA3AE48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57200"/>
            <a:ext cx="3952875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6149" name="AutoShape 5">
            <a:hlinkClick r:id="" action="ppaction://noaction" highlightClick="1">
              <a:snd r:embed="rId4" name="ABEJA.WAV"/>
            </a:hlinkClick>
            <a:extLst>
              <a:ext uri="{FF2B5EF4-FFF2-40B4-BE49-F238E27FC236}">
                <a16:creationId xmlns:a16="http://schemas.microsoft.com/office/drawing/2014/main" id="{B84307A7-857E-44AC-9609-9F1E0196F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ABEJA</a:t>
            </a:r>
          </a:p>
        </p:txBody>
      </p:sp>
      <p:sp useBgFill="1">
        <p:nvSpPr>
          <p:cNvPr id="6152" name="AutoShape 8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458257B8-AAB3-4D3E-B560-D1F6E81D0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animBg="1"/>
      <p:bldP spid="615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0" name="AutoShape 2">
            <a:hlinkClick r:id="" action="ppaction://noaction" highlightClick="1">
              <a:snd r:embed="rId3" name="AGUILA.wav"/>
            </a:hlinkClick>
            <a:extLst>
              <a:ext uri="{FF2B5EF4-FFF2-40B4-BE49-F238E27FC236}">
                <a16:creationId xmlns:a16="http://schemas.microsoft.com/office/drawing/2014/main" id="{C516B618-1EC9-4867-ABB0-B97CBCC80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ÁGUILA</a:t>
            </a:r>
          </a:p>
        </p:txBody>
      </p:sp>
      <p:pic>
        <p:nvPicPr>
          <p:cNvPr id="4099" name="Picture 4" descr="AGUILA">
            <a:extLst>
              <a:ext uri="{FF2B5EF4-FFF2-40B4-BE49-F238E27FC236}">
                <a16:creationId xmlns:a16="http://schemas.microsoft.com/office/drawing/2014/main" id="{8F3967EA-8E41-4D99-9476-6F74C3D4D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33600"/>
            <a:ext cx="4111625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7175" name="AutoShape 7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624A0105-2DB5-44CB-A9C1-CF1315AB3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nimBg="1"/>
      <p:bldP spid="717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4" name="AutoShape 2">
            <a:hlinkClick r:id="" action="ppaction://noaction" highlightClick="1">
              <a:snd r:embed="rId3" name="ATÚN.wav"/>
            </a:hlinkClick>
            <a:extLst>
              <a:ext uri="{FF2B5EF4-FFF2-40B4-BE49-F238E27FC236}">
                <a16:creationId xmlns:a16="http://schemas.microsoft.com/office/drawing/2014/main" id="{2256E6AE-378D-447C-B0E6-EA8934532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ATÚN</a:t>
            </a:r>
          </a:p>
        </p:txBody>
      </p:sp>
      <p:pic>
        <p:nvPicPr>
          <p:cNvPr id="5123" name="Picture 4" descr="ATÚN">
            <a:extLst>
              <a:ext uri="{FF2B5EF4-FFF2-40B4-BE49-F238E27FC236}">
                <a16:creationId xmlns:a16="http://schemas.microsoft.com/office/drawing/2014/main" id="{E4C8FFBF-B0E9-4898-B609-27DF9F04F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075" y="1752600"/>
            <a:ext cx="5876925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8198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EA798416-FB8E-4609-8D7D-04EB3D804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animBg="1"/>
      <p:bldP spid="819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18" name="AutoShape 2">
            <a:hlinkClick r:id="" action="ppaction://noaction" highlightClick="1">
              <a:snd r:embed="rId3" name="BUHO.wav"/>
            </a:hlinkClick>
            <a:extLst>
              <a:ext uri="{FF2B5EF4-FFF2-40B4-BE49-F238E27FC236}">
                <a16:creationId xmlns:a16="http://schemas.microsoft.com/office/drawing/2014/main" id="{B95AC153-2AA2-4FC9-B279-AA3804B4A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BÚHO</a:t>
            </a:r>
          </a:p>
        </p:txBody>
      </p:sp>
      <p:pic>
        <p:nvPicPr>
          <p:cNvPr id="6147" name="Picture 4" descr="BUHO">
            <a:extLst>
              <a:ext uri="{FF2B5EF4-FFF2-40B4-BE49-F238E27FC236}">
                <a16:creationId xmlns:a16="http://schemas.microsoft.com/office/drawing/2014/main" id="{8F7AD055-8C32-4021-AD9B-BAF5B4D6C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81000"/>
            <a:ext cx="4648200" cy="380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9222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F956D187-B852-4A11-9E80-21112FE39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nimBg="1"/>
      <p:bldP spid="92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2" name="AutoShape 2">
            <a:hlinkClick r:id="" action="ppaction://noaction" highlightClick="1">
              <a:snd r:embed="rId3" name="BUITRE.wav"/>
            </a:hlinkClick>
            <a:extLst>
              <a:ext uri="{FF2B5EF4-FFF2-40B4-BE49-F238E27FC236}">
                <a16:creationId xmlns:a16="http://schemas.microsoft.com/office/drawing/2014/main" id="{17539370-F0F7-4E5A-A5A4-2B02B263E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BUITRE</a:t>
            </a:r>
          </a:p>
        </p:txBody>
      </p:sp>
      <p:pic>
        <p:nvPicPr>
          <p:cNvPr id="7171" name="Picture 4" descr="BUITRE">
            <a:extLst>
              <a:ext uri="{FF2B5EF4-FFF2-40B4-BE49-F238E27FC236}">
                <a16:creationId xmlns:a16="http://schemas.microsoft.com/office/drawing/2014/main" id="{185B264D-C84C-4216-BDA8-ECBBCE608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65313"/>
            <a:ext cx="4114800" cy="3846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0246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54B0428C-288D-4B56-BE27-160CBBBB1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nimBg="1"/>
      <p:bldP spid="1024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66" name="AutoShape 2">
            <a:hlinkClick r:id="" action="ppaction://noaction" highlightClick="1">
              <a:snd r:embed="rId3" name="CABRA.WAV"/>
            </a:hlinkClick>
            <a:extLst>
              <a:ext uri="{FF2B5EF4-FFF2-40B4-BE49-F238E27FC236}">
                <a16:creationId xmlns:a16="http://schemas.microsoft.com/office/drawing/2014/main" id="{E6B0B6EC-EF24-4FE9-95A1-6F2307C9B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CABRA</a:t>
            </a:r>
          </a:p>
        </p:txBody>
      </p:sp>
      <p:pic>
        <p:nvPicPr>
          <p:cNvPr id="8195" name="Picture 4" descr="CABRA">
            <a:extLst>
              <a:ext uri="{FF2B5EF4-FFF2-40B4-BE49-F238E27FC236}">
                <a16:creationId xmlns:a16="http://schemas.microsoft.com/office/drawing/2014/main" id="{9004CC64-CC44-4ED8-B4BB-3A52BA3E8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871663"/>
            <a:ext cx="4522788" cy="384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1270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86B81074-FA98-4A8D-A5E1-A8DC0AD1D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nimBg="1"/>
      <p:bldP spid="1127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0" name="AutoShape 2">
            <a:hlinkClick r:id="" action="ppaction://noaction" highlightClick="1">
              <a:snd r:embed="rId3" name="CARACOL.WAV"/>
            </a:hlinkClick>
            <a:extLst>
              <a:ext uri="{FF2B5EF4-FFF2-40B4-BE49-F238E27FC236}">
                <a16:creationId xmlns:a16="http://schemas.microsoft.com/office/drawing/2014/main" id="{55C2E005-52F7-4162-A622-5FFD77EAC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CARACOL</a:t>
            </a:r>
          </a:p>
        </p:txBody>
      </p:sp>
      <p:pic>
        <p:nvPicPr>
          <p:cNvPr id="9219" name="Picture 4" descr="CARACOL">
            <a:extLst>
              <a:ext uri="{FF2B5EF4-FFF2-40B4-BE49-F238E27FC236}">
                <a16:creationId xmlns:a16="http://schemas.microsoft.com/office/drawing/2014/main" id="{47D19450-08C4-4A93-A21F-7D8F6D499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525" y="914400"/>
            <a:ext cx="5553075" cy="337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2294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B68B89FD-ABC2-4E5D-A775-B847A6010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nimBg="1"/>
      <p:bldP spid="1229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14" name="AutoShape 2">
            <a:hlinkClick r:id="" action="ppaction://noaction" highlightClick="1">
              <a:snd r:embed="rId3" name="CHIMPANCÉ.wav"/>
            </a:hlinkClick>
            <a:extLst>
              <a:ext uri="{FF2B5EF4-FFF2-40B4-BE49-F238E27FC236}">
                <a16:creationId xmlns:a16="http://schemas.microsoft.com/office/drawing/2014/main" id="{80AD82AE-3A82-421E-B050-FFD699416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648200"/>
            <a:ext cx="43434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CHIMPANCÉ</a:t>
            </a:r>
          </a:p>
        </p:txBody>
      </p:sp>
      <p:pic>
        <p:nvPicPr>
          <p:cNvPr id="10243" name="Picture 4" descr="CHIMPANCÉ">
            <a:extLst>
              <a:ext uri="{FF2B5EF4-FFF2-40B4-BE49-F238E27FC236}">
                <a16:creationId xmlns:a16="http://schemas.microsoft.com/office/drawing/2014/main" id="{4627A215-2A05-4C42-9B5B-17F6ABE98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85763"/>
            <a:ext cx="4876800" cy="400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3318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EAD34207-919C-43D5-94E2-551AD69A0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animBg="1"/>
      <p:bldP spid="133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38" name="AutoShape 2">
            <a:hlinkClick r:id="" action="ppaction://noaction" highlightClick="1">
              <a:snd r:embed="rId3" name="CONEJO.WAV"/>
            </a:hlinkClick>
            <a:extLst>
              <a:ext uri="{FF2B5EF4-FFF2-40B4-BE49-F238E27FC236}">
                <a16:creationId xmlns:a16="http://schemas.microsoft.com/office/drawing/2014/main" id="{DF5A02D8-479D-4FB3-B508-32AA39534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CONEJO</a:t>
            </a:r>
          </a:p>
        </p:txBody>
      </p:sp>
      <p:pic>
        <p:nvPicPr>
          <p:cNvPr id="11267" name="Picture 4" descr="CONEJO">
            <a:extLst>
              <a:ext uri="{FF2B5EF4-FFF2-40B4-BE49-F238E27FC236}">
                <a16:creationId xmlns:a16="http://schemas.microsoft.com/office/drawing/2014/main" id="{47727092-EABE-41C2-92DA-F458428AF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73275"/>
            <a:ext cx="4322763" cy="364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4342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0F66A152-09AB-4DB1-AF20-A4D72B175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animBg="1"/>
      <p:bldP spid="1434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62" name="AutoShape 2">
            <a:hlinkClick r:id="" action="ppaction://noaction" highlightClick="1">
              <a:snd r:embed="rId3" name="CORDERO.wav"/>
            </a:hlinkClick>
            <a:extLst>
              <a:ext uri="{FF2B5EF4-FFF2-40B4-BE49-F238E27FC236}">
                <a16:creationId xmlns:a16="http://schemas.microsoft.com/office/drawing/2014/main" id="{55A58D61-05FD-4763-B976-2CA800B72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CORDERO</a:t>
            </a:r>
          </a:p>
        </p:txBody>
      </p:sp>
      <p:pic>
        <p:nvPicPr>
          <p:cNvPr id="12291" name="Picture 4" descr="CORDERO">
            <a:extLst>
              <a:ext uri="{FF2B5EF4-FFF2-40B4-BE49-F238E27FC236}">
                <a16:creationId xmlns:a16="http://schemas.microsoft.com/office/drawing/2014/main" id="{444E0D05-71DB-44A7-B907-213B32A2C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15925"/>
            <a:ext cx="4800600" cy="407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5366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B6EA0CBD-3547-4D38-A0D2-7E3B62E01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nimBg="1"/>
      <p:bldP spid="1536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86" name="AutoShape 2">
            <a:hlinkClick r:id="" action="ppaction://noaction" highlightClick="1">
              <a:snd r:embed="rId3" name="ELEFANTE.WAV"/>
            </a:hlinkClick>
            <a:extLst>
              <a:ext uri="{FF2B5EF4-FFF2-40B4-BE49-F238E27FC236}">
                <a16:creationId xmlns:a16="http://schemas.microsoft.com/office/drawing/2014/main" id="{F335ED70-7E1B-419D-9C06-5BC930D49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ELEFANTE</a:t>
            </a:r>
          </a:p>
        </p:txBody>
      </p:sp>
      <p:pic>
        <p:nvPicPr>
          <p:cNvPr id="13315" name="Picture 4" descr="ELEFANTE">
            <a:extLst>
              <a:ext uri="{FF2B5EF4-FFF2-40B4-BE49-F238E27FC236}">
                <a16:creationId xmlns:a16="http://schemas.microsoft.com/office/drawing/2014/main" id="{546C2BEB-4274-47EE-91D6-D46A05851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000250"/>
            <a:ext cx="447675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6390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D3291799-904C-4A5E-91DB-4E29427FE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nimBg="1"/>
      <p:bldP spid="1639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10" name="AutoShape 2">
            <a:hlinkClick r:id="" action="ppaction://noaction" highlightClick="1">
              <a:snd r:embed="rId3" name="ESCORPIÓN.wav"/>
            </a:hlinkClick>
            <a:extLst>
              <a:ext uri="{FF2B5EF4-FFF2-40B4-BE49-F238E27FC236}">
                <a16:creationId xmlns:a16="http://schemas.microsoft.com/office/drawing/2014/main" id="{904E3A1F-3D61-4830-9639-B1BBE7C92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ESCORPIÓN</a:t>
            </a:r>
          </a:p>
        </p:txBody>
      </p:sp>
      <p:pic>
        <p:nvPicPr>
          <p:cNvPr id="14339" name="Picture 4" descr="ESCORPION">
            <a:extLst>
              <a:ext uri="{FF2B5EF4-FFF2-40B4-BE49-F238E27FC236}">
                <a16:creationId xmlns:a16="http://schemas.microsoft.com/office/drawing/2014/main" id="{D27CA416-89A3-4AE7-8FA4-7C0C69EDC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09750"/>
            <a:ext cx="4362450" cy="388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7414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4110F3E0-9DC3-46C9-B8D6-09D85B5D7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nimBg="1"/>
      <p:bldP spid="174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434" name="AutoShape 2">
            <a:hlinkClick r:id="" action="ppaction://noaction" highlightClick="1">
              <a:snd r:embed="rId3" name="FLAMENCO.wav"/>
            </a:hlinkClick>
            <a:extLst>
              <a:ext uri="{FF2B5EF4-FFF2-40B4-BE49-F238E27FC236}">
                <a16:creationId xmlns:a16="http://schemas.microsoft.com/office/drawing/2014/main" id="{C2F9753E-D264-4D70-B77B-51C4CA3FE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FLAMENCO</a:t>
            </a:r>
          </a:p>
        </p:txBody>
      </p:sp>
      <p:pic>
        <p:nvPicPr>
          <p:cNvPr id="15363" name="Picture 4" descr="FLAMENCO">
            <a:extLst>
              <a:ext uri="{FF2B5EF4-FFF2-40B4-BE49-F238E27FC236}">
                <a16:creationId xmlns:a16="http://schemas.microsoft.com/office/drawing/2014/main" id="{C9697FB2-A666-4B1B-B32B-7EC4578D8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90663"/>
            <a:ext cx="4373563" cy="419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8438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85703A81-E6E2-4FB6-8EE1-841121635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nimBg="1"/>
      <p:bldP spid="184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458" name="AutoShape 2">
            <a:hlinkClick r:id="" action="ppaction://noaction" highlightClick="1">
              <a:snd r:embed="rId3" name="GACELA.wav"/>
            </a:hlinkClick>
            <a:extLst>
              <a:ext uri="{FF2B5EF4-FFF2-40B4-BE49-F238E27FC236}">
                <a16:creationId xmlns:a16="http://schemas.microsoft.com/office/drawing/2014/main" id="{65241B3C-D22E-4BA8-8B31-E3BBBEF27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GACELA</a:t>
            </a:r>
          </a:p>
        </p:txBody>
      </p:sp>
      <p:pic>
        <p:nvPicPr>
          <p:cNvPr id="16387" name="Picture 4" descr="GACELA">
            <a:extLst>
              <a:ext uri="{FF2B5EF4-FFF2-40B4-BE49-F238E27FC236}">
                <a16:creationId xmlns:a16="http://schemas.microsoft.com/office/drawing/2014/main" id="{FC7CB6C8-D5A7-4CC4-978C-FB07C3EF3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22463"/>
            <a:ext cx="4419600" cy="379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9462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D312B91F-CD64-411A-A51D-780823FB4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nimBg="1"/>
      <p:bldP spid="1946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482" name="AutoShape 2">
            <a:hlinkClick r:id="" action="ppaction://noaction" highlightClick="1">
              <a:snd r:embed="rId3" name="GAVIOTA.wav"/>
            </a:hlinkClick>
            <a:extLst>
              <a:ext uri="{FF2B5EF4-FFF2-40B4-BE49-F238E27FC236}">
                <a16:creationId xmlns:a16="http://schemas.microsoft.com/office/drawing/2014/main" id="{27D5B085-BCFF-431B-8F96-9D6CE2B39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GAVIOTA</a:t>
            </a:r>
          </a:p>
        </p:txBody>
      </p:sp>
      <p:pic>
        <p:nvPicPr>
          <p:cNvPr id="17411" name="Picture 4" descr="GAVIOTA">
            <a:extLst>
              <a:ext uri="{FF2B5EF4-FFF2-40B4-BE49-F238E27FC236}">
                <a16:creationId xmlns:a16="http://schemas.microsoft.com/office/drawing/2014/main" id="{ADCDF6A6-585D-47D4-95E2-1D051CA94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24013"/>
            <a:ext cx="4373563" cy="408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0488" name="AutoShape 8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D9E589BB-F0DF-44FE-A7A8-4F8CDB365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nimBg="1"/>
      <p:bldP spid="2048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506" name="AutoShape 2">
            <a:hlinkClick r:id="" action="ppaction://noaction" highlightClick="1">
              <a:snd r:embed="rId3" name="GATO.WAV"/>
            </a:hlinkClick>
            <a:extLst>
              <a:ext uri="{FF2B5EF4-FFF2-40B4-BE49-F238E27FC236}">
                <a16:creationId xmlns:a16="http://schemas.microsoft.com/office/drawing/2014/main" id="{EED73096-36BD-420B-ABCD-7D8F7FA8A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GATO</a:t>
            </a:r>
          </a:p>
        </p:txBody>
      </p:sp>
      <p:pic>
        <p:nvPicPr>
          <p:cNvPr id="18435" name="Picture 4" descr="GATO">
            <a:extLst>
              <a:ext uri="{FF2B5EF4-FFF2-40B4-BE49-F238E27FC236}">
                <a16:creationId xmlns:a16="http://schemas.microsoft.com/office/drawing/2014/main" id="{A3265E20-0482-4C9C-B58C-489B35DB9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43000"/>
            <a:ext cx="4176713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1510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5DD4F889-6585-4760-90C2-99F9CF470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nimBg="1"/>
      <p:bldP spid="215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530" name="AutoShape 2">
            <a:hlinkClick r:id="" action="ppaction://noaction" highlightClick="1">
              <a:snd r:embed="rId3" name="GANSO.wav"/>
            </a:hlinkClick>
            <a:extLst>
              <a:ext uri="{FF2B5EF4-FFF2-40B4-BE49-F238E27FC236}">
                <a16:creationId xmlns:a16="http://schemas.microsoft.com/office/drawing/2014/main" id="{918C0F86-85B5-4EC1-B61F-EB6B9A5B0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GANSO</a:t>
            </a:r>
          </a:p>
        </p:txBody>
      </p:sp>
      <p:pic>
        <p:nvPicPr>
          <p:cNvPr id="19459" name="Picture 4" descr="GANSO">
            <a:extLst>
              <a:ext uri="{FF2B5EF4-FFF2-40B4-BE49-F238E27FC236}">
                <a16:creationId xmlns:a16="http://schemas.microsoft.com/office/drawing/2014/main" id="{6C116D39-FBF2-4C42-AA92-8B4AEE478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019300"/>
            <a:ext cx="4483100" cy="365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2534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196A7C26-3B71-46F5-B3D9-11FB93688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nimBg="1"/>
      <p:bldP spid="2253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554" name="AutoShape 2">
            <a:hlinkClick r:id="" action="ppaction://noaction" highlightClick="1">
              <a:snd r:embed="rId3" name="GUEPARDO.wav"/>
            </a:hlinkClick>
            <a:extLst>
              <a:ext uri="{FF2B5EF4-FFF2-40B4-BE49-F238E27FC236}">
                <a16:creationId xmlns:a16="http://schemas.microsoft.com/office/drawing/2014/main" id="{3D6F6741-6C36-44A0-9D56-CB1613618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648200"/>
            <a:ext cx="46482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GUEPARDO</a:t>
            </a:r>
          </a:p>
        </p:txBody>
      </p:sp>
      <p:pic>
        <p:nvPicPr>
          <p:cNvPr id="20483" name="Picture 6" descr="GUEPARDO">
            <a:extLst>
              <a:ext uri="{FF2B5EF4-FFF2-40B4-BE49-F238E27FC236}">
                <a16:creationId xmlns:a16="http://schemas.microsoft.com/office/drawing/2014/main" id="{950AE9D6-D458-485B-B73C-889BF0526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87350"/>
            <a:ext cx="4876800" cy="400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3560" name="AutoShape 8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65224499-4C1B-480E-AE23-1C7B289DF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nimBg="1"/>
      <p:bldP spid="2356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602" name="AutoShape 2">
            <a:hlinkClick r:id="" action="ppaction://noaction" highlightClick="1">
              <a:snd r:embed="rId3" name="GORILA.wav"/>
            </a:hlinkClick>
            <a:extLst>
              <a:ext uri="{FF2B5EF4-FFF2-40B4-BE49-F238E27FC236}">
                <a16:creationId xmlns:a16="http://schemas.microsoft.com/office/drawing/2014/main" id="{87B068F5-D14E-485E-B8C2-EFFBDB9D7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GORILA</a:t>
            </a:r>
          </a:p>
        </p:txBody>
      </p:sp>
      <p:pic>
        <p:nvPicPr>
          <p:cNvPr id="21507" name="Picture 4" descr="GORILA">
            <a:extLst>
              <a:ext uri="{FF2B5EF4-FFF2-40B4-BE49-F238E27FC236}">
                <a16:creationId xmlns:a16="http://schemas.microsoft.com/office/drawing/2014/main" id="{3BF3FB6F-8E46-4816-9B87-6B6D57855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04800"/>
            <a:ext cx="6019800" cy="401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5606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84505FCB-6DCF-43B8-9C98-98A5FB64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  <p:bldP spid="2560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626" name="AutoShape 2">
            <a:hlinkClick r:id="" action="ppaction://noaction" highlightClick="1">
              <a:snd r:embed="rId3" name="HIPOPOTAMO.wav"/>
            </a:hlinkClick>
            <a:extLst>
              <a:ext uri="{FF2B5EF4-FFF2-40B4-BE49-F238E27FC236}">
                <a16:creationId xmlns:a16="http://schemas.microsoft.com/office/drawing/2014/main" id="{C06A2AD9-394F-41D7-923D-8140A4E70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648200"/>
            <a:ext cx="51816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HIPOPÓTAMO</a:t>
            </a:r>
          </a:p>
        </p:txBody>
      </p:sp>
      <p:pic>
        <p:nvPicPr>
          <p:cNvPr id="22531" name="Picture 4" descr="HIPOPOTAMO">
            <a:extLst>
              <a:ext uri="{FF2B5EF4-FFF2-40B4-BE49-F238E27FC236}">
                <a16:creationId xmlns:a16="http://schemas.microsoft.com/office/drawing/2014/main" id="{D5551712-5FBD-43D9-9E49-41ADED296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98450"/>
            <a:ext cx="4191000" cy="412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6630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5AAEE123-80AD-42D5-A950-5E33A8BF5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animBg="1"/>
      <p:bldP spid="2663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650" name="AutoShape 2">
            <a:hlinkClick r:id="" action="ppaction://noaction" highlightClick="1">
              <a:snd r:embed="rId3" name="LOBO.wav"/>
            </a:hlinkClick>
            <a:extLst>
              <a:ext uri="{FF2B5EF4-FFF2-40B4-BE49-F238E27FC236}">
                <a16:creationId xmlns:a16="http://schemas.microsoft.com/office/drawing/2014/main" id="{989E6E9F-3CB4-4601-BF86-B0200856D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LOBO</a:t>
            </a:r>
          </a:p>
        </p:txBody>
      </p:sp>
      <p:pic>
        <p:nvPicPr>
          <p:cNvPr id="23555" name="Picture 6" descr="LOBO">
            <a:extLst>
              <a:ext uri="{FF2B5EF4-FFF2-40B4-BE49-F238E27FC236}">
                <a16:creationId xmlns:a16="http://schemas.microsoft.com/office/drawing/2014/main" id="{462CDF1D-0C43-48C9-B1E7-ECC22A92D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381000"/>
            <a:ext cx="305435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7656" name="AutoShape 8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6A618D4B-ECE1-408D-8ACB-65C335745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nimBg="1"/>
      <p:bldP spid="2765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674" name="AutoShape 2">
            <a:hlinkClick r:id="" action="ppaction://noaction" highlightClick="1">
              <a:snd r:embed="rId3" name="JIRAFA.WAV"/>
            </a:hlinkClick>
            <a:extLst>
              <a:ext uri="{FF2B5EF4-FFF2-40B4-BE49-F238E27FC236}">
                <a16:creationId xmlns:a16="http://schemas.microsoft.com/office/drawing/2014/main" id="{18CB1AE0-2550-4D24-9C3F-C2C1F9512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JIRAFA</a:t>
            </a:r>
          </a:p>
        </p:txBody>
      </p:sp>
      <p:pic>
        <p:nvPicPr>
          <p:cNvPr id="24579" name="Picture 4" descr="JIRAFAS">
            <a:extLst>
              <a:ext uri="{FF2B5EF4-FFF2-40B4-BE49-F238E27FC236}">
                <a16:creationId xmlns:a16="http://schemas.microsoft.com/office/drawing/2014/main" id="{D451442E-D2B7-47A9-BDFE-6AF3C6F26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6800"/>
            <a:ext cx="4343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8678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F8C953BC-232C-4053-AEDE-0EAF75E5B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nimBg="1"/>
      <p:bldP spid="2867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698" name="AutoShape 2">
            <a:hlinkClick r:id="" action="ppaction://noaction" highlightClick="1">
              <a:snd r:embed="rId3" name="LORO.wav"/>
            </a:hlinkClick>
            <a:extLst>
              <a:ext uri="{FF2B5EF4-FFF2-40B4-BE49-F238E27FC236}">
                <a16:creationId xmlns:a16="http://schemas.microsoft.com/office/drawing/2014/main" id="{0FAA0B31-90A1-47EC-8FDC-8A35D36B1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LORO</a:t>
            </a:r>
          </a:p>
        </p:txBody>
      </p:sp>
      <p:pic>
        <p:nvPicPr>
          <p:cNvPr id="25603" name="Picture 4" descr="LORO">
            <a:extLst>
              <a:ext uri="{FF2B5EF4-FFF2-40B4-BE49-F238E27FC236}">
                <a16:creationId xmlns:a16="http://schemas.microsoft.com/office/drawing/2014/main" id="{213E09AF-95DF-469D-AD2D-FF1C70129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95"/>
          <a:stretch>
            <a:fillRect/>
          </a:stretch>
        </p:blipFill>
        <p:spPr bwMode="auto">
          <a:xfrm>
            <a:off x="519113" y="1066800"/>
            <a:ext cx="4281487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9702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B9CF6B92-A2F6-4B1D-BAA7-9DD899EEF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animBg="1"/>
      <p:bldP spid="2970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22" name="AutoShape 2">
            <a:hlinkClick r:id="" action="ppaction://noaction" highlightClick="1">
              <a:snd r:embed="rId3" name="LEON.WAV"/>
            </a:hlinkClick>
            <a:extLst>
              <a:ext uri="{FF2B5EF4-FFF2-40B4-BE49-F238E27FC236}">
                <a16:creationId xmlns:a16="http://schemas.microsoft.com/office/drawing/2014/main" id="{0E4CFC5E-B388-4623-9DE0-FA76DF822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LEÓN</a:t>
            </a:r>
          </a:p>
        </p:txBody>
      </p:sp>
      <p:pic>
        <p:nvPicPr>
          <p:cNvPr id="26627" name="Picture 5" descr="LEON">
            <a:extLst>
              <a:ext uri="{FF2B5EF4-FFF2-40B4-BE49-F238E27FC236}">
                <a16:creationId xmlns:a16="http://schemas.microsoft.com/office/drawing/2014/main" id="{8C53D9F4-55E2-4D1A-939E-869F82EFE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93900"/>
            <a:ext cx="4572000" cy="370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0728" name="AutoShape 8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4D45F8E1-A4F5-43FF-9BF6-D0E615C14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nimBg="1"/>
      <p:bldP spid="307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746" name="AutoShape 2">
            <a:hlinkClick r:id="" action="ppaction://noaction" highlightClick="1">
              <a:snd r:embed="rId3" name="MONO.WAV"/>
            </a:hlinkClick>
            <a:extLst>
              <a:ext uri="{FF2B5EF4-FFF2-40B4-BE49-F238E27FC236}">
                <a16:creationId xmlns:a16="http://schemas.microsoft.com/office/drawing/2014/main" id="{6DC67CDF-6817-4F04-BF24-4D979A885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MONO</a:t>
            </a:r>
          </a:p>
        </p:txBody>
      </p:sp>
      <p:pic>
        <p:nvPicPr>
          <p:cNvPr id="27651" name="Picture 4" descr="MONO">
            <a:extLst>
              <a:ext uri="{FF2B5EF4-FFF2-40B4-BE49-F238E27FC236}">
                <a16:creationId xmlns:a16="http://schemas.microsoft.com/office/drawing/2014/main" id="{AD656F22-2590-4732-A3F9-C589995A3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16125"/>
            <a:ext cx="4267200" cy="369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1750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E02F5D86-E183-443E-8883-64416356D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nimBg="1"/>
      <p:bldP spid="3175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770" name="AutoShape 2">
            <a:hlinkClick r:id="" action="ppaction://noaction" highlightClick="1">
              <a:snd r:embed="rId3" name="MOSCA.WAV"/>
            </a:hlinkClick>
            <a:extLst>
              <a:ext uri="{FF2B5EF4-FFF2-40B4-BE49-F238E27FC236}">
                <a16:creationId xmlns:a16="http://schemas.microsoft.com/office/drawing/2014/main" id="{9FE92962-2E51-44D7-B800-D237B7774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MOSCA</a:t>
            </a:r>
          </a:p>
        </p:txBody>
      </p:sp>
      <p:pic>
        <p:nvPicPr>
          <p:cNvPr id="28675" name="Picture 4" descr="MOSCA2">
            <a:extLst>
              <a:ext uri="{FF2B5EF4-FFF2-40B4-BE49-F238E27FC236}">
                <a16:creationId xmlns:a16="http://schemas.microsoft.com/office/drawing/2014/main" id="{271AB8D6-9ABA-4C1F-89E1-047F33FD5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17738"/>
            <a:ext cx="4572000" cy="349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2774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9E203954-0F03-49A6-8F4F-031A53A90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animBg="1"/>
      <p:bldP spid="3277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794" name="AutoShape 2">
            <a:hlinkClick r:id="" action="ppaction://noaction" highlightClick="1">
              <a:snd r:embed="rId3" name="OVEJA.WAV"/>
            </a:hlinkClick>
            <a:extLst>
              <a:ext uri="{FF2B5EF4-FFF2-40B4-BE49-F238E27FC236}">
                <a16:creationId xmlns:a16="http://schemas.microsoft.com/office/drawing/2014/main" id="{C61002ED-C575-47D9-A619-301CE39D2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OVEJA</a:t>
            </a:r>
          </a:p>
        </p:txBody>
      </p:sp>
      <p:pic>
        <p:nvPicPr>
          <p:cNvPr id="29699" name="Picture 6" descr="OVEJA">
            <a:extLst>
              <a:ext uri="{FF2B5EF4-FFF2-40B4-BE49-F238E27FC236}">
                <a16:creationId xmlns:a16="http://schemas.microsoft.com/office/drawing/2014/main" id="{C1562DD2-5993-47F7-B2F2-1FE5D43FD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76238"/>
            <a:ext cx="5334000" cy="411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3800" name="AutoShape 8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668F01EC-AD83-4623-AC9B-79A243A11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animBg="1"/>
      <p:bldP spid="3380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818" name="AutoShape 2">
            <a:hlinkClick r:id="" action="ppaction://noaction" highlightClick="1">
              <a:snd r:embed="rId3" name="MOSQUITO.WAV"/>
            </a:hlinkClick>
            <a:extLst>
              <a:ext uri="{FF2B5EF4-FFF2-40B4-BE49-F238E27FC236}">
                <a16:creationId xmlns:a16="http://schemas.microsoft.com/office/drawing/2014/main" id="{DB8DD690-6A43-4D45-8462-B32262AA2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648200"/>
            <a:ext cx="46482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MOSQUITO</a:t>
            </a:r>
          </a:p>
        </p:txBody>
      </p:sp>
      <p:pic>
        <p:nvPicPr>
          <p:cNvPr id="30723" name="Picture 4" descr="MOSQUITO">
            <a:extLst>
              <a:ext uri="{FF2B5EF4-FFF2-40B4-BE49-F238E27FC236}">
                <a16:creationId xmlns:a16="http://schemas.microsoft.com/office/drawing/2014/main" id="{E18935B8-7E22-4C94-9A59-661B3DF9B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77825"/>
            <a:ext cx="6400800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4822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8E0C4466-82CE-4F2C-91A4-69EE51DBB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animBg="1"/>
      <p:bldP spid="3482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842" name="AutoShape 2">
            <a:hlinkClick r:id="" action="ppaction://noaction" highlightClick="1">
              <a:snd r:embed="rId3" name="PALOMA.WAV"/>
            </a:hlinkClick>
            <a:extLst>
              <a:ext uri="{FF2B5EF4-FFF2-40B4-BE49-F238E27FC236}">
                <a16:creationId xmlns:a16="http://schemas.microsoft.com/office/drawing/2014/main" id="{E6D6DDEB-31F3-4F8E-AFE6-6A568E2EC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PALOMA</a:t>
            </a:r>
          </a:p>
        </p:txBody>
      </p:sp>
      <p:pic>
        <p:nvPicPr>
          <p:cNvPr id="31747" name="Picture 4" descr="PALOMA">
            <a:extLst>
              <a:ext uri="{FF2B5EF4-FFF2-40B4-BE49-F238E27FC236}">
                <a16:creationId xmlns:a16="http://schemas.microsoft.com/office/drawing/2014/main" id="{F42E76A0-4445-4BAE-9C55-20EF6D36B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59013"/>
            <a:ext cx="4724400" cy="345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5846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C9285590-C4F3-4CA6-B16E-8892EE71A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animBg="1"/>
      <p:bldP spid="3584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866" name="AutoShape 2">
            <a:hlinkClick r:id="" action="ppaction://noaction" highlightClick="1">
              <a:snd r:embed="rId3" name="PAVO.WAV"/>
            </a:hlinkClick>
            <a:extLst>
              <a:ext uri="{FF2B5EF4-FFF2-40B4-BE49-F238E27FC236}">
                <a16:creationId xmlns:a16="http://schemas.microsoft.com/office/drawing/2014/main" id="{39AD753B-13B9-4042-8778-1B3927242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PAVO</a:t>
            </a:r>
          </a:p>
        </p:txBody>
      </p:sp>
      <p:pic>
        <p:nvPicPr>
          <p:cNvPr id="32771" name="Picture 5" descr="PAVO">
            <a:extLst>
              <a:ext uri="{FF2B5EF4-FFF2-40B4-BE49-F238E27FC236}">
                <a16:creationId xmlns:a16="http://schemas.microsoft.com/office/drawing/2014/main" id="{D957DF84-C089-4A9D-952D-146B22028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"/>
            <a:ext cx="42799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6872" name="AutoShape 8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4794B96A-D4C2-487E-BC5C-895251188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animBg="1"/>
      <p:bldP spid="3687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890" name="AutoShape 2">
            <a:hlinkClick r:id="" action="ppaction://noaction" highlightClick="1">
              <a:snd r:embed="rId3" name="PAVOREAL.wav"/>
            </a:hlinkClick>
            <a:extLst>
              <a:ext uri="{FF2B5EF4-FFF2-40B4-BE49-F238E27FC236}">
                <a16:creationId xmlns:a16="http://schemas.microsoft.com/office/drawing/2014/main" id="{F4824DF8-ED8A-4AF1-BA4B-9E52EAF01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4648200"/>
            <a:ext cx="57912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PAVO REAL</a:t>
            </a:r>
          </a:p>
        </p:txBody>
      </p:sp>
      <p:pic>
        <p:nvPicPr>
          <p:cNvPr id="33795" name="Picture 4" descr="PAVOREAL">
            <a:extLst>
              <a:ext uri="{FF2B5EF4-FFF2-40B4-BE49-F238E27FC236}">
                <a16:creationId xmlns:a16="http://schemas.microsoft.com/office/drawing/2014/main" id="{118216DB-0121-4582-B95A-9CA9655BD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57200"/>
            <a:ext cx="4648200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7894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1DAC8B2B-952C-4971-9CA2-B674C9E4A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nimBg="1"/>
      <p:bldP spid="3789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914" name="AutoShape 2">
            <a:hlinkClick r:id="" action="ppaction://noaction" highlightClick="1">
              <a:snd r:embed="rId3" name="PELÍCANO.wav"/>
            </a:hlinkClick>
            <a:extLst>
              <a:ext uri="{FF2B5EF4-FFF2-40B4-BE49-F238E27FC236}">
                <a16:creationId xmlns:a16="http://schemas.microsoft.com/office/drawing/2014/main" id="{AB18CFC9-F117-4431-9A1D-A1620C065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PELÍCANO</a:t>
            </a:r>
          </a:p>
        </p:txBody>
      </p:sp>
      <p:pic>
        <p:nvPicPr>
          <p:cNvPr id="34819" name="Picture 4" descr="PELICANOS">
            <a:extLst>
              <a:ext uri="{FF2B5EF4-FFF2-40B4-BE49-F238E27FC236}">
                <a16:creationId xmlns:a16="http://schemas.microsoft.com/office/drawing/2014/main" id="{7863BD48-FDCB-4103-80ED-1B60534AC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55763"/>
            <a:ext cx="45720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8918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B52BE113-39DA-4119-9BFB-524985E75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nimBg="1"/>
      <p:bldP spid="3891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938" name="AutoShape 2">
            <a:hlinkClick r:id="" action="ppaction://noaction" highlightClick="1">
              <a:snd r:embed="rId3" name="SERPIENTE.wav"/>
            </a:hlinkClick>
            <a:extLst>
              <a:ext uri="{FF2B5EF4-FFF2-40B4-BE49-F238E27FC236}">
                <a16:creationId xmlns:a16="http://schemas.microsoft.com/office/drawing/2014/main" id="{2BEE30B9-0A63-4EC8-8578-D3AABEB80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SERPIENTE</a:t>
            </a:r>
          </a:p>
        </p:txBody>
      </p:sp>
      <p:pic>
        <p:nvPicPr>
          <p:cNvPr id="35843" name="Picture 9" descr="SERPIENTE">
            <a:extLst>
              <a:ext uri="{FF2B5EF4-FFF2-40B4-BE49-F238E27FC236}">
                <a16:creationId xmlns:a16="http://schemas.microsoft.com/office/drawing/2014/main" id="{C21AE414-779E-4896-8ACF-8A250696E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05025"/>
            <a:ext cx="4370388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9946" name="AutoShape 10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1DB7ED36-9BC6-4758-B8F1-35A2CABE9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nimBg="1"/>
      <p:bldP spid="3994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986" name="AutoShape 2">
            <a:hlinkClick r:id="" action="ppaction://noaction" highlightClick="1">
              <a:snd r:embed="rId3" name="sardiNA.wav"/>
            </a:hlinkClick>
            <a:extLst>
              <a:ext uri="{FF2B5EF4-FFF2-40B4-BE49-F238E27FC236}">
                <a16:creationId xmlns:a16="http://schemas.microsoft.com/office/drawing/2014/main" id="{707AD896-0E26-481E-9008-FA9FF1EEF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648200"/>
            <a:ext cx="48768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SARDINA</a:t>
            </a:r>
          </a:p>
        </p:txBody>
      </p:sp>
      <p:pic>
        <p:nvPicPr>
          <p:cNvPr id="36867" name="Picture 4" descr="SARDINAS">
            <a:extLst>
              <a:ext uri="{FF2B5EF4-FFF2-40B4-BE49-F238E27FC236}">
                <a16:creationId xmlns:a16="http://schemas.microsoft.com/office/drawing/2014/main" id="{B871BDE0-9C15-4669-B455-CC0A0C39D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609600"/>
            <a:ext cx="60960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41989" name="AutoShape 5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D861E00F-F85C-40E7-B67E-25BA36BD3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animBg="1"/>
      <p:bldP spid="4198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010" name="AutoShape 2">
            <a:hlinkClick r:id="" action="ppaction://noaction" highlightClick="1">
              <a:snd r:embed="rId3" name="RINOCERONTE.wav"/>
            </a:hlinkClick>
            <a:extLst>
              <a:ext uri="{FF2B5EF4-FFF2-40B4-BE49-F238E27FC236}">
                <a16:creationId xmlns:a16="http://schemas.microsoft.com/office/drawing/2014/main" id="{08A98C2B-B3B9-4A00-AFE7-B9FB36E8E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648200"/>
            <a:ext cx="54864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RINOCERONTE</a:t>
            </a:r>
          </a:p>
        </p:txBody>
      </p:sp>
      <p:pic>
        <p:nvPicPr>
          <p:cNvPr id="37891" name="Picture 4" descr="RINOCERONTE">
            <a:extLst>
              <a:ext uri="{FF2B5EF4-FFF2-40B4-BE49-F238E27FC236}">
                <a16:creationId xmlns:a16="http://schemas.microsoft.com/office/drawing/2014/main" id="{5725F456-C68C-4ACF-9DD8-F426BB481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609600"/>
            <a:ext cx="4495800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43013" name="AutoShape 5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6CECDC73-DB30-4AB1-8E64-EF899116E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nimBg="1"/>
      <p:bldP spid="430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034" name="AutoShape 2">
            <a:hlinkClick r:id="" action="ppaction://noaction" highlightClick="1">
              <a:snd r:embed="rId3" name="RANA.WAV"/>
            </a:hlinkClick>
            <a:extLst>
              <a:ext uri="{FF2B5EF4-FFF2-40B4-BE49-F238E27FC236}">
                <a16:creationId xmlns:a16="http://schemas.microsoft.com/office/drawing/2014/main" id="{AC2B6D2D-6312-4E75-A750-46ADEB9FA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RANA</a:t>
            </a:r>
          </a:p>
        </p:txBody>
      </p:sp>
      <p:pic>
        <p:nvPicPr>
          <p:cNvPr id="38915" name="Picture 4" descr="RANA2">
            <a:extLst>
              <a:ext uri="{FF2B5EF4-FFF2-40B4-BE49-F238E27FC236}">
                <a16:creationId xmlns:a16="http://schemas.microsoft.com/office/drawing/2014/main" id="{E2D33668-0B7B-496F-8991-D88F784FA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09800"/>
            <a:ext cx="44196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44037" name="AutoShape 5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3FFE9FB6-AD70-4DFC-ABC9-2191E3682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nimBg="1"/>
      <p:bldP spid="4403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058" name="AutoShape 2">
            <a:hlinkClick r:id="" action="ppaction://noaction" highlightClick="1">
              <a:snd r:embed="rId3" name="TIGRE.WAV"/>
            </a:hlinkClick>
            <a:extLst>
              <a:ext uri="{FF2B5EF4-FFF2-40B4-BE49-F238E27FC236}">
                <a16:creationId xmlns:a16="http://schemas.microsoft.com/office/drawing/2014/main" id="{B8B5C73D-6499-4E92-A0B4-BBE98A87A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TIGRE</a:t>
            </a:r>
          </a:p>
        </p:txBody>
      </p:sp>
      <p:pic>
        <p:nvPicPr>
          <p:cNvPr id="39939" name="Picture 4" descr="TIGRE">
            <a:extLst>
              <a:ext uri="{FF2B5EF4-FFF2-40B4-BE49-F238E27FC236}">
                <a16:creationId xmlns:a16="http://schemas.microsoft.com/office/drawing/2014/main" id="{1013BE68-E67E-4A15-9FBA-E408AE474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05000"/>
            <a:ext cx="4572000" cy="375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45061" name="AutoShape 5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66CEFC65-034C-4D81-9271-64827AA26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animBg="1"/>
      <p:bldP spid="4506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082" name="AutoShape 2">
            <a:hlinkClick r:id="" action="ppaction://noaction" highlightClick="1">
              <a:snd r:embed="rId3" name="TORO.WAV"/>
            </a:hlinkClick>
            <a:extLst>
              <a:ext uri="{FF2B5EF4-FFF2-40B4-BE49-F238E27FC236}">
                <a16:creationId xmlns:a16="http://schemas.microsoft.com/office/drawing/2014/main" id="{5D4E4059-ECE5-435B-9238-29887975D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TORO</a:t>
            </a:r>
          </a:p>
        </p:txBody>
      </p:sp>
      <p:pic>
        <p:nvPicPr>
          <p:cNvPr id="40963" name="Picture 5" descr="TORO">
            <a:extLst>
              <a:ext uri="{FF2B5EF4-FFF2-40B4-BE49-F238E27FC236}">
                <a16:creationId xmlns:a16="http://schemas.microsoft.com/office/drawing/2014/main" id="{4FC06591-96CF-4C5F-96CE-4E488C04E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76400"/>
            <a:ext cx="4495800" cy="401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46086" name="AutoShape 6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B13A50C8-9918-4B56-8177-39D598CC3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 animBg="1"/>
      <p:bldP spid="4608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106" name="AutoShape 2">
            <a:hlinkClick r:id="" action="ppaction://noaction" highlightClick="1">
              <a:snd r:embed="rId3" name="TORTUGA.WAV"/>
            </a:hlinkClick>
            <a:extLst>
              <a:ext uri="{FF2B5EF4-FFF2-40B4-BE49-F238E27FC236}">
                <a16:creationId xmlns:a16="http://schemas.microsoft.com/office/drawing/2014/main" id="{4B5564BC-7589-4916-867A-A5194A948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648200"/>
            <a:ext cx="3810000" cy="10668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800">
                <a:solidFill>
                  <a:srgbClr val="990033"/>
                </a:solidFill>
              </a:rPr>
              <a:t>TORTUGA</a:t>
            </a:r>
          </a:p>
        </p:txBody>
      </p:sp>
      <p:pic>
        <p:nvPicPr>
          <p:cNvPr id="41987" name="Picture 4" descr="TORTUGA">
            <a:extLst>
              <a:ext uri="{FF2B5EF4-FFF2-40B4-BE49-F238E27FC236}">
                <a16:creationId xmlns:a16="http://schemas.microsoft.com/office/drawing/2014/main" id="{213E889B-2D29-4786-AC17-C0FA6126B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447800"/>
            <a:ext cx="4724400" cy="290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47109" name="AutoShape 5">
            <a:hlinkClick r:id="" action="ppaction://hlinkshowjump?jump=nextslide" highlightClick="1">
              <a:snd r:embed="rId5" name="cashreg.wav"/>
            </a:hlinkClick>
            <a:extLst>
              <a:ext uri="{FF2B5EF4-FFF2-40B4-BE49-F238E27FC236}">
                <a16:creationId xmlns:a16="http://schemas.microsoft.com/office/drawing/2014/main" id="{8FAEEA35-618F-4678-8358-3596B4F2E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6019800"/>
            <a:ext cx="3354387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 animBg="1"/>
      <p:bldP spid="4710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250" name="AutoShape 2">
            <a:hlinkClick r:id="" action="ppaction://noaction" highlightClick="1">
              <a:snd r:embed="rId3" name="voltage.wav"/>
            </a:hlinkClick>
            <a:extLst>
              <a:ext uri="{FF2B5EF4-FFF2-40B4-BE49-F238E27FC236}">
                <a16:creationId xmlns:a16="http://schemas.microsoft.com/office/drawing/2014/main" id="{7C93D1A9-C8C5-44DB-B4D9-D0BEA7924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MONO</a:t>
            </a:r>
          </a:p>
        </p:txBody>
      </p:sp>
      <p:sp useBgFill="1">
        <p:nvSpPr>
          <p:cNvPr id="53251" name="AutoShape 3">
            <a:hlinkClick r:id="" action="ppaction://hlinkshowjump?jump=nextslide" highlightClick="1">
              <a:snd r:embed="rId4" name="camera.wav"/>
            </a:hlinkClick>
            <a:extLst>
              <a:ext uri="{FF2B5EF4-FFF2-40B4-BE49-F238E27FC236}">
                <a16:creationId xmlns:a16="http://schemas.microsoft.com/office/drawing/2014/main" id="{AAEE0A62-3F85-4EE0-8E6A-A06BE6D28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GATO</a:t>
            </a:r>
          </a:p>
        </p:txBody>
      </p:sp>
      <p:sp useBgFill="1">
        <p:nvSpPr>
          <p:cNvPr id="53252" name="AutoShape 4">
            <a:hlinkClick r:id="" action="ppaction://noaction" highlightClick="1">
              <a:snd r:embed="rId3" name="voltage.wav"/>
            </a:hlinkClick>
            <a:extLst>
              <a:ext uri="{FF2B5EF4-FFF2-40B4-BE49-F238E27FC236}">
                <a16:creationId xmlns:a16="http://schemas.microsoft.com/office/drawing/2014/main" id="{75B17D98-8A94-4D29-9B75-C3BC8644B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ABEJA</a:t>
            </a:r>
          </a:p>
        </p:txBody>
      </p:sp>
      <p:pic>
        <p:nvPicPr>
          <p:cNvPr id="43013" name="Picture 5" descr="GATO">
            <a:extLst>
              <a:ext uri="{FF2B5EF4-FFF2-40B4-BE49-F238E27FC236}">
                <a16:creationId xmlns:a16="http://schemas.microsoft.com/office/drawing/2014/main" id="{52E6AB70-25E9-4888-A7BE-9009B5770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33400"/>
            <a:ext cx="4176713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20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20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animBg="1"/>
      <p:bldP spid="53251" grpId="0" animBg="1"/>
      <p:bldP spid="5325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274" name="AutoShape 2">
            <a:hlinkClick r:id="" action="ppaction://hlinkshowjump?jump=nextslide" highlightClick="1">
              <a:snd r:embed="rId3" name="camera.wav"/>
            </a:hlinkClick>
            <a:extLst>
              <a:ext uri="{FF2B5EF4-FFF2-40B4-BE49-F238E27FC236}">
                <a16:creationId xmlns:a16="http://schemas.microsoft.com/office/drawing/2014/main" id="{5A57818E-FCEE-4E9B-8054-9402C2E22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TORO</a:t>
            </a:r>
          </a:p>
        </p:txBody>
      </p:sp>
      <p:sp useBgFill="1">
        <p:nvSpPr>
          <p:cNvPr id="54275" name="AutoShape 3">
            <a:hlinkClick r:id="" action="ppaction://noaction" highlightClick="1">
              <a:snd r:embed="rId4" name="voltage.wav"/>
            </a:hlinkClick>
            <a:extLst>
              <a:ext uri="{FF2B5EF4-FFF2-40B4-BE49-F238E27FC236}">
                <a16:creationId xmlns:a16="http://schemas.microsoft.com/office/drawing/2014/main" id="{62F5B089-21C5-4606-9DC7-693281FC9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LEÓN</a:t>
            </a:r>
          </a:p>
        </p:txBody>
      </p:sp>
      <p:sp useBgFill="1">
        <p:nvSpPr>
          <p:cNvPr id="54276" name="AutoShape 4">
            <a:hlinkClick r:id="" action="ppaction://noaction" highlightClick="1">
              <a:snd r:embed="rId4" name="voltage.wav"/>
            </a:hlinkClick>
            <a:extLst>
              <a:ext uri="{FF2B5EF4-FFF2-40B4-BE49-F238E27FC236}">
                <a16:creationId xmlns:a16="http://schemas.microsoft.com/office/drawing/2014/main" id="{03C2BC33-2BE8-4DBE-976F-AE5171F8C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TORTUGA</a:t>
            </a:r>
          </a:p>
        </p:txBody>
      </p:sp>
      <p:pic>
        <p:nvPicPr>
          <p:cNvPr id="44037" name="Picture 5" descr="TORO">
            <a:extLst>
              <a:ext uri="{FF2B5EF4-FFF2-40B4-BE49-F238E27FC236}">
                <a16:creationId xmlns:a16="http://schemas.microsoft.com/office/drawing/2014/main" id="{B26B15A1-4C7C-4F9D-AE62-DB89E825E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066800"/>
            <a:ext cx="4495800" cy="401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20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20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animBg="1"/>
      <p:bldP spid="54275" grpId="0" animBg="1"/>
      <p:bldP spid="5427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298" name="AutoShape 2">
            <a:hlinkClick r:id="" action="ppaction://noaction" highlightClick="1">
              <a:snd r:embed="rId3" name="voltage.wav"/>
            </a:hlinkClick>
            <a:extLst>
              <a:ext uri="{FF2B5EF4-FFF2-40B4-BE49-F238E27FC236}">
                <a16:creationId xmlns:a16="http://schemas.microsoft.com/office/drawing/2014/main" id="{09C06FF0-9303-437F-8BD9-494F679C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MOSCA</a:t>
            </a:r>
          </a:p>
        </p:txBody>
      </p:sp>
      <p:sp useBgFill="1">
        <p:nvSpPr>
          <p:cNvPr id="55299" name="AutoShape 3">
            <a:hlinkClick r:id="" action="ppaction://hlinkshowjump?jump=nextslide" highlightClick="1">
              <a:snd r:embed="rId4" name="camera.wav"/>
            </a:hlinkClick>
            <a:extLst>
              <a:ext uri="{FF2B5EF4-FFF2-40B4-BE49-F238E27FC236}">
                <a16:creationId xmlns:a16="http://schemas.microsoft.com/office/drawing/2014/main" id="{5E2DA5E0-2707-43ED-B456-0649FA47B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RANA</a:t>
            </a:r>
          </a:p>
        </p:txBody>
      </p:sp>
      <p:sp useBgFill="1">
        <p:nvSpPr>
          <p:cNvPr id="55300" name="AutoShape 4">
            <a:hlinkClick r:id="" action="ppaction://noaction" highlightClick="1">
              <a:snd r:embed="rId3" name="voltage.wav"/>
            </a:hlinkClick>
            <a:extLst>
              <a:ext uri="{FF2B5EF4-FFF2-40B4-BE49-F238E27FC236}">
                <a16:creationId xmlns:a16="http://schemas.microsoft.com/office/drawing/2014/main" id="{59952593-1C91-4D6B-BE31-646DAC20F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PAVO</a:t>
            </a:r>
          </a:p>
        </p:txBody>
      </p:sp>
      <p:pic>
        <p:nvPicPr>
          <p:cNvPr id="45061" name="Picture 5" descr="RANA2">
            <a:extLst>
              <a:ext uri="{FF2B5EF4-FFF2-40B4-BE49-F238E27FC236}">
                <a16:creationId xmlns:a16="http://schemas.microsoft.com/office/drawing/2014/main" id="{59F1D3E1-109C-4076-BE5E-DD334F991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371600"/>
            <a:ext cx="44196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20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20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 animBg="1"/>
      <p:bldP spid="55299" grpId="0" animBg="1"/>
      <p:bldP spid="5530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322" name="AutoShape 2">
            <a:hlinkClick r:id="" action="ppaction://noaction" highlightClick="1">
              <a:snd r:embed="rId3" name="voltage.wav"/>
            </a:hlinkClick>
            <a:extLst>
              <a:ext uri="{FF2B5EF4-FFF2-40B4-BE49-F238E27FC236}">
                <a16:creationId xmlns:a16="http://schemas.microsoft.com/office/drawing/2014/main" id="{8FB1D56B-FE0E-4699-A827-8B08D5BB2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MONO</a:t>
            </a:r>
          </a:p>
        </p:txBody>
      </p:sp>
      <p:sp useBgFill="1">
        <p:nvSpPr>
          <p:cNvPr id="56323" name="AutoShape 3">
            <a:hlinkClick r:id="" action="ppaction://hlinkshowjump?jump=nextslide" highlightClick="1">
              <a:snd r:embed="rId4" name="camera.wav"/>
            </a:hlinkClick>
            <a:extLst>
              <a:ext uri="{FF2B5EF4-FFF2-40B4-BE49-F238E27FC236}">
                <a16:creationId xmlns:a16="http://schemas.microsoft.com/office/drawing/2014/main" id="{936529D7-AEEB-41DE-87AF-F74F5E142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PAVO</a:t>
            </a:r>
          </a:p>
        </p:txBody>
      </p:sp>
      <p:sp useBgFill="1">
        <p:nvSpPr>
          <p:cNvPr id="56324" name="AutoShape 4">
            <a:hlinkClick r:id="" action="ppaction://noaction" highlightClick="1">
              <a:snd r:embed="rId3" name="voltage.wav"/>
            </a:hlinkClick>
            <a:extLst>
              <a:ext uri="{FF2B5EF4-FFF2-40B4-BE49-F238E27FC236}">
                <a16:creationId xmlns:a16="http://schemas.microsoft.com/office/drawing/2014/main" id="{51F9D1BE-C95E-4965-8C82-768733CA7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OVEJA</a:t>
            </a:r>
          </a:p>
        </p:txBody>
      </p:sp>
      <p:pic>
        <p:nvPicPr>
          <p:cNvPr id="46085" name="Picture 5" descr="PAVO">
            <a:extLst>
              <a:ext uri="{FF2B5EF4-FFF2-40B4-BE49-F238E27FC236}">
                <a16:creationId xmlns:a16="http://schemas.microsoft.com/office/drawing/2014/main" id="{AFC982FB-8D59-46BB-8718-9A58A9F06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81000"/>
            <a:ext cx="385127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5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20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20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 animBg="1"/>
      <p:bldP spid="56323" grpId="0" animBg="1"/>
      <p:bldP spid="563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346" name="AutoShape 2">
            <a:hlinkClick r:id="" action="ppaction://noaction" highlightClick="1">
              <a:snd r:embed="rId3" name="voltage.wav"/>
            </a:hlinkClick>
            <a:extLst>
              <a:ext uri="{FF2B5EF4-FFF2-40B4-BE49-F238E27FC236}">
                <a16:creationId xmlns:a16="http://schemas.microsoft.com/office/drawing/2014/main" id="{0E40CE32-E4B0-4FF4-A719-9C530D361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CARACOL</a:t>
            </a:r>
          </a:p>
        </p:txBody>
      </p:sp>
      <p:sp useBgFill="1">
        <p:nvSpPr>
          <p:cNvPr id="57347" name="AutoShape 3">
            <a:hlinkClick r:id="" action="ppaction://noaction" highlightClick="1">
              <a:snd r:embed="rId3" name="voltage.wav"/>
            </a:hlinkClick>
            <a:extLst>
              <a:ext uri="{FF2B5EF4-FFF2-40B4-BE49-F238E27FC236}">
                <a16:creationId xmlns:a16="http://schemas.microsoft.com/office/drawing/2014/main" id="{55F62E68-905F-4744-B7F1-06075126A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MONO</a:t>
            </a:r>
          </a:p>
        </p:txBody>
      </p:sp>
      <p:sp useBgFill="1">
        <p:nvSpPr>
          <p:cNvPr id="57348" name="AutoShape 4">
            <a:hlinkClick r:id="" action="ppaction://hlinkshowjump?jump=nextslide" highlightClick="1">
              <a:snd r:embed="rId4" name="camera.wav"/>
            </a:hlinkClick>
            <a:extLst>
              <a:ext uri="{FF2B5EF4-FFF2-40B4-BE49-F238E27FC236}">
                <a16:creationId xmlns:a16="http://schemas.microsoft.com/office/drawing/2014/main" id="{5CF3E5EC-5186-41B1-A086-EA76AB4EF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PALOMA</a:t>
            </a:r>
          </a:p>
        </p:txBody>
      </p:sp>
      <p:pic>
        <p:nvPicPr>
          <p:cNvPr id="47109" name="Picture 5" descr="PALOMA">
            <a:extLst>
              <a:ext uri="{FF2B5EF4-FFF2-40B4-BE49-F238E27FC236}">
                <a16:creationId xmlns:a16="http://schemas.microsoft.com/office/drawing/2014/main" id="{AA012FA2-72C8-43E6-8BCC-E29ABB2FD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143000"/>
            <a:ext cx="4724400" cy="345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20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20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 animBg="1"/>
      <p:bldP spid="57347" grpId="0" animBg="1"/>
      <p:bldP spid="5734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370" name="AutoShape 2">
            <a:hlinkClick r:id="" action="ppaction://noaction" highlightClick="1">
              <a:snd r:embed="rId3" name="voltage.wav"/>
            </a:hlinkClick>
            <a:extLst>
              <a:ext uri="{FF2B5EF4-FFF2-40B4-BE49-F238E27FC236}">
                <a16:creationId xmlns:a16="http://schemas.microsoft.com/office/drawing/2014/main" id="{17663EAC-CB25-4078-AD21-65E265633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ABEJA</a:t>
            </a:r>
          </a:p>
        </p:txBody>
      </p:sp>
      <p:sp useBgFill="1">
        <p:nvSpPr>
          <p:cNvPr id="58371" name="AutoShape 3">
            <a:hlinkClick r:id="" action="ppaction://noaction" highlightClick="1">
              <a:snd r:embed="rId3" name="voltage.wav"/>
            </a:hlinkClick>
            <a:extLst>
              <a:ext uri="{FF2B5EF4-FFF2-40B4-BE49-F238E27FC236}">
                <a16:creationId xmlns:a16="http://schemas.microsoft.com/office/drawing/2014/main" id="{FF3B24A8-D6A9-4E31-82F2-DF8F536D6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GATO</a:t>
            </a:r>
          </a:p>
        </p:txBody>
      </p:sp>
      <p:sp useBgFill="1">
        <p:nvSpPr>
          <p:cNvPr id="58372" name="AutoShape 4">
            <a:hlinkClick r:id="" action="ppaction://hlinkshowjump?jump=nextslide" highlightClick="1">
              <a:snd r:embed="rId4" name="camera.wav"/>
            </a:hlinkClick>
            <a:extLst>
              <a:ext uri="{FF2B5EF4-FFF2-40B4-BE49-F238E27FC236}">
                <a16:creationId xmlns:a16="http://schemas.microsoft.com/office/drawing/2014/main" id="{0264AFAE-2461-4ED8-8464-7E53693D5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OVEJA</a:t>
            </a:r>
          </a:p>
        </p:txBody>
      </p:sp>
      <p:pic>
        <p:nvPicPr>
          <p:cNvPr id="48133" name="Picture 5" descr="OVEJA">
            <a:extLst>
              <a:ext uri="{FF2B5EF4-FFF2-40B4-BE49-F238E27FC236}">
                <a16:creationId xmlns:a16="http://schemas.microsoft.com/office/drawing/2014/main" id="{44883620-B3DE-4437-AEA9-351B9B161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681038"/>
            <a:ext cx="5334000" cy="411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20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20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 animBg="1"/>
      <p:bldP spid="58371" grpId="0" animBg="1"/>
      <p:bldP spid="5837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394" name="AutoShape 2">
            <a:hlinkClick r:id="" action="ppaction://hlinkshowjump?jump=nextslide" highlightClick="1">
              <a:snd r:embed="rId3" name="camera.wav"/>
            </a:hlinkClick>
            <a:extLst>
              <a:ext uri="{FF2B5EF4-FFF2-40B4-BE49-F238E27FC236}">
                <a16:creationId xmlns:a16="http://schemas.microsoft.com/office/drawing/2014/main" id="{B6ADDD17-A50F-4822-AA40-EA2945977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MONO</a:t>
            </a:r>
          </a:p>
        </p:txBody>
      </p:sp>
      <p:sp useBgFill="1">
        <p:nvSpPr>
          <p:cNvPr id="59395" name="AutoShape 3">
            <a:hlinkClick r:id="" action="ppaction://noaction" highlightClick="1">
              <a:snd r:embed="rId4" name="voltage.wav"/>
            </a:hlinkClick>
            <a:extLst>
              <a:ext uri="{FF2B5EF4-FFF2-40B4-BE49-F238E27FC236}">
                <a16:creationId xmlns:a16="http://schemas.microsoft.com/office/drawing/2014/main" id="{426B9891-0456-4C0C-BDD3-4DDE6764B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MOSCA</a:t>
            </a:r>
          </a:p>
        </p:txBody>
      </p:sp>
      <p:sp useBgFill="1">
        <p:nvSpPr>
          <p:cNvPr id="59396" name="AutoShape 4">
            <a:hlinkClick r:id="" action="ppaction://noaction" highlightClick="1">
              <a:snd r:embed="rId4" name="voltage.wav"/>
            </a:hlinkClick>
            <a:extLst>
              <a:ext uri="{FF2B5EF4-FFF2-40B4-BE49-F238E27FC236}">
                <a16:creationId xmlns:a16="http://schemas.microsoft.com/office/drawing/2014/main" id="{8AF42892-1897-4271-918F-E03ED5D47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RANA</a:t>
            </a:r>
          </a:p>
        </p:txBody>
      </p:sp>
      <p:pic>
        <p:nvPicPr>
          <p:cNvPr id="49157" name="Picture 5" descr="MONO">
            <a:extLst>
              <a:ext uri="{FF2B5EF4-FFF2-40B4-BE49-F238E27FC236}">
                <a16:creationId xmlns:a16="http://schemas.microsoft.com/office/drawing/2014/main" id="{884F4C4B-2D89-4569-A08D-12BE94E0B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914400"/>
            <a:ext cx="4267200" cy="369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20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20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 animBg="1"/>
      <p:bldP spid="59395" grpId="0" animBg="1"/>
      <p:bldP spid="5939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418" name="AutoShape 2">
            <a:hlinkClick r:id="" action="ppaction://hlinkshowjump?jump=nextslide" highlightClick="1">
              <a:snd r:embed="rId3" name="camera.wav"/>
            </a:hlinkClick>
            <a:extLst>
              <a:ext uri="{FF2B5EF4-FFF2-40B4-BE49-F238E27FC236}">
                <a16:creationId xmlns:a16="http://schemas.microsoft.com/office/drawing/2014/main" id="{8CEF1FCD-8DB7-4191-9BF2-9192E5B32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LEÓN</a:t>
            </a:r>
          </a:p>
        </p:txBody>
      </p:sp>
      <p:sp useBgFill="1">
        <p:nvSpPr>
          <p:cNvPr id="60419" name="AutoShape 3">
            <a:hlinkClick r:id="" action="ppaction://noaction" highlightClick="1">
              <a:snd r:embed="rId4" name="voltage.wav"/>
            </a:hlinkClick>
            <a:extLst>
              <a:ext uri="{FF2B5EF4-FFF2-40B4-BE49-F238E27FC236}">
                <a16:creationId xmlns:a16="http://schemas.microsoft.com/office/drawing/2014/main" id="{FF2093F5-E2B3-4618-8F97-A68E47DCE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MONO</a:t>
            </a:r>
          </a:p>
        </p:txBody>
      </p:sp>
      <p:sp useBgFill="1">
        <p:nvSpPr>
          <p:cNvPr id="60420" name="AutoShape 4">
            <a:hlinkClick r:id="" action="ppaction://noaction" highlightClick="1">
              <a:snd r:embed="rId4" name="voltage.wav"/>
            </a:hlinkClick>
            <a:extLst>
              <a:ext uri="{FF2B5EF4-FFF2-40B4-BE49-F238E27FC236}">
                <a16:creationId xmlns:a16="http://schemas.microsoft.com/office/drawing/2014/main" id="{4A87527E-DDD5-4019-BCEC-607E58494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BÚHO</a:t>
            </a:r>
          </a:p>
        </p:txBody>
      </p:sp>
      <p:pic>
        <p:nvPicPr>
          <p:cNvPr id="50181" name="Picture 5" descr="LEON">
            <a:extLst>
              <a:ext uri="{FF2B5EF4-FFF2-40B4-BE49-F238E27FC236}">
                <a16:creationId xmlns:a16="http://schemas.microsoft.com/office/drawing/2014/main" id="{DA7AE56F-1B03-4F1D-B813-A55990902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143000"/>
            <a:ext cx="4572000" cy="370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20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20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 animBg="1"/>
      <p:bldP spid="60419" grpId="0" animBg="1"/>
      <p:bldP spid="604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442" name="AutoShape 2">
            <a:hlinkClick r:id="" action="ppaction://noaction" highlightClick="1">
              <a:snd r:embed="rId3" name="voltage.wav"/>
            </a:hlinkClick>
            <a:extLst>
              <a:ext uri="{FF2B5EF4-FFF2-40B4-BE49-F238E27FC236}">
                <a16:creationId xmlns:a16="http://schemas.microsoft.com/office/drawing/2014/main" id="{4F19A8E8-CF6C-460D-ACFC-D7CD55794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LEÓN</a:t>
            </a:r>
          </a:p>
        </p:txBody>
      </p:sp>
      <p:sp useBgFill="1">
        <p:nvSpPr>
          <p:cNvPr id="61443" name="AutoShape 3">
            <a:hlinkClick r:id="" action="ppaction://noaction" highlightClick="1">
              <a:snd r:embed="rId3" name="voltage.wav"/>
            </a:hlinkClick>
            <a:extLst>
              <a:ext uri="{FF2B5EF4-FFF2-40B4-BE49-F238E27FC236}">
                <a16:creationId xmlns:a16="http://schemas.microsoft.com/office/drawing/2014/main" id="{4F8AC756-722F-4B27-950D-41F77441C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LORO</a:t>
            </a:r>
          </a:p>
        </p:txBody>
      </p:sp>
      <p:sp useBgFill="1">
        <p:nvSpPr>
          <p:cNvPr id="61444" name="AutoShape 4">
            <a:hlinkClick r:id="" action="ppaction://hlinkshowjump?jump=nextslide" highlightClick="1">
              <a:snd r:embed="rId4" name="camera.wav"/>
            </a:hlinkClick>
            <a:extLst>
              <a:ext uri="{FF2B5EF4-FFF2-40B4-BE49-F238E27FC236}">
                <a16:creationId xmlns:a16="http://schemas.microsoft.com/office/drawing/2014/main" id="{B1842693-CEA2-4260-AD40-5CF4E9DB9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LOBO</a:t>
            </a:r>
          </a:p>
        </p:txBody>
      </p:sp>
      <p:pic>
        <p:nvPicPr>
          <p:cNvPr id="51205" name="Picture 5" descr="LOBO">
            <a:extLst>
              <a:ext uri="{FF2B5EF4-FFF2-40B4-BE49-F238E27FC236}">
                <a16:creationId xmlns:a16="http://schemas.microsoft.com/office/drawing/2014/main" id="{98DC486F-D2CE-4BCB-9D3A-2919F19B3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381000"/>
            <a:ext cx="27051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20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20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 animBg="1"/>
      <p:bldP spid="61443" grpId="0" animBg="1"/>
      <p:bldP spid="6144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466" name="AutoShape 2">
            <a:hlinkClick r:id="" action="ppaction://hlinkshowjump?jump=nextslide" highlightClick="1">
              <a:snd r:embed="rId3" name="camera.wav"/>
            </a:hlinkClick>
            <a:extLst>
              <a:ext uri="{FF2B5EF4-FFF2-40B4-BE49-F238E27FC236}">
                <a16:creationId xmlns:a16="http://schemas.microsoft.com/office/drawing/2014/main" id="{D413E55E-CD2B-4B95-AFD6-69FA6771F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ABEJA</a:t>
            </a:r>
          </a:p>
        </p:txBody>
      </p:sp>
      <p:sp useBgFill="1">
        <p:nvSpPr>
          <p:cNvPr id="62467" name="AutoShape 3">
            <a:hlinkClick r:id="" action="ppaction://noaction" highlightClick="1">
              <a:snd r:embed="rId4" name="voltage.wav"/>
            </a:hlinkClick>
            <a:extLst>
              <a:ext uri="{FF2B5EF4-FFF2-40B4-BE49-F238E27FC236}">
                <a16:creationId xmlns:a16="http://schemas.microsoft.com/office/drawing/2014/main" id="{F8403AD8-C00A-4B90-8182-A1ED0C32C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OVEJA</a:t>
            </a:r>
          </a:p>
        </p:txBody>
      </p:sp>
      <p:sp useBgFill="1">
        <p:nvSpPr>
          <p:cNvPr id="62468" name="AutoShape 4">
            <a:hlinkClick r:id="" action="ppaction://noaction" highlightClick="1">
              <a:snd r:embed="rId4" name="voltage.wav"/>
            </a:hlinkClick>
            <a:extLst>
              <a:ext uri="{FF2B5EF4-FFF2-40B4-BE49-F238E27FC236}">
                <a16:creationId xmlns:a16="http://schemas.microsoft.com/office/drawing/2014/main" id="{F41D0336-2CA2-4B8F-815D-E2F2059CC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4000">
                <a:solidFill>
                  <a:srgbClr val="990033"/>
                </a:solidFill>
              </a:rPr>
              <a:t>RANA</a:t>
            </a:r>
          </a:p>
        </p:txBody>
      </p:sp>
      <p:pic>
        <p:nvPicPr>
          <p:cNvPr id="52229" name="Picture 5" descr="ABEJA">
            <a:extLst>
              <a:ext uri="{FF2B5EF4-FFF2-40B4-BE49-F238E27FC236}">
                <a16:creationId xmlns:a16="http://schemas.microsoft.com/office/drawing/2014/main" id="{88948400-B522-4CFF-84A9-A905B0511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457200"/>
            <a:ext cx="3551237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20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20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 animBg="1"/>
      <p:bldP spid="62467" grpId="0" animBg="1"/>
      <p:bldP spid="6246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490" name="AutoShape 2">
            <a:hlinkClick r:id="" action="ppaction://hlinkshowjump?jump=nextslide" highlightClick="1">
              <a:snd r:embed="rId3" name="camera.wav"/>
            </a:hlinkClick>
            <a:extLst>
              <a:ext uri="{FF2B5EF4-FFF2-40B4-BE49-F238E27FC236}">
                <a16:creationId xmlns:a16="http://schemas.microsoft.com/office/drawing/2014/main" id="{34D43E99-E483-42E7-BD27-0C89815A7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3200">
                <a:solidFill>
                  <a:srgbClr val="990033"/>
                </a:solidFill>
              </a:rPr>
              <a:t>HIPOPÓTAMO</a:t>
            </a:r>
          </a:p>
        </p:txBody>
      </p:sp>
      <p:sp useBgFill="1">
        <p:nvSpPr>
          <p:cNvPr id="63491" name="AutoShape 3">
            <a:hlinkClick r:id="" action="ppaction://noaction" highlightClick="1">
              <a:snd r:embed="rId4" name="voltage.wav"/>
            </a:hlinkClick>
            <a:extLst>
              <a:ext uri="{FF2B5EF4-FFF2-40B4-BE49-F238E27FC236}">
                <a16:creationId xmlns:a16="http://schemas.microsoft.com/office/drawing/2014/main" id="{156654A1-E81C-4FBA-AF9A-80A2A7665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3200">
                <a:solidFill>
                  <a:srgbClr val="990033"/>
                </a:solidFill>
              </a:rPr>
              <a:t>ELEFANTE</a:t>
            </a:r>
          </a:p>
        </p:txBody>
      </p:sp>
      <p:sp useBgFill="1">
        <p:nvSpPr>
          <p:cNvPr id="63492" name="AutoShape 4">
            <a:hlinkClick r:id="" action="ppaction://noaction" highlightClick="1">
              <a:snd r:embed="rId4" name="voltage.wav"/>
            </a:hlinkClick>
            <a:extLst>
              <a:ext uri="{FF2B5EF4-FFF2-40B4-BE49-F238E27FC236}">
                <a16:creationId xmlns:a16="http://schemas.microsoft.com/office/drawing/2014/main" id="{96FC471B-205D-42EB-B85C-2B1D3C1C8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486400"/>
            <a:ext cx="2895600" cy="762000"/>
          </a:xfrm>
          <a:prstGeom prst="actionButtonBlank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altLang="es-ES" sz="3200">
                <a:solidFill>
                  <a:srgbClr val="990033"/>
                </a:solidFill>
              </a:rPr>
              <a:t>MOSQUITO</a:t>
            </a:r>
          </a:p>
        </p:txBody>
      </p:sp>
      <p:pic>
        <p:nvPicPr>
          <p:cNvPr id="53253" name="Picture 5" descr="HIPOPOTAMO">
            <a:extLst>
              <a:ext uri="{FF2B5EF4-FFF2-40B4-BE49-F238E27FC236}">
                <a16:creationId xmlns:a16="http://schemas.microsoft.com/office/drawing/2014/main" id="{BE5E417C-7566-47F9-BE39-C00953A65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755650"/>
            <a:ext cx="4191000" cy="412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20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20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20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 animBg="1"/>
      <p:bldP spid="63491" grpId="0" animBg="1"/>
      <p:bldP spid="6349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274" name="AutoShape 5">
            <a:hlinkClick r:id="" action="ppaction://hlinkshowjump?jump=firstslide" highlightClick="1">
              <a:snd r:embed="rId3" name="applause.wav"/>
            </a:hlinkClick>
            <a:extLst>
              <a:ext uri="{FF2B5EF4-FFF2-40B4-BE49-F238E27FC236}">
                <a16:creationId xmlns:a16="http://schemas.microsoft.com/office/drawing/2014/main" id="{D3B69E62-3A82-4B7C-8D7C-3BE458C76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191000"/>
            <a:ext cx="2667000" cy="1676400"/>
          </a:xfrm>
          <a:prstGeom prst="actionButtonBeginning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  <p:sp>
        <p:nvSpPr>
          <p:cNvPr id="54275" name="Text Box 6">
            <a:extLst>
              <a:ext uri="{FF2B5EF4-FFF2-40B4-BE49-F238E27FC236}">
                <a16:creationId xmlns:a16="http://schemas.microsoft.com/office/drawing/2014/main" id="{CF7F5BCE-EA73-4E87-8D00-155A35164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048000"/>
            <a:ext cx="32766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s-ES" sz="4800">
                <a:solidFill>
                  <a:srgbClr val="990033"/>
                </a:solidFill>
              </a:rPr>
              <a:t>REPETIR</a:t>
            </a:r>
          </a:p>
        </p:txBody>
      </p:sp>
      <p:sp>
        <p:nvSpPr>
          <p:cNvPr id="54276" name="Text Box 7">
            <a:extLst>
              <a:ext uri="{FF2B5EF4-FFF2-40B4-BE49-F238E27FC236}">
                <a16:creationId xmlns:a16="http://schemas.microsoft.com/office/drawing/2014/main" id="{DDABE9A4-120A-471B-A3B3-212EF7718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762000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s-ES" sz="2800">
                <a:solidFill>
                  <a:srgbClr val="990033"/>
                </a:solidFill>
              </a:rPr>
              <a:t>ESC   SALIR</a:t>
            </a:r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Words>131</Words>
  <Application>Microsoft Office PowerPoint</Application>
  <PresentationFormat>Presentación en pantalla (4:3)</PresentationFormat>
  <Paragraphs>127</Paragraphs>
  <Slides>52</Slides>
  <Notes>52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52</vt:i4>
      </vt:variant>
    </vt:vector>
  </HeadingPairs>
  <TitlesOfParts>
    <vt:vector size="53" baseType="lpstr">
      <vt:lpstr>Diseño predeterminado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ALBERTO ABARCA</dc:creator>
  <cp:lastModifiedBy>Usuario de Windows</cp:lastModifiedBy>
  <cp:revision>8</cp:revision>
  <cp:lastPrinted>1601-01-01T00:00:00Z</cp:lastPrinted>
  <dcterms:created xsi:type="dcterms:W3CDTF">1601-01-01T00:00:00Z</dcterms:created>
  <dcterms:modified xsi:type="dcterms:W3CDTF">2020-05-28T21:54:09Z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