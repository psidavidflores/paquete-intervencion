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2" r:id="rId7"/>
    <p:sldId id="261" r:id="rId8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EE3DA-7566-4F0F-896A-64D756091CDD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F8DA2-E085-4A97-8B0A-20FC190C1E9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6705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EE3DA-7566-4F0F-896A-64D756091CDD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F8DA2-E085-4A97-8B0A-20FC190C1E9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55133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EE3DA-7566-4F0F-896A-64D756091CDD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F8DA2-E085-4A97-8B0A-20FC190C1E9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41178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EE3DA-7566-4F0F-896A-64D756091CDD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F8DA2-E085-4A97-8B0A-20FC190C1E9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75040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EE3DA-7566-4F0F-896A-64D756091CDD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F8DA2-E085-4A97-8B0A-20FC190C1E9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05801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EE3DA-7566-4F0F-896A-64D756091CDD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F8DA2-E085-4A97-8B0A-20FC190C1E9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69015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EE3DA-7566-4F0F-896A-64D756091CDD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F8DA2-E085-4A97-8B0A-20FC190C1E9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73828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EE3DA-7566-4F0F-896A-64D756091CDD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F8DA2-E085-4A97-8B0A-20FC190C1E9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33780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EE3DA-7566-4F0F-896A-64D756091CDD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F8DA2-E085-4A97-8B0A-20FC190C1E9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36844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EE3DA-7566-4F0F-896A-64D756091CDD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F8DA2-E085-4A97-8B0A-20FC190C1E9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3573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EE3DA-7566-4F0F-896A-64D756091CDD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F8DA2-E085-4A97-8B0A-20FC190C1E9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24257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6EE3DA-7566-4F0F-896A-64D756091CDD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1F8DA2-E085-4A97-8B0A-20FC190C1E9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87815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78" y="0"/>
            <a:ext cx="9113021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869326" y="1412776"/>
            <a:ext cx="7408792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Gill Sans Ultra Bold" pitchFamily="34" charset="0"/>
              </a:rPr>
              <a:t>Hoy aprenderemos: 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Jokerman" pitchFamily="82" charset="0"/>
              </a:rPr>
              <a:t>Medios 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Jokerman" pitchFamily="82" charset="0"/>
              </a:rPr>
              <a:t>de transportes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Jokerman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553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25"/>
            <a:ext cx="9144000" cy="684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7881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787"/>
            <a:ext cx="9144000" cy="6831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899592" y="692696"/>
            <a:ext cx="676875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Medios transportes aéreos </a:t>
            </a:r>
            <a:endParaRPr lang="es-ES" sz="4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1" y="1462137"/>
            <a:ext cx="2696382" cy="13187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9953" y="1512493"/>
            <a:ext cx="2167900" cy="16981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79" t="6935" r="17286" b="6492"/>
          <a:stretch/>
        </p:blipFill>
        <p:spPr bwMode="auto">
          <a:xfrm>
            <a:off x="1331641" y="3095814"/>
            <a:ext cx="1659632" cy="2233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8710" y="2996951"/>
            <a:ext cx="2227426" cy="1744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652" y="3219810"/>
            <a:ext cx="1819716" cy="216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3449" y="5000568"/>
            <a:ext cx="3517102" cy="1201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80108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86" y="-1"/>
            <a:ext cx="9118313" cy="6838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899592" y="620688"/>
            <a:ext cx="6933479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Medios transportes marinos 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204864"/>
            <a:ext cx="2409056" cy="2210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504" y="4415173"/>
            <a:ext cx="2298128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1478" y="2507030"/>
            <a:ext cx="2388751" cy="1605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6" name="Picture 1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1930966"/>
            <a:ext cx="2783628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8" name="Picture 12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6" r="10624"/>
          <a:stretch/>
        </p:blipFill>
        <p:spPr bwMode="auto">
          <a:xfrm>
            <a:off x="5220072" y="3645024"/>
            <a:ext cx="2306038" cy="223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220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539552" y="116632"/>
            <a:ext cx="734481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s-ES" sz="44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Medios transporte terrestre</a:t>
            </a:r>
            <a:endParaRPr lang="es-ES" sz="4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25" t="15886" r="8329" b="31751"/>
          <a:stretch/>
        </p:blipFill>
        <p:spPr bwMode="auto">
          <a:xfrm>
            <a:off x="326361" y="2905828"/>
            <a:ext cx="2576946" cy="167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82"/>
          <a:stretch/>
        </p:blipFill>
        <p:spPr bwMode="auto">
          <a:xfrm>
            <a:off x="355023" y="4581128"/>
            <a:ext cx="2704809" cy="1879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2637" y="1873323"/>
            <a:ext cx="2428773" cy="18701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8898" y="4601553"/>
            <a:ext cx="2536746" cy="1933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190" y="1507754"/>
            <a:ext cx="2369287" cy="1540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0567" y="4522643"/>
            <a:ext cx="2459956" cy="2289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9" name="Picture 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3284984"/>
            <a:ext cx="3057525" cy="149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0" name="Picture 10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375904" y="1047652"/>
            <a:ext cx="2211234" cy="2211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68806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88640"/>
            <a:ext cx="8833187" cy="6408712"/>
          </a:xfrm>
          <a:prstGeom prst="rect">
            <a:avLst/>
          </a:prstGeom>
          <a:noFill/>
          <a:ln w="57150">
            <a:solidFill>
              <a:srgbClr val="FF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18287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908720"/>
            <a:ext cx="2772611" cy="1686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81" y="2780928"/>
            <a:ext cx="2772611" cy="1875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869160"/>
            <a:ext cx="2776772" cy="1862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188671" y="184666"/>
            <a:ext cx="7983729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b="1" dirty="0" smtClean="0"/>
              <a:t>Actividad: Une cada medio de transporte con su lugar correspondiente. </a:t>
            </a:r>
            <a:endParaRPr lang="es-CL" b="1" dirty="0"/>
          </a:p>
        </p:txBody>
      </p:sp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764704"/>
            <a:ext cx="2214024" cy="1734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9517" y="2595272"/>
            <a:ext cx="2520283" cy="1876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2" name="Picture 8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71"/>
          <a:stretch/>
        </p:blipFill>
        <p:spPr bwMode="auto">
          <a:xfrm>
            <a:off x="6465885" y="4506236"/>
            <a:ext cx="2325640" cy="2271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22818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27</Words>
  <Application>Microsoft Office PowerPoint</Application>
  <PresentationFormat>Presentación en pantalla (4:3)</PresentationFormat>
  <Paragraphs>5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8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8</cp:revision>
  <dcterms:created xsi:type="dcterms:W3CDTF">2019-02-10T06:52:31Z</dcterms:created>
  <dcterms:modified xsi:type="dcterms:W3CDTF">2019-03-16T22:20:15Z</dcterms:modified>
</cp:coreProperties>
</file>