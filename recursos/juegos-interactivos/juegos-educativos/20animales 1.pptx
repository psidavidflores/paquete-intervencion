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2"/>
  </p:notesMasterIdLst>
  <p:sldIdLst>
    <p:sldId id="278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9" r:id="rId23"/>
    <p:sldId id="280" r:id="rId24"/>
    <p:sldId id="281" r:id="rId25"/>
    <p:sldId id="282" r:id="rId26"/>
    <p:sldId id="283" r:id="rId27"/>
    <p:sldId id="284" r:id="rId28"/>
    <p:sldId id="285" r:id="rId29"/>
    <p:sldId id="286" r:id="rId30"/>
    <p:sldId id="277" r:id="rId31"/>
  </p:sldIdLst>
  <p:sldSz cx="9144000" cy="6858000" type="screen4x3"/>
  <p:notesSz cx="6858000" cy="9144000"/>
  <p:defaultTextStyle>
    <a:defPPr>
      <a:defRPr lang="es-E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900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660"/>
  </p:normalViewPr>
  <p:slideViewPr>
    <p:cSldViewPr>
      <p:cViewPr varScale="1">
        <p:scale>
          <a:sx n="58" d="100"/>
          <a:sy n="58" d="100"/>
        </p:scale>
        <p:origin x="-1254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amara salinas nuñez" userId="a9e9662122776899" providerId="Windows Live" clId="Web-{D738E29A-A820-4D85-A96B-76F864748810}"/>
    <pc:docChg chg="modSld">
      <pc:chgData name="tamara salinas nuñez" userId="a9e9662122776899" providerId="Windows Live" clId="Web-{D738E29A-A820-4D85-A96B-76F864748810}" dt="2020-06-02T04:40:33.806" v="0" actId="1076"/>
      <pc:docMkLst>
        <pc:docMk/>
      </pc:docMkLst>
      <pc:sldChg chg="modSp">
        <pc:chgData name="tamara salinas nuñez" userId="a9e9662122776899" providerId="Windows Live" clId="Web-{D738E29A-A820-4D85-A96B-76F864748810}" dt="2020-06-02T04:40:33.806" v="0" actId="1076"/>
        <pc:sldMkLst>
          <pc:docMk/>
          <pc:sldMk cId="0" sldId="256"/>
        </pc:sldMkLst>
        <pc:graphicFrameChg chg="mod">
          <ac:chgData name="tamara salinas nuñez" userId="a9e9662122776899" providerId="Windows Live" clId="Web-{D738E29A-A820-4D85-A96B-76F864748810}" dt="2020-06-02T04:40:33.806" v="0" actId="1076"/>
          <ac:graphicFrameMkLst>
            <pc:docMk/>
            <pc:sldMk cId="0" sldId="256"/>
            <ac:graphicFrameMk id="1026" creationId="{2B30DE23-514D-453E-9098-8CD46BBB3356}"/>
          </ac:graphicFrameMkLst>
        </pc:graphicFrameChg>
      </pc:sldChg>
    </pc:docChg>
  </pc:docChgLst>
</pc:chgInfo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png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png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png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png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png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png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png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png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png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png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png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png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png"/></Relationships>
</file>

<file path=ppt/drawings/_rels/vmlDrawing14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png"/></Relationships>
</file>

<file path=ppt/drawings/_rels/vmlDrawing15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png"/></Relationships>
</file>

<file path=ppt/drawings/_rels/vmlDrawing16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png"/></Relationships>
</file>

<file path=ppt/drawings/_rels/vmlDrawing17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png"/></Relationships>
</file>

<file path=ppt/drawings/_rels/vmlDrawing18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png"/></Relationships>
</file>

<file path=ppt/drawings/_rels/vmlDrawing19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png"/></Relationships>
</file>

<file path=ppt/drawings/_rels/vmlDrawing20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png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>
            <a:extLst>
              <a:ext uri="{FF2B5EF4-FFF2-40B4-BE49-F238E27FC236}">
                <a16:creationId xmlns:a16="http://schemas.microsoft.com/office/drawing/2014/main" id="{4DC562C7-F848-432F-A42A-6F04BF0F242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smtClean="0">
                <a:latin typeface="Arial" charset="0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3" name="2 Marcador de fecha">
            <a:extLst>
              <a:ext uri="{FF2B5EF4-FFF2-40B4-BE49-F238E27FC236}">
                <a16:creationId xmlns:a16="http://schemas.microsoft.com/office/drawing/2014/main" id="{50A9A6EE-B0DF-4E7A-850A-9B58D613FB47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smtClean="0">
                <a:latin typeface="Arial" charset="0"/>
              </a:defRPr>
            </a:lvl1pPr>
          </a:lstStyle>
          <a:p>
            <a:pPr>
              <a:defRPr/>
            </a:pPr>
            <a:fld id="{BD33D7BF-4939-4DFB-9336-9AF3B6C1DCEB}" type="datetimeFigureOut">
              <a:rPr lang="es-ES"/>
              <a:pPr>
                <a:defRPr/>
              </a:pPr>
              <a:t>01/06/2020</a:t>
            </a:fld>
            <a:endParaRPr lang="es-ES"/>
          </a:p>
        </p:txBody>
      </p:sp>
      <p:sp>
        <p:nvSpPr>
          <p:cNvPr id="4" name="3 Marcador de imagen de diapositiva">
            <a:extLst>
              <a:ext uri="{FF2B5EF4-FFF2-40B4-BE49-F238E27FC236}">
                <a16:creationId xmlns:a16="http://schemas.microsoft.com/office/drawing/2014/main" id="{B6E71062-8A75-4DF7-B3A1-5D546537D90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s-ES" noProof="0"/>
          </a:p>
        </p:txBody>
      </p:sp>
      <p:sp>
        <p:nvSpPr>
          <p:cNvPr id="5" name="4 Marcador de notas">
            <a:extLst>
              <a:ext uri="{FF2B5EF4-FFF2-40B4-BE49-F238E27FC236}">
                <a16:creationId xmlns:a16="http://schemas.microsoft.com/office/drawing/2014/main" id="{541707E0-0BD8-43F9-9814-9748A238108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noProof="0"/>
              <a:t>Haga clic para modificar el estilo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  <a:p>
            <a:pPr lvl="3"/>
            <a:r>
              <a:rPr lang="es-ES" noProof="0"/>
              <a:t>Cuarto nivel</a:t>
            </a:r>
          </a:p>
          <a:p>
            <a:pPr lvl="4"/>
            <a:r>
              <a:rPr lang="es-ES" noProof="0"/>
              <a:t>Quinto nivel</a:t>
            </a:r>
          </a:p>
        </p:txBody>
      </p:sp>
      <p:sp>
        <p:nvSpPr>
          <p:cNvPr id="6" name="5 Marcador de pie de página">
            <a:extLst>
              <a:ext uri="{FF2B5EF4-FFF2-40B4-BE49-F238E27FC236}">
                <a16:creationId xmlns:a16="http://schemas.microsoft.com/office/drawing/2014/main" id="{3718EABA-8099-4E09-B191-C49566FEC38A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smtClean="0">
                <a:latin typeface="Arial" charset="0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7" name="6 Marcador de número de diapositiva">
            <a:extLst>
              <a:ext uri="{FF2B5EF4-FFF2-40B4-BE49-F238E27FC236}">
                <a16:creationId xmlns:a16="http://schemas.microsoft.com/office/drawing/2014/main" id="{127F9022-F137-4A96-967C-3900B47EEAB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80B0C69E-1D76-4DEE-A058-B4E93B21BB23}" type="slidenum">
              <a:rPr lang="es-ES" altLang="es-ES"/>
              <a:pPr/>
              <a:t>‹#›</a:t>
            </a:fld>
            <a:endParaRPr lang="es-ES" altLang="es-E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1 Marcador de imagen de diapositiva">
            <a:extLst>
              <a:ext uri="{FF2B5EF4-FFF2-40B4-BE49-F238E27FC236}">
                <a16:creationId xmlns:a16="http://schemas.microsoft.com/office/drawing/2014/main" id="{76A46EEB-3C0D-4091-856B-812C9C61F32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3795" name="2 Marcador de notas">
            <a:extLst>
              <a:ext uri="{FF2B5EF4-FFF2-40B4-BE49-F238E27FC236}">
                <a16:creationId xmlns:a16="http://schemas.microsoft.com/office/drawing/2014/main" id="{2D81868D-1B95-47D5-8AB2-87AF3FC6B690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s-ES" altLang="es-ES"/>
          </a:p>
        </p:txBody>
      </p:sp>
      <p:sp>
        <p:nvSpPr>
          <p:cNvPr id="33796" name="3 Marcador de número de diapositiva">
            <a:extLst>
              <a:ext uri="{FF2B5EF4-FFF2-40B4-BE49-F238E27FC236}">
                <a16:creationId xmlns:a16="http://schemas.microsoft.com/office/drawing/2014/main" id="{97C408CD-7E27-4472-8416-B1BC6228F43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463911E9-6D74-481F-92B8-B5307E3482F7}" type="slidenum">
              <a:rPr lang="es-ES" altLang="es-ES"/>
              <a:pPr eaLnBrk="1" hangingPunct="1"/>
              <a:t>1</a:t>
            </a:fld>
            <a:endParaRPr lang="es-ES" altLang="es-E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1 Marcador de imagen de diapositiva">
            <a:extLst>
              <a:ext uri="{FF2B5EF4-FFF2-40B4-BE49-F238E27FC236}">
                <a16:creationId xmlns:a16="http://schemas.microsoft.com/office/drawing/2014/main" id="{DC5B526B-4A26-432C-B8EA-EC54B82E3BC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819" name="2 Marcador de notas">
            <a:extLst>
              <a:ext uri="{FF2B5EF4-FFF2-40B4-BE49-F238E27FC236}">
                <a16:creationId xmlns:a16="http://schemas.microsoft.com/office/drawing/2014/main" id="{A2BA215D-078C-4489-A1BF-52E16B3FC3D6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s-ES" altLang="es-ES"/>
          </a:p>
        </p:txBody>
      </p:sp>
      <p:sp>
        <p:nvSpPr>
          <p:cNvPr id="34820" name="3 Marcador de número de diapositiva">
            <a:extLst>
              <a:ext uri="{FF2B5EF4-FFF2-40B4-BE49-F238E27FC236}">
                <a16:creationId xmlns:a16="http://schemas.microsoft.com/office/drawing/2014/main" id="{F71BE1A7-C327-493D-A775-05F2BA0E6FB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CA33C23F-9700-4EB5-B561-AFE2EE5E6817}" type="slidenum">
              <a:rPr lang="es-ES" altLang="es-ES"/>
              <a:pPr eaLnBrk="1" hangingPunct="1"/>
              <a:t>2</a:t>
            </a:fld>
            <a:endParaRPr lang="es-ES" altLang="es-E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1 Marcador de imagen de diapositiva">
            <a:extLst>
              <a:ext uri="{FF2B5EF4-FFF2-40B4-BE49-F238E27FC236}">
                <a16:creationId xmlns:a16="http://schemas.microsoft.com/office/drawing/2014/main" id="{79BD5BCC-86C7-460E-900C-3CF8F49CEB8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5843" name="2 Marcador de notas">
            <a:extLst>
              <a:ext uri="{FF2B5EF4-FFF2-40B4-BE49-F238E27FC236}">
                <a16:creationId xmlns:a16="http://schemas.microsoft.com/office/drawing/2014/main" id="{CD4F3FF1-CFBE-45B6-B537-32B440A9AB7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s-ES" altLang="es-ES"/>
          </a:p>
        </p:txBody>
      </p:sp>
      <p:sp>
        <p:nvSpPr>
          <p:cNvPr id="35844" name="3 Marcador de número de diapositiva">
            <a:extLst>
              <a:ext uri="{FF2B5EF4-FFF2-40B4-BE49-F238E27FC236}">
                <a16:creationId xmlns:a16="http://schemas.microsoft.com/office/drawing/2014/main" id="{10857F7D-217A-4109-81E4-CC1207C83A0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5DD2D6B3-807A-44D0-8E95-19E7E0022DC7}" type="slidenum">
              <a:rPr lang="es-ES" altLang="es-ES"/>
              <a:pPr eaLnBrk="1" hangingPunct="1"/>
              <a:t>3</a:t>
            </a:fld>
            <a:endParaRPr lang="es-ES" altLang="es-E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1 Marcador de imagen de diapositiva">
            <a:extLst>
              <a:ext uri="{FF2B5EF4-FFF2-40B4-BE49-F238E27FC236}">
                <a16:creationId xmlns:a16="http://schemas.microsoft.com/office/drawing/2014/main" id="{F801E286-34D6-4686-A7C2-70FEA6B3B04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6867" name="2 Marcador de notas">
            <a:extLst>
              <a:ext uri="{FF2B5EF4-FFF2-40B4-BE49-F238E27FC236}">
                <a16:creationId xmlns:a16="http://schemas.microsoft.com/office/drawing/2014/main" id="{5E9D57A1-7E2E-4154-9654-34FECAD5DCFD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s-ES" altLang="es-ES"/>
          </a:p>
        </p:txBody>
      </p:sp>
      <p:sp>
        <p:nvSpPr>
          <p:cNvPr id="36868" name="3 Marcador de número de diapositiva">
            <a:extLst>
              <a:ext uri="{FF2B5EF4-FFF2-40B4-BE49-F238E27FC236}">
                <a16:creationId xmlns:a16="http://schemas.microsoft.com/office/drawing/2014/main" id="{7908FC71-9D39-46AE-A332-E44E3D0775B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CC38312C-AA46-4FB9-83FB-2BF09617D9E2}" type="slidenum">
              <a:rPr lang="es-ES" altLang="es-ES"/>
              <a:pPr eaLnBrk="1" hangingPunct="1"/>
              <a:t>4</a:t>
            </a:fld>
            <a:endParaRPr lang="es-ES" altLang="es-E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1 Marcador de imagen de diapositiva">
            <a:extLst>
              <a:ext uri="{FF2B5EF4-FFF2-40B4-BE49-F238E27FC236}">
                <a16:creationId xmlns:a16="http://schemas.microsoft.com/office/drawing/2014/main" id="{2AEE45E2-4285-4977-AB51-70CB7B49E023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7891" name="2 Marcador de notas">
            <a:extLst>
              <a:ext uri="{FF2B5EF4-FFF2-40B4-BE49-F238E27FC236}">
                <a16:creationId xmlns:a16="http://schemas.microsoft.com/office/drawing/2014/main" id="{71FE5605-A94B-44AF-96AD-FD0AC915213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s-ES" altLang="es-ES"/>
          </a:p>
        </p:txBody>
      </p:sp>
      <p:sp>
        <p:nvSpPr>
          <p:cNvPr id="37892" name="3 Marcador de número de diapositiva">
            <a:extLst>
              <a:ext uri="{FF2B5EF4-FFF2-40B4-BE49-F238E27FC236}">
                <a16:creationId xmlns:a16="http://schemas.microsoft.com/office/drawing/2014/main" id="{2AC11CE9-7DD2-4181-8F95-43ADFE5EB60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B6965F0B-ED1A-4A93-8180-7567DC3AA07D}" type="slidenum">
              <a:rPr lang="es-ES" altLang="es-ES"/>
              <a:pPr eaLnBrk="1" hangingPunct="1"/>
              <a:t>5</a:t>
            </a:fld>
            <a:endParaRPr lang="es-ES" altLang="es-E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1 Marcador de imagen de diapositiva">
            <a:extLst>
              <a:ext uri="{FF2B5EF4-FFF2-40B4-BE49-F238E27FC236}">
                <a16:creationId xmlns:a16="http://schemas.microsoft.com/office/drawing/2014/main" id="{73C67B44-8081-4EF9-B8DD-DC4C5F7E9713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8915" name="2 Marcador de notas">
            <a:extLst>
              <a:ext uri="{FF2B5EF4-FFF2-40B4-BE49-F238E27FC236}">
                <a16:creationId xmlns:a16="http://schemas.microsoft.com/office/drawing/2014/main" id="{EBA6E299-6055-4730-80C6-B6397E438B83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s-ES" altLang="es-ES"/>
          </a:p>
        </p:txBody>
      </p:sp>
      <p:sp>
        <p:nvSpPr>
          <p:cNvPr id="38916" name="3 Marcador de número de diapositiva">
            <a:extLst>
              <a:ext uri="{FF2B5EF4-FFF2-40B4-BE49-F238E27FC236}">
                <a16:creationId xmlns:a16="http://schemas.microsoft.com/office/drawing/2014/main" id="{B2AC8E43-0D79-498D-9CC2-692E3CE25BC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C213DD9C-7AD6-4F50-9BBA-09AAAD74F535}" type="slidenum">
              <a:rPr lang="es-ES" altLang="es-ES"/>
              <a:pPr eaLnBrk="1" hangingPunct="1"/>
              <a:t>6</a:t>
            </a:fld>
            <a:endParaRPr lang="es-ES" altLang="es-E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1 Marcador de imagen de diapositiva">
            <a:extLst>
              <a:ext uri="{FF2B5EF4-FFF2-40B4-BE49-F238E27FC236}">
                <a16:creationId xmlns:a16="http://schemas.microsoft.com/office/drawing/2014/main" id="{426E3FDD-9EE9-4F8A-B140-DFC3593D349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9939" name="2 Marcador de notas">
            <a:extLst>
              <a:ext uri="{FF2B5EF4-FFF2-40B4-BE49-F238E27FC236}">
                <a16:creationId xmlns:a16="http://schemas.microsoft.com/office/drawing/2014/main" id="{C8C7A2B5-2262-4716-8F77-1839F06D304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s-ES" altLang="es-ES"/>
          </a:p>
        </p:txBody>
      </p:sp>
      <p:sp>
        <p:nvSpPr>
          <p:cNvPr id="39940" name="3 Marcador de número de diapositiva">
            <a:extLst>
              <a:ext uri="{FF2B5EF4-FFF2-40B4-BE49-F238E27FC236}">
                <a16:creationId xmlns:a16="http://schemas.microsoft.com/office/drawing/2014/main" id="{BA5D8C3C-2F87-45B0-BD72-3E537DEAB12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EE1E752F-FA20-4EF8-AD5E-E056A2BD3E09}" type="slidenum">
              <a:rPr lang="es-ES" altLang="es-ES"/>
              <a:pPr eaLnBrk="1" hangingPunct="1"/>
              <a:t>7</a:t>
            </a:fld>
            <a:endParaRPr lang="es-ES" altLang="es-E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1 Marcador de imagen de diapositiva">
            <a:extLst>
              <a:ext uri="{FF2B5EF4-FFF2-40B4-BE49-F238E27FC236}">
                <a16:creationId xmlns:a16="http://schemas.microsoft.com/office/drawing/2014/main" id="{D61AA401-FD2C-413F-8CC7-9DFB4213E8A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63" name="2 Marcador de notas">
            <a:extLst>
              <a:ext uri="{FF2B5EF4-FFF2-40B4-BE49-F238E27FC236}">
                <a16:creationId xmlns:a16="http://schemas.microsoft.com/office/drawing/2014/main" id="{4C546712-97DE-442E-9758-6AEC9203E165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s-ES" altLang="es-ES"/>
          </a:p>
        </p:txBody>
      </p:sp>
      <p:sp>
        <p:nvSpPr>
          <p:cNvPr id="40964" name="3 Marcador de número de diapositiva">
            <a:extLst>
              <a:ext uri="{FF2B5EF4-FFF2-40B4-BE49-F238E27FC236}">
                <a16:creationId xmlns:a16="http://schemas.microsoft.com/office/drawing/2014/main" id="{78D589CF-DB10-4A26-B3AE-153F38AA28D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D04AB91A-A100-494F-9B64-A59E22E2317C}" type="slidenum">
              <a:rPr lang="es-ES" altLang="es-ES"/>
              <a:pPr eaLnBrk="1" hangingPunct="1"/>
              <a:t>8</a:t>
            </a:fld>
            <a:endParaRPr lang="es-ES" altLang="es-E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1 Marcador de imagen de diapositiva">
            <a:extLst>
              <a:ext uri="{FF2B5EF4-FFF2-40B4-BE49-F238E27FC236}">
                <a16:creationId xmlns:a16="http://schemas.microsoft.com/office/drawing/2014/main" id="{AB499E51-910C-49D4-A2B8-137D9B538133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1987" name="2 Marcador de notas">
            <a:extLst>
              <a:ext uri="{FF2B5EF4-FFF2-40B4-BE49-F238E27FC236}">
                <a16:creationId xmlns:a16="http://schemas.microsoft.com/office/drawing/2014/main" id="{8B1773C5-6966-431B-8FB8-0C2DEFD2F14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s-ES" altLang="es-ES"/>
          </a:p>
        </p:txBody>
      </p:sp>
      <p:sp>
        <p:nvSpPr>
          <p:cNvPr id="41988" name="3 Marcador de número de diapositiva">
            <a:extLst>
              <a:ext uri="{FF2B5EF4-FFF2-40B4-BE49-F238E27FC236}">
                <a16:creationId xmlns:a16="http://schemas.microsoft.com/office/drawing/2014/main" id="{8D3298B3-433C-484D-B73A-1994ABFAB41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C4CA1758-BF10-4C0D-A5A4-AB956F03C2B8}" type="slidenum">
              <a:rPr lang="es-ES" altLang="es-ES"/>
              <a:pPr eaLnBrk="1" hangingPunct="1"/>
              <a:t>9</a:t>
            </a:fld>
            <a:endParaRPr lang="es-ES" altLang="es-E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1 Marcador de imagen de diapositiva">
            <a:extLst>
              <a:ext uri="{FF2B5EF4-FFF2-40B4-BE49-F238E27FC236}">
                <a16:creationId xmlns:a16="http://schemas.microsoft.com/office/drawing/2014/main" id="{7E24295A-90A4-457F-9D63-9BC5DC3EBCB0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3011" name="2 Marcador de notas">
            <a:extLst>
              <a:ext uri="{FF2B5EF4-FFF2-40B4-BE49-F238E27FC236}">
                <a16:creationId xmlns:a16="http://schemas.microsoft.com/office/drawing/2014/main" id="{2632131E-A95D-46EA-B09A-1542290F1E2C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s-ES" altLang="es-ES"/>
          </a:p>
        </p:txBody>
      </p:sp>
      <p:sp>
        <p:nvSpPr>
          <p:cNvPr id="43012" name="3 Marcador de número de diapositiva">
            <a:extLst>
              <a:ext uri="{FF2B5EF4-FFF2-40B4-BE49-F238E27FC236}">
                <a16:creationId xmlns:a16="http://schemas.microsoft.com/office/drawing/2014/main" id="{693BEF49-F93E-4F63-BB8A-E507F62B39A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8039C9B9-9419-4A38-BDCD-B7F36B21FFF9}" type="slidenum">
              <a:rPr lang="es-ES" altLang="es-ES"/>
              <a:pPr eaLnBrk="1" hangingPunct="1"/>
              <a:t>10</a:t>
            </a:fld>
            <a:endParaRPr lang="es-ES" altLang="es-E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1 Marcador de imagen de diapositiva">
            <a:extLst>
              <a:ext uri="{FF2B5EF4-FFF2-40B4-BE49-F238E27FC236}">
                <a16:creationId xmlns:a16="http://schemas.microsoft.com/office/drawing/2014/main" id="{7B803D41-5A94-4267-9723-0445964BAF7E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4035" name="2 Marcador de notas">
            <a:extLst>
              <a:ext uri="{FF2B5EF4-FFF2-40B4-BE49-F238E27FC236}">
                <a16:creationId xmlns:a16="http://schemas.microsoft.com/office/drawing/2014/main" id="{6E7FB629-F03B-4849-BAA5-E934F9DBC8A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s-ES" altLang="es-ES"/>
          </a:p>
        </p:txBody>
      </p:sp>
      <p:sp>
        <p:nvSpPr>
          <p:cNvPr id="44036" name="3 Marcador de número de diapositiva">
            <a:extLst>
              <a:ext uri="{FF2B5EF4-FFF2-40B4-BE49-F238E27FC236}">
                <a16:creationId xmlns:a16="http://schemas.microsoft.com/office/drawing/2014/main" id="{49E7DB99-45DC-4807-9EE4-89B2F6CD82A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D5C46725-1AFB-402E-A9ED-E3069D2C7EB9}" type="slidenum">
              <a:rPr lang="es-ES" altLang="es-ES"/>
              <a:pPr eaLnBrk="1" hangingPunct="1"/>
              <a:t>11</a:t>
            </a:fld>
            <a:endParaRPr lang="es-ES" altLang="es-E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1 Marcador de imagen de diapositiva">
            <a:extLst>
              <a:ext uri="{FF2B5EF4-FFF2-40B4-BE49-F238E27FC236}">
                <a16:creationId xmlns:a16="http://schemas.microsoft.com/office/drawing/2014/main" id="{D2C4F0F2-6B61-4519-87F5-74D09199494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5059" name="2 Marcador de notas">
            <a:extLst>
              <a:ext uri="{FF2B5EF4-FFF2-40B4-BE49-F238E27FC236}">
                <a16:creationId xmlns:a16="http://schemas.microsoft.com/office/drawing/2014/main" id="{C59FF732-0946-4D31-BBF9-70EE7F1CA47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s-ES" altLang="es-ES"/>
          </a:p>
        </p:txBody>
      </p:sp>
      <p:sp>
        <p:nvSpPr>
          <p:cNvPr id="45060" name="3 Marcador de número de diapositiva">
            <a:extLst>
              <a:ext uri="{FF2B5EF4-FFF2-40B4-BE49-F238E27FC236}">
                <a16:creationId xmlns:a16="http://schemas.microsoft.com/office/drawing/2014/main" id="{B51E001E-0A92-4B8D-BBB5-ACED137F252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87829498-0167-43FD-BC8C-2C9E5F4D8990}" type="slidenum">
              <a:rPr lang="es-ES" altLang="es-ES"/>
              <a:pPr eaLnBrk="1" hangingPunct="1"/>
              <a:t>12</a:t>
            </a:fld>
            <a:endParaRPr lang="es-ES" altLang="es-E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1 Marcador de imagen de diapositiva">
            <a:extLst>
              <a:ext uri="{FF2B5EF4-FFF2-40B4-BE49-F238E27FC236}">
                <a16:creationId xmlns:a16="http://schemas.microsoft.com/office/drawing/2014/main" id="{77CBA311-BD53-4FB1-AC65-1A8AC05E000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6083" name="2 Marcador de notas">
            <a:extLst>
              <a:ext uri="{FF2B5EF4-FFF2-40B4-BE49-F238E27FC236}">
                <a16:creationId xmlns:a16="http://schemas.microsoft.com/office/drawing/2014/main" id="{E6FC257B-EE02-416B-B7F2-F1D4125CFC03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s-ES" altLang="es-ES"/>
          </a:p>
        </p:txBody>
      </p:sp>
      <p:sp>
        <p:nvSpPr>
          <p:cNvPr id="46084" name="3 Marcador de número de diapositiva">
            <a:extLst>
              <a:ext uri="{FF2B5EF4-FFF2-40B4-BE49-F238E27FC236}">
                <a16:creationId xmlns:a16="http://schemas.microsoft.com/office/drawing/2014/main" id="{435F9889-130A-444E-95E0-7707F62F0B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752F2CF5-618C-45DA-AD8F-0F86627F736B}" type="slidenum">
              <a:rPr lang="es-ES" altLang="es-ES"/>
              <a:pPr eaLnBrk="1" hangingPunct="1"/>
              <a:t>13</a:t>
            </a:fld>
            <a:endParaRPr lang="es-ES" altLang="es-E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1 Marcador de imagen de diapositiva">
            <a:extLst>
              <a:ext uri="{FF2B5EF4-FFF2-40B4-BE49-F238E27FC236}">
                <a16:creationId xmlns:a16="http://schemas.microsoft.com/office/drawing/2014/main" id="{0F4D7C5F-5D0E-47CF-82B9-F473CB8A046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7107" name="2 Marcador de notas">
            <a:extLst>
              <a:ext uri="{FF2B5EF4-FFF2-40B4-BE49-F238E27FC236}">
                <a16:creationId xmlns:a16="http://schemas.microsoft.com/office/drawing/2014/main" id="{97F76F4C-EF8C-4C41-9E2E-B5E979E79175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s-ES" altLang="es-ES"/>
          </a:p>
        </p:txBody>
      </p:sp>
      <p:sp>
        <p:nvSpPr>
          <p:cNvPr id="47108" name="3 Marcador de número de diapositiva">
            <a:extLst>
              <a:ext uri="{FF2B5EF4-FFF2-40B4-BE49-F238E27FC236}">
                <a16:creationId xmlns:a16="http://schemas.microsoft.com/office/drawing/2014/main" id="{B28BC4EF-3DF2-4427-B281-68E79E5CAD5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BF0A28C7-9849-44F5-B632-7B99E14F5C49}" type="slidenum">
              <a:rPr lang="es-ES" altLang="es-ES"/>
              <a:pPr eaLnBrk="1" hangingPunct="1"/>
              <a:t>14</a:t>
            </a:fld>
            <a:endParaRPr lang="es-ES" altLang="es-E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1 Marcador de imagen de diapositiva">
            <a:extLst>
              <a:ext uri="{FF2B5EF4-FFF2-40B4-BE49-F238E27FC236}">
                <a16:creationId xmlns:a16="http://schemas.microsoft.com/office/drawing/2014/main" id="{637A4844-0B36-48E2-9FF6-534C79C93DE6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8131" name="2 Marcador de notas">
            <a:extLst>
              <a:ext uri="{FF2B5EF4-FFF2-40B4-BE49-F238E27FC236}">
                <a16:creationId xmlns:a16="http://schemas.microsoft.com/office/drawing/2014/main" id="{C5B591D1-4591-4732-80B8-C5CDE5F60EC8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s-ES" altLang="es-ES"/>
          </a:p>
        </p:txBody>
      </p:sp>
      <p:sp>
        <p:nvSpPr>
          <p:cNvPr id="48132" name="3 Marcador de número de diapositiva">
            <a:extLst>
              <a:ext uri="{FF2B5EF4-FFF2-40B4-BE49-F238E27FC236}">
                <a16:creationId xmlns:a16="http://schemas.microsoft.com/office/drawing/2014/main" id="{15C731CB-6C67-4180-AAB5-A713FEA3EEB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D3D0B4C9-201E-4A08-8650-CE6F1B0CF144}" type="slidenum">
              <a:rPr lang="es-ES" altLang="es-ES"/>
              <a:pPr eaLnBrk="1" hangingPunct="1"/>
              <a:t>15</a:t>
            </a:fld>
            <a:endParaRPr lang="es-ES" altLang="es-E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1 Marcador de imagen de diapositiva">
            <a:extLst>
              <a:ext uri="{FF2B5EF4-FFF2-40B4-BE49-F238E27FC236}">
                <a16:creationId xmlns:a16="http://schemas.microsoft.com/office/drawing/2014/main" id="{7DA6D7DB-6432-4659-98E1-3AF8AD52C46A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9155" name="2 Marcador de notas">
            <a:extLst>
              <a:ext uri="{FF2B5EF4-FFF2-40B4-BE49-F238E27FC236}">
                <a16:creationId xmlns:a16="http://schemas.microsoft.com/office/drawing/2014/main" id="{F08BAF88-0449-4BCA-9E2B-DEEF66FFF1F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s-ES" altLang="es-ES"/>
          </a:p>
        </p:txBody>
      </p:sp>
      <p:sp>
        <p:nvSpPr>
          <p:cNvPr id="49156" name="3 Marcador de número de diapositiva">
            <a:extLst>
              <a:ext uri="{FF2B5EF4-FFF2-40B4-BE49-F238E27FC236}">
                <a16:creationId xmlns:a16="http://schemas.microsoft.com/office/drawing/2014/main" id="{B154B808-1C8A-42F4-B48B-602EDC615A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3ED153A6-3EAB-4ACF-8D3C-160451B83F7A}" type="slidenum">
              <a:rPr lang="es-ES" altLang="es-ES"/>
              <a:pPr eaLnBrk="1" hangingPunct="1"/>
              <a:t>16</a:t>
            </a:fld>
            <a:endParaRPr lang="es-ES" altLang="es-E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1 Marcador de imagen de diapositiva">
            <a:extLst>
              <a:ext uri="{FF2B5EF4-FFF2-40B4-BE49-F238E27FC236}">
                <a16:creationId xmlns:a16="http://schemas.microsoft.com/office/drawing/2014/main" id="{88DAA198-36AE-479C-B112-8FF9E6E8FD3F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0179" name="2 Marcador de notas">
            <a:extLst>
              <a:ext uri="{FF2B5EF4-FFF2-40B4-BE49-F238E27FC236}">
                <a16:creationId xmlns:a16="http://schemas.microsoft.com/office/drawing/2014/main" id="{C9B4DFBA-F594-4984-9BCC-9454019B2176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s-ES" altLang="es-ES"/>
          </a:p>
        </p:txBody>
      </p:sp>
      <p:sp>
        <p:nvSpPr>
          <p:cNvPr id="50180" name="3 Marcador de número de diapositiva">
            <a:extLst>
              <a:ext uri="{FF2B5EF4-FFF2-40B4-BE49-F238E27FC236}">
                <a16:creationId xmlns:a16="http://schemas.microsoft.com/office/drawing/2014/main" id="{21801F7D-1023-4780-8860-A23D6E2DD00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36B681B3-8A43-4FD8-8244-A6141C421B93}" type="slidenum">
              <a:rPr lang="es-ES" altLang="es-ES"/>
              <a:pPr eaLnBrk="1" hangingPunct="1"/>
              <a:t>17</a:t>
            </a:fld>
            <a:endParaRPr lang="es-ES" altLang="es-E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1 Marcador de imagen de diapositiva">
            <a:extLst>
              <a:ext uri="{FF2B5EF4-FFF2-40B4-BE49-F238E27FC236}">
                <a16:creationId xmlns:a16="http://schemas.microsoft.com/office/drawing/2014/main" id="{7D63BD26-550B-4EED-A25C-2CE9084170EB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03" name="2 Marcador de notas">
            <a:extLst>
              <a:ext uri="{FF2B5EF4-FFF2-40B4-BE49-F238E27FC236}">
                <a16:creationId xmlns:a16="http://schemas.microsoft.com/office/drawing/2014/main" id="{FDB4FDCD-14BB-495B-A019-585BA520D96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s-ES" altLang="es-ES"/>
          </a:p>
        </p:txBody>
      </p:sp>
      <p:sp>
        <p:nvSpPr>
          <p:cNvPr id="51204" name="3 Marcador de número de diapositiva">
            <a:extLst>
              <a:ext uri="{FF2B5EF4-FFF2-40B4-BE49-F238E27FC236}">
                <a16:creationId xmlns:a16="http://schemas.microsoft.com/office/drawing/2014/main" id="{EC11BF71-5ED3-4233-B45F-E47B42C4C5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56994939-834A-469E-85CE-491F1DC71C1A}" type="slidenum">
              <a:rPr lang="es-ES" altLang="es-ES"/>
              <a:pPr eaLnBrk="1" hangingPunct="1"/>
              <a:t>18</a:t>
            </a:fld>
            <a:endParaRPr lang="es-ES" altLang="es-E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1 Marcador de imagen de diapositiva">
            <a:extLst>
              <a:ext uri="{FF2B5EF4-FFF2-40B4-BE49-F238E27FC236}">
                <a16:creationId xmlns:a16="http://schemas.microsoft.com/office/drawing/2014/main" id="{E71E2C1E-74E2-4221-B371-08F8569B94FE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2227" name="2 Marcador de notas">
            <a:extLst>
              <a:ext uri="{FF2B5EF4-FFF2-40B4-BE49-F238E27FC236}">
                <a16:creationId xmlns:a16="http://schemas.microsoft.com/office/drawing/2014/main" id="{B1E17652-B930-40D6-8B29-16ABED13F31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s-ES" altLang="es-ES"/>
          </a:p>
        </p:txBody>
      </p:sp>
      <p:sp>
        <p:nvSpPr>
          <p:cNvPr id="52228" name="3 Marcador de número de diapositiva">
            <a:extLst>
              <a:ext uri="{FF2B5EF4-FFF2-40B4-BE49-F238E27FC236}">
                <a16:creationId xmlns:a16="http://schemas.microsoft.com/office/drawing/2014/main" id="{B5821D17-E01D-4C54-B58D-547459AD7EC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348BB182-B51A-468B-996C-9AD38EAF01EF}" type="slidenum">
              <a:rPr lang="es-ES" altLang="es-ES"/>
              <a:pPr eaLnBrk="1" hangingPunct="1"/>
              <a:t>19</a:t>
            </a:fld>
            <a:endParaRPr lang="es-ES" altLang="es-E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1 Marcador de imagen de diapositiva">
            <a:extLst>
              <a:ext uri="{FF2B5EF4-FFF2-40B4-BE49-F238E27FC236}">
                <a16:creationId xmlns:a16="http://schemas.microsoft.com/office/drawing/2014/main" id="{43222D17-009E-4DF9-83A2-6D0AFF21A37B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3251" name="2 Marcador de notas">
            <a:extLst>
              <a:ext uri="{FF2B5EF4-FFF2-40B4-BE49-F238E27FC236}">
                <a16:creationId xmlns:a16="http://schemas.microsoft.com/office/drawing/2014/main" id="{2293E50B-3365-40CA-9900-F89FD0022D23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s-ES" altLang="es-ES"/>
          </a:p>
        </p:txBody>
      </p:sp>
      <p:sp>
        <p:nvSpPr>
          <p:cNvPr id="53252" name="3 Marcador de número de diapositiva">
            <a:extLst>
              <a:ext uri="{FF2B5EF4-FFF2-40B4-BE49-F238E27FC236}">
                <a16:creationId xmlns:a16="http://schemas.microsoft.com/office/drawing/2014/main" id="{05CB618A-6D5D-4CD2-B302-F2AFEFC5493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77ED5256-FD8A-433C-BFFA-BEF68EEB6B47}" type="slidenum">
              <a:rPr lang="es-ES" altLang="es-ES"/>
              <a:pPr eaLnBrk="1" hangingPunct="1"/>
              <a:t>20</a:t>
            </a:fld>
            <a:endParaRPr lang="es-ES" altLang="es-E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1 Marcador de imagen de diapositiva">
            <a:extLst>
              <a:ext uri="{FF2B5EF4-FFF2-40B4-BE49-F238E27FC236}">
                <a16:creationId xmlns:a16="http://schemas.microsoft.com/office/drawing/2014/main" id="{C4C5AEDD-1DC4-419B-B948-3754873EDFE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4275" name="2 Marcador de notas">
            <a:extLst>
              <a:ext uri="{FF2B5EF4-FFF2-40B4-BE49-F238E27FC236}">
                <a16:creationId xmlns:a16="http://schemas.microsoft.com/office/drawing/2014/main" id="{5DA336EA-B1AF-47D5-AAC0-906E26AE196C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s-ES" altLang="es-ES"/>
          </a:p>
        </p:txBody>
      </p:sp>
      <p:sp>
        <p:nvSpPr>
          <p:cNvPr id="54276" name="3 Marcador de número de diapositiva">
            <a:extLst>
              <a:ext uri="{FF2B5EF4-FFF2-40B4-BE49-F238E27FC236}">
                <a16:creationId xmlns:a16="http://schemas.microsoft.com/office/drawing/2014/main" id="{0D9E26AD-1D6D-4FC8-BE0E-2D5E834A83D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10A780FC-88D5-4D33-AAE7-CE33B0B16A57}" type="slidenum">
              <a:rPr lang="es-ES" altLang="es-ES"/>
              <a:pPr eaLnBrk="1" hangingPunct="1"/>
              <a:t>21</a:t>
            </a:fld>
            <a:endParaRPr lang="es-ES" altLang="es-E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1 Marcador de imagen de diapositiva">
            <a:extLst>
              <a:ext uri="{FF2B5EF4-FFF2-40B4-BE49-F238E27FC236}">
                <a16:creationId xmlns:a16="http://schemas.microsoft.com/office/drawing/2014/main" id="{0352860E-2E27-4B0F-9F2C-C53F8C9E4E10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5299" name="2 Marcador de notas">
            <a:extLst>
              <a:ext uri="{FF2B5EF4-FFF2-40B4-BE49-F238E27FC236}">
                <a16:creationId xmlns:a16="http://schemas.microsoft.com/office/drawing/2014/main" id="{7AC681D8-1A69-4F65-8ACA-6476EAB452A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s-ES" altLang="es-ES"/>
          </a:p>
        </p:txBody>
      </p:sp>
      <p:sp>
        <p:nvSpPr>
          <p:cNvPr id="55300" name="3 Marcador de número de diapositiva">
            <a:extLst>
              <a:ext uri="{FF2B5EF4-FFF2-40B4-BE49-F238E27FC236}">
                <a16:creationId xmlns:a16="http://schemas.microsoft.com/office/drawing/2014/main" id="{E95FA2AA-26C4-4335-889A-180B62A6E57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513D8C6B-4814-4C01-9584-4DE9D2A88F8F}" type="slidenum">
              <a:rPr lang="es-ES" altLang="es-ES"/>
              <a:pPr eaLnBrk="1" hangingPunct="1"/>
              <a:t>22</a:t>
            </a:fld>
            <a:endParaRPr lang="es-ES" altLang="es-E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1 Marcador de imagen de diapositiva">
            <a:extLst>
              <a:ext uri="{FF2B5EF4-FFF2-40B4-BE49-F238E27FC236}">
                <a16:creationId xmlns:a16="http://schemas.microsoft.com/office/drawing/2014/main" id="{DAD83302-6493-477E-829E-C9CC7B0802D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6323" name="2 Marcador de notas">
            <a:extLst>
              <a:ext uri="{FF2B5EF4-FFF2-40B4-BE49-F238E27FC236}">
                <a16:creationId xmlns:a16="http://schemas.microsoft.com/office/drawing/2014/main" id="{EF9A3A9A-8E8A-43CA-BF6D-568213A62B4C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s-ES" altLang="es-ES"/>
          </a:p>
        </p:txBody>
      </p:sp>
      <p:sp>
        <p:nvSpPr>
          <p:cNvPr id="56324" name="3 Marcador de número de diapositiva">
            <a:extLst>
              <a:ext uri="{FF2B5EF4-FFF2-40B4-BE49-F238E27FC236}">
                <a16:creationId xmlns:a16="http://schemas.microsoft.com/office/drawing/2014/main" id="{D5C5F749-C2B3-4348-A269-A2B67815014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6FD8D1FE-180E-4E26-A096-1F8185866682}" type="slidenum">
              <a:rPr lang="es-ES" altLang="es-ES"/>
              <a:pPr eaLnBrk="1" hangingPunct="1"/>
              <a:t>23</a:t>
            </a:fld>
            <a:endParaRPr lang="es-ES" altLang="es-E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1 Marcador de imagen de diapositiva">
            <a:extLst>
              <a:ext uri="{FF2B5EF4-FFF2-40B4-BE49-F238E27FC236}">
                <a16:creationId xmlns:a16="http://schemas.microsoft.com/office/drawing/2014/main" id="{2D202BCE-199F-45D3-B2DB-7524B67A25A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7347" name="2 Marcador de notas">
            <a:extLst>
              <a:ext uri="{FF2B5EF4-FFF2-40B4-BE49-F238E27FC236}">
                <a16:creationId xmlns:a16="http://schemas.microsoft.com/office/drawing/2014/main" id="{3836663D-058E-4740-8C1C-2A94BE90310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s-ES" altLang="es-ES"/>
          </a:p>
        </p:txBody>
      </p:sp>
      <p:sp>
        <p:nvSpPr>
          <p:cNvPr id="57348" name="3 Marcador de número de diapositiva">
            <a:extLst>
              <a:ext uri="{FF2B5EF4-FFF2-40B4-BE49-F238E27FC236}">
                <a16:creationId xmlns:a16="http://schemas.microsoft.com/office/drawing/2014/main" id="{7B4AD33B-0D58-49D4-95CE-B9AA401A70F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3A66FE48-8399-479E-A9FA-7D80CAC9D5F8}" type="slidenum">
              <a:rPr lang="es-ES" altLang="es-ES"/>
              <a:pPr eaLnBrk="1" hangingPunct="1"/>
              <a:t>24</a:t>
            </a:fld>
            <a:endParaRPr lang="es-ES" altLang="es-E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1 Marcador de imagen de diapositiva">
            <a:extLst>
              <a:ext uri="{FF2B5EF4-FFF2-40B4-BE49-F238E27FC236}">
                <a16:creationId xmlns:a16="http://schemas.microsoft.com/office/drawing/2014/main" id="{40ACB266-4663-4BBD-A5C2-518E570D87FF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8371" name="2 Marcador de notas">
            <a:extLst>
              <a:ext uri="{FF2B5EF4-FFF2-40B4-BE49-F238E27FC236}">
                <a16:creationId xmlns:a16="http://schemas.microsoft.com/office/drawing/2014/main" id="{F9F31006-DD3F-4D8C-9CF6-6118098E668F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s-ES" altLang="es-ES"/>
          </a:p>
        </p:txBody>
      </p:sp>
      <p:sp>
        <p:nvSpPr>
          <p:cNvPr id="58372" name="3 Marcador de número de diapositiva">
            <a:extLst>
              <a:ext uri="{FF2B5EF4-FFF2-40B4-BE49-F238E27FC236}">
                <a16:creationId xmlns:a16="http://schemas.microsoft.com/office/drawing/2014/main" id="{9AE93D81-157D-48C3-9E82-5F344C020B8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B9988F54-D76B-43DF-A46D-0F93B293CDAB}" type="slidenum">
              <a:rPr lang="es-ES" altLang="es-ES"/>
              <a:pPr eaLnBrk="1" hangingPunct="1"/>
              <a:t>25</a:t>
            </a:fld>
            <a:endParaRPr lang="es-ES" altLang="es-E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1 Marcador de imagen de diapositiva">
            <a:extLst>
              <a:ext uri="{FF2B5EF4-FFF2-40B4-BE49-F238E27FC236}">
                <a16:creationId xmlns:a16="http://schemas.microsoft.com/office/drawing/2014/main" id="{1B65A114-71DA-4A36-9DE3-E048354B02CC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9395" name="2 Marcador de notas">
            <a:extLst>
              <a:ext uri="{FF2B5EF4-FFF2-40B4-BE49-F238E27FC236}">
                <a16:creationId xmlns:a16="http://schemas.microsoft.com/office/drawing/2014/main" id="{613C9FD4-EC13-4C27-9D4E-91A098AF86B3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s-ES" altLang="es-ES"/>
          </a:p>
        </p:txBody>
      </p:sp>
      <p:sp>
        <p:nvSpPr>
          <p:cNvPr id="59396" name="3 Marcador de número de diapositiva">
            <a:extLst>
              <a:ext uri="{FF2B5EF4-FFF2-40B4-BE49-F238E27FC236}">
                <a16:creationId xmlns:a16="http://schemas.microsoft.com/office/drawing/2014/main" id="{558D0CAE-FE13-4598-B092-F6EB4E0DA49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6620F64A-1FD2-47A0-A4D4-621745CD25AF}" type="slidenum">
              <a:rPr lang="es-ES" altLang="es-ES"/>
              <a:pPr eaLnBrk="1" hangingPunct="1"/>
              <a:t>26</a:t>
            </a:fld>
            <a:endParaRPr lang="es-ES" altLang="es-E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1 Marcador de imagen de diapositiva">
            <a:extLst>
              <a:ext uri="{FF2B5EF4-FFF2-40B4-BE49-F238E27FC236}">
                <a16:creationId xmlns:a16="http://schemas.microsoft.com/office/drawing/2014/main" id="{46D9FFAE-BD78-464B-B367-D14419214B86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0419" name="2 Marcador de notas">
            <a:extLst>
              <a:ext uri="{FF2B5EF4-FFF2-40B4-BE49-F238E27FC236}">
                <a16:creationId xmlns:a16="http://schemas.microsoft.com/office/drawing/2014/main" id="{073582D8-9513-4B9E-A866-A19A0EC890BC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s-ES" altLang="es-ES"/>
          </a:p>
        </p:txBody>
      </p:sp>
      <p:sp>
        <p:nvSpPr>
          <p:cNvPr id="60420" name="3 Marcador de número de diapositiva">
            <a:extLst>
              <a:ext uri="{FF2B5EF4-FFF2-40B4-BE49-F238E27FC236}">
                <a16:creationId xmlns:a16="http://schemas.microsoft.com/office/drawing/2014/main" id="{38C72605-137A-46CA-80D1-CD65A7E3798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81F820D1-8628-45C2-88D6-55B1B3CEDA3A}" type="slidenum">
              <a:rPr lang="es-ES" altLang="es-ES"/>
              <a:pPr eaLnBrk="1" hangingPunct="1"/>
              <a:t>27</a:t>
            </a:fld>
            <a:endParaRPr lang="es-ES" altLang="es-E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1 Marcador de imagen de diapositiva">
            <a:extLst>
              <a:ext uri="{FF2B5EF4-FFF2-40B4-BE49-F238E27FC236}">
                <a16:creationId xmlns:a16="http://schemas.microsoft.com/office/drawing/2014/main" id="{801E1AAE-80EE-4BB2-A90F-E5CF64ACEC2B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43" name="2 Marcador de notas">
            <a:extLst>
              <a:ext uri="{FF2B5EF4-FFF2-40B4-BE49-F238E27FC236}">
                <a16:creationId xmlns:a16="http://schemas.microsoft.com/office/drawing/2014/main" id="{7511A94E-DA70-4573-BBEE-714271BCDA6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s-ES" altLang="es-ES"/>
          </a:p>
        </p:txBody>
      </p:sp>
      <p:sp>
        <p:nvSpPr>
          <p:cNvPr id="61444" name="3 Marcador de número de diapositiva">
            <a:extLst>
              <a:ext uri="{FF2B5EF4-FFF2-40B4-BE49-F238E27FC236}">
                <a16:creationId xmlns:a16="http://schemas.microsoft.com/office/drawing/2014/main" id="{D3380845-4735-4F2E-B9A5-EE32460867A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D939B494-F0A4-4954-BF8D-6BB1C5827202}" type="slidenum">
              <a:rPr lang="es-ES" altLang="es-ES"/>
              <a:pPr eaLnBrk="1" hangingPunct="1"/>
              <a:t>28</a:t>
            </a:fld>
            <a:endParaRPr lang="es-ES" altLang="es-E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1 Marcador de imagen de diapositiva">
            <a:extLst>
              <a:ext uri="{FF2B5EF4-FFF2-40B4-BE49-F238E27FC236}">
                <a16:creationId xmlns:a16="http://schemas.microsoft.com/office/drawing/2014/main" id="{E60BDCB9-5E0F-42AA-884F-277549C9FA46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2467" name="2 Marcador de notas">
            <a:extLst>
              <a:ext uri="{FF2B5EF4-FFF2-40B4-BE49-F238E27FC236}">
                <a16:creationId xmlns:a16="http://schemas.microsoft.com/office/drawing/2014/main" id="{0BB82D71-C8F8-4F93-9220-9DC99F7DA55F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s-ES" altLang="es-ES"/>
          </a:p>
        </p:txBody>
      </p:sp>
      <p:sp>
        <p:nvSpPr>
          <p:cNvPr id="62468" name="3 Marcador de número de diapositiva">
            <a:extLst>
              <a:ext uri="{FF2B5EF4-FFF2-40B4-BE49-F238E27FC236}">
                <a16:creationId xmlns:a16="http://schemas.microsoft.com/office/drawing/2014/main" id="{B89F9014-69FD-4D34-8919-C020AE69404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8D6483AC-0969-4148-9B7A-E4C2EE3B50C2}" type="slidenum">
              <a:rPr lang="es-ES" altLang="es-ES"/>
              <a:pPr eaLnBrk="1" hangingPunct="1"/>
              <a:t>29</a:t>
            </a:fld>
            <a:endParaRPr lang="es-ES" altLang="es-E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1 Marcador de imagen de diapositiva">
            <a:extLst>
              <a:ext uri="{FF2B5EF4-FFF2-40B4-BE49-F238E27FC236}">
                <a16:creationId xmlns:a16="http://schemas.microsoft.com/office/drawing/2014/main" id="{D647C5BA-05F6-4679-B29C-D3E0B2279C60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3491" name="2 Marcador de notas">
            <a:extLst>
              <a:ext uri="{FF2B5EF4-FFF2-40B4-BE49-F238E27FC236}">
                <a16:creationId xmlns:a16="http://schemas.microsoft.com/office/drawing/2014/main" id="{766EE55F-9DAC-4998-BD43-8D6E027038E6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s-ES" altLang="es-ES"/>
          </a:p>
        </p:txBody>
      </p:sp>
      <p:sp>
        <p:nvSpPr>
          <p:cNvPr id="63492" name="3 Marcador de número de diapositiva">
            <a:extLst>
              <a:ext uri="{FF2B5EF4-FFF2-40B4-BE49-F238E27FC236}">
                <a16:creationId xmlns:a16="http://schemas.microsoft.com/office/drawing/2014/main" id="{F939C95D-65E2-45CC-8F83-F81BCF4A292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100593F7-561F-4BE2-82F0-FA9AB7E3436B}" type="slidenum">
              <a:rPr lang="es-ES" altLang="es-ES"/>
              <a:pPr eaLnBrk="1" hangingPunct="1"/>
              <a:t>30</a:t>
            </a:fld>
            <a:endParaRPr lang="es-ES" altLang="es-E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70722A5A-D902-42EB-B45E-B5F2E12F2B3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8F594EA4-B3B8-4C7A-B552-4C15070D1EE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8CE2DCD1-9DB4-4EEC-9DFF-1AE260565E6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2077E72-BDA8-47C4-A5B5-E58B56DCB419}" type="slidenum">
              <a:rPr lang="es-ES" altLang="es-ES"/>
              <a:pPr/>
              <a:t>‹#›</a:t>
            </a:fld>
            <a:endParaRPr lang="es-ES" altLang="es-ES"/>
          </a:p>
        </p:txBody>
      </p:sp>
    </p:spTree>
    <p:extLst>
      <p:ext uri="{BB962C8B-B14F-4D97-AF65-F5344CB8AC3E}">
        <p14:creationId xmlns:p14="http://schemas.microsoft.com/office/powerpoint/2010/main" val="487893718"/>
      </p:ext>
    </p:extLst>
  </p:cSld>
  <p:clrMapOvr>
    <a:masterClrMapping/>
  </p:clrMapOvr>
  <p:transition advClick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000ED46B-ADF4-4873-86FC-6570B8912D2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DD36C2A0-9587-4B7D-B5D3-DC53A27381D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C9CBDC90-6AF8-4E36-BCDD-7F9055C53DD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B7FB9D2-2B05-45FB-AEA8-22A50B144BF2}" type="slidenum">
              <a:rPr lang="es-ES" altLang="es-ES"/>
              <a:pPr/>
              <a:t>‹#›</a:t>
            </a:fld>
            <a:endParaRPr lang="es-ES" altLang="es-ES"/>
          </a:p>
        </p:txBody>
      </p:sp>
    </p:spTree>
    <p:extLst>
      <p:ext uri="{BB962C8B-B14F-4D97-AF65-F5344CB8AC3E}">
        <p14:creationId xmlns:p14="http://schemas.microsoft.com/office/powerpoint/2010/main" val="2096654305"/>
      </p:ext>
    </p:extLst>
  </p:cSld>
  <p:clrMapOvr>
    <a:masterClrMapping/>
  </p:clrMapOvr>
  <p:transition advClick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4EDCD1EA-1CBF-46E1-B5E4-DC878A5E960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C845B58B-0A4C-4840-A58F-CB638884B1B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E42C0A00-B9E1-4C9F-83CF-D3CED853F31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84F8B45-B516-45D1-A9AE-494D7BDF5271}" type="slidenum">
              <a:rPr lang="es-ES" altLang="es-ES"/>
              <a:pPr/>
              <a:t>‹#›</a:t>
            </a:fld>
            <a:endParaRPr lang="es-ES" altLang="es-ES"/>
          </a:p>
        </p:txBody>
      </p:sp>
    </p:spTree>
    <p:extLst>
      <p:ext uri="{BB962C8B-B14F-4D97-AF65-F5344CB8AC3E}">
        <p14:creationId xmlns:p14="http://schemas.microsoft.com/office/powerpoint/2010/main" val="2866601402"/>
      </p:ext>
    </p:extLst>
  </p:cSld>
  <p:clrMapOvr>
    <a:masterClrMapping/>
  </p:clrMapOvr>
  <p:transition advClick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118C118-941D-49D1-8D6C-5BA5F65BD62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E901114-99B1-4040-BC37-EA9C3148CD1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4F8A863-524E-491B-8FD5-325E109170B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6D70BD6-F5FC-445A-8F68-D2A3D800E614}" type="slidenum">
              <a:rPr lang="es-ES" altLang="es-ES"/>
              <a:pPr/>
              <a:t>‹#›</a:t>
            </a:fld>
            <a:endParaRPr lang="es-ES" altLang="es-ES"/>
          </a:p>
        </p:txBody>
      </p:sp>
    </p:spTree>
    <p:extLst>
      <p:ext uri="{BB962C8B-B14F-4D97-AF65-F5344CB8AC3E}">
        <p14:creationId xmlns:p14="http://schemas.microsoft.com/office/powerpoint/2010/main" val="2358085646"/>
      </p:ext>
    </p:extLst>
  </p:cSld>
  <p:clrMapOvr>
    <a:masterClrMapping/>
  </p:clrMapOvr>
  <p:transition advClick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7D96F707-90C8-445B-8624-89DA71ADE99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3F3DF8C6-34FF-4D97-B92D-3D488A79F33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D1115C8B-91AE-4505-98C5-01FCA9A7389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306E618-7FF9-4F04-896B-DB0F357BD924}" type="slidenum">
              <a:rPr lang="es-ES" altLang="es-ES"/>
              <a:pPr/>
              <a:t>‹#›</a:t>
            </a:fld>
            <a:endParaRPr lang="es-ES" altLang="es-ES"/>
          </a:p>
        </p:txBody>
      </p:sp>
    </p:spTree>
    <p:extLst>
      <p:ext uri="{BB962C8B-B14F-4D97-AF65-F5344CB8AC3E}">
        <p14:creationId xmlns:p14="http://schemas.microsoft.com/office/powerpoint/2010/main" val="458323376"/>
      </p:ext>
    </p:extLst>
  </p:cSld>
  <p:clrMapOvr>
    <a:masterClrMapping/>
  </p:clrMapOvr>
  <p:transition advClick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3B9FC7FC-D4EC-4C84-AB8D-1C9BD2A4F31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90AB2776-B86D-4269-B1FF-846B6F71C8B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820D36E3-F6D3-4CF0-A35F-FF7161C6681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303CC72-E335-47A4-9444-546E77114430}" type="slidenum">
              <a:rPr lang="es-ES" altLang="es-ES"/>
              <a:pPr/>
              <a:t>‹#›</a:t>
            </a:fld>
            <a:endParaRPr lang="es-ES" altLang="es-ES"/>
          </a:p>
        </p:txBody>
      </p:sp>
    </p:spTree>
    <p:extLst>
      <p:ext uri="{BB962C8B-B14F-4D97-AF65-F5344CB8AC3E}">
        <p14:creationId xmlns:p14="http://schemas.microsoft.com/office/powerpoint/2010/main" val="226879033"/>
      </p:ext>
    </p:extLst>
  </p:cSld>
  <p:clrMapOvr>
    <a:masterClrMapping/>
  </p:clrMapOvr>
  <p:transition advClick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5A3F4E3E-A2AE-4015-9942-90CC2DE33D1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119476C1-67D8-4472-A2FD-AC6D5023624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2B938927-C18C-4610-BFC5-A0277A8F646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639B379-C92B-402A-ABA0-0D2D3E2D38E0}" type="slidenum">
              <a:rPr lang="es-ES" altLang="es-ES"/>
              <a:pPr/>
              <a:t>‹#›</a:t>
            </a:fld>
            <a:endParaRPr lang="es-ES" altLang="es-ES"/>
          </a:p>
        </p:txBody>
      </p:sp>
    </p:spTree>
    <p:extLst>
      <p:ext uri="{BB962C8B-B14F-4D97-AF65-F5344CB8AC3E}">
        <p14:creationId xmlns:p14="http://schemas.microsoft.com/office/powerpoint/2010/main" val="3703068980"/>
      </p:ext>
    </p:extLst>
  </p:cSld>
  <p:clrMapOvr>
    <a:masterClrMapping/>
  </p:clrMapOvr>
  <p:transition advClick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5681252-D07A-482F-93F9-DFCF1906324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D4C5934-519E-4BAA-9645-B6CE148E873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738F59C-6C28-4C80-A18F-FADE74B0EFC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92E6F64-6F5E-46DD-A8EB-624BA349E27E}" type="slidenum">
              <a:rPr lang="es-ES" altLang="es-ES"/>
              <a:pPr/>
              <a:t>‹#›</a:t>
            </a:fld>
            <a:endParaRPr lang="es-ES" altLang="es-ES"/>
          </a:p>
        </p:txBody>
      </p:sp>
    </p:spTree>
    <p:extLst>
      <p:ext uri="{BB962C8B-B14F-4D97-AF65-F5344CB8AC3E}">
        <p14:creationId xmlns:p14="http://schemas.microsoft.com/office/powerpoint/2010/main" val="1095331685"/>
      </p:ext>
    </p:extLst>
  </p:cSld>
  <p:clrMapOvr>
    <a:masterClrMapping/>
  </p:clrMapOvr>
  <p:transition advClick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s-ES" noProof="0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81E2087-CCE2-491B-852C-9EAE6EF2667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2F4BB32-66B7-45E3-93E5-8A9BA6BAC45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374C78E-DF03-40A3-ACAD-5DE3A45E5D5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4E0471D-2E7D-4990-A1A7-27F11A904D43}" type="slidenum">
              <a:rPr lang="es-ES" altLang="es-ES"/>
              <a:pPr/>
              <a:t>‹#›</a:t>
            </a:fld>
            <a:endParaRPr lang="es-ES" altLang="es-ES"/>
          </a:p>
        </p:txBody>
      </p:sp>
    </p:spTree>
    <p:extLst>
      <p:ext uri="{BB962C8B-B14F-4D97-AF65-F5344CB8AC3E}">
        <p14:creationId xmlns:p14="http://schemas.microsoft.com/office/powerpoint/2010/main" val="2253847195"/>
      </p:ext>
    </p:extLst>
  </p:cSld>
  <p:clrMapOvr>
    <a:masterClrMapping/>
  </p:clrMapOvr>
  <p:transition advClick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7325826F-BE55-40B0-8F5D-8A1C9A67A76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6B65A13B-4C64-4F9E-93DA-5A83944B76C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9CE7F571-237C-4AEA-93EC-63F15AF9442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46872FA-9E4D-4F06-8171-6C623649CD65}" type="slidenum">
              <a:rPr lang="es-ES" altLang="es-ES"/>
              <a:pPr/>
              <a:t>‹#›</a:t>
            </a:fld>
            <a:endParaRPr lang="es-ES" altLang="es-ES"/>
          </a:p>
        </p:txBody>
      </p:sp>
    </p:spTree>
    <p:extLst>
      <p:ext uri="{BB962C8B-B14F-4D97-AF65-F5344CB8AC3E}">
        <p14:creationId xmlns:p14="http://schemas.microsoft.com/office/powerpoint/2010/main" val="1938112772"/>
      </p:ext>
    </p:extLst>
  </p:cSld>
  <p:clrMapOvr>
    <a:masterClrMapping/>
  </p:clrMapOvr>
  <p:transition advClick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4CD1FB70-E7B2-4836-858B-DEA248B3E6A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A91BC4D5-166C-4675-827B-D87BC4C8C92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B11D5D40-D48F-4481-AAC5-3A11F05C17E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7B68728-059F-4FE0-9E57-CE002989E80E}" type="slidenum">
              <a:rPr lang="es-ES" altLang="es-ES"/>
              <a:pPr/>
              <a:t>‹#›</a:t>
            </a:fld>
            <a:endParaRPr lang="es-ES" altLang="es-ES"/>
          </a:p>
        </p:txBody>
      </p:sp>
    </p:spTree>
    <p:extLst>
      <p:ext uri="{BB962C8B-B14F-4D97-AF65-F5344CB8AC3E}">
        <p14:creationId xmlns:p14="http://schemas.microsoft.com/office/powerpoint/2010/main" val="1004087220"/>
      </p:ext>
    </p:extLst>
  </p:cSld>
  <p:clrMapOvr>
    <a:masterClrMapping/>
  </p:clrMapOvr>
  <p:transition advClick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59D24C5A-B9BD-4E64-AA4C-662DBBCB6F5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s-ES" altLang="es-ES"/>
              <a:t>Haga clic para cambiar el estilo de título	</a:t>
            </a:r>
          </a:p>
        </p:txBody>
      </p:sp>
      <p:sp>
        <p:nvSpPr>
          <p:cNvPr id="21507" name="Rectangle 3">
            <a:extLst>
              <a:ext uri="{FF2B5EF4-FFF2-40B4-BE49-F238E27FC236}">
                <a16:creationId xmlns:a16="http://schemas.microsoft.com/office/drawing/2014/main" id="{A33865CA-B40C-4AA0-8290-B703A50F49D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" altLang="es-ES"/>
              <a:t>Haga clic para modificar el estilo de texto del patrón</a:t>
            </a:r>
          </a:p>
          <a:p>
            <a:pPr lvl="1"/>
            <a:r>
              <a:rPr lang="es-ES" altLang="es-ES"/>
              <a:t>Segundo nivel</a:t>
            </a:r>
          </a:p>
          <a:p>
            <a:pPr lvl="2"/>
            <a:r>
              <a:rPr lang="es-ES" altLang="es-ES"/>
              <a:t>Tercer nivel</a:t>
            </a:r>
          </a:p>
          <a:p>
            <a:pPr lvl="3"/>
            <a:r>
              <a:rPr lang="es-ES" altLang="es-ES"/>
              <a:t>Cuarto nivel</a:t>
            </a:r>
          </a:p>
          <a:p>
            <a:pPr lvl="4"/>
            <a:r>
              <a:rPr lang="es-ES" altLang="es-ES"/>
              <a:t>Quinto nivel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690D5011-834F-4142-AB00-A346EB218AF6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>
                <a:latin typeface="Arial" charset="0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BDDD2D29-E400-483B-A7B3-824B937BB5C1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>
                <a:latin typeface="Arial" charset="0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D494AC10-2BF0-465F-A486-9A253F18D5EA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0649921E-95DC-4245-9143-A07663637007}" type="slidenum">
              <a:rPr lang="es-ES" altLang="es-ES"/>
              <a:pPr/>
              <a:t>‹#›</a:t>
            </a:fld>
            <a:endParaRPr lang="es-ES" altLang="es-E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advClick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7" Type="http://schemas.openxmlformats.org/officeDocument/2006/relationships/audio" Target="../media/audio1.wav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3.jpeg"/><Relationship Id="rId5" Type="http://schemas.openxmlformats.org/officeDocument/2006/relationships/image" Target="../media/image2.png"/><Relationship Id="rId4" Type="http://schemas.openxmlformats.org/officeDocument/2006/relationships/oleObject" Target="../embeddings/oleObject1.bin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7" Type="http://schemas.openxmlformats.org/officeDocument/2006/relationships/audio" Target="../media/audio1.wav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4.jpeg"/><Relationship Id="rId5" Type="http://schemas.openxmlformats.org/officeDocument/2006/relationships/image" Target="../media/image2.png"/><Relationship Id="rId4" Type="http://schemas.openxmlformats.org/officeDocument/2006/relationships/oleObject" Target="../embeddings/oleObject2.bin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7" Type="http://schemas.openxmlformats.org/officeDocument/2006/relationships/audio" Target="../media/audio1.wav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5.jpeg"/><Relationship Id="rId5" Type="http://schemas.openxmlformats.org/officeDocument/2006/relationships/image" Target="../media/image2.png"/><Relationship Id="rId4" Type="http://schemas.openxmlformats.org/officeDocument/2006/relationships/oleObject" Target="../embeddings/oleObject3.bin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7" Type="http://schemas.openxmlformats.org/officeDocument/2006/relationships/audio" Target="../media/audio1.wav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6.jpeg"/><Relationship Id="rId5" Type="http://schemas.openxmlformats.org/officeDocument/2006/relationships/image" Target="../media/image2.png"/><Relationship Id="rId4" Type="http://schemas.openxmlformats.org/officeDocument/2006/relationships/oleObject" Target="../embeddings/oleObject4.bin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7" Type="http://schemas.openxmlformats.org/officeDocument/2006/relationships/audio" Target="../media/audio1.wav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7.jpeg"/><Relationship Id="rId5" Type="http://schemas.openxmlformats.org/officeDocument/2006/relationships/image" Target="../media/image2.png"/><Relationship Id="rId4" Type="http://schemas.openxmlformats.org/officeDocument/2006/relationships/oleObject" Target="../embeddings/oleObject5.bin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7" Type="http://schemas.openxmlformats.org/officeDocument/2006/relationships/audio" Target="../media/audio1.wav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8.jpeg"/><Relationship Id="rId5" Type="http://schemas.openxmlformats.org/officeDocument/2006/relationships/image" Target="../media/image2.png"/><Relationship Id="rId4" Type="http://schemas.openxmlformats.org/officeDocument/2006/relationships/oleObject" Target="../embeddings/oleObject6.bin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7" Type="http://schemas.openxmlformats.org/officeDocument/2006/relationships/audio" Target="../media/audio1.wav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9.jpeg"/><Relationship Id="rId5" Type="http://schemas.openxmlformats.org/officeDocument/2006/relationships/image" Target="../media/image2.png"/><Relationship Id="rId4" Type="http://schemas.openxmlformats.org/officeDocument/2006/relationships/oleObject" Target="../embeddings/oleObject7.bin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7" Type="http://schemas.openxmlformats.org/officeDocument/2006/relationships/audio" Target="../media/audio1.wav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10.jpeg"/><Relationship Id="rId5" Type="http://schemas.openxmlformats.org/officeDocument/2006/relationships/image" Target="../media/image2.png"/><Relationship Id="rId4" Type="http://schemas.openxmlformats.org/officeDocument/2006/relationships/oleObject" Target="../embeddings/oleObject8.bin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7" Type="http://schemas.openxmlformats.org/officeDocument/2006/relationships/audio" Target="../media/audio1.wav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9.vml"/><Relationship Id="rId6" Type="http://schemas.openxmlformats.org/officeDocument/2006/relationships/image" Target="../media/image11.jpeg"/><Relationship Id="rId5" Type="http://schemas.openxmlformats.org/officeDocument/2006/relationships/image" Target="../media/image2.png"/><Relationship Id="rId4" Type="http://schemas.openxmlformats.org/officeDocument/2006/relationships/oleObject" Target="../embeddings/oleObject9.bin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7" Type="http://schemas.openxmlformats.org/officeDocument/2006/relationships/audio" Target="../media/audio1.wav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0.vml"/><Relationship Id="rId6" Type="http://schemas.openxmlformats.org/officeDocument/2006/relationships/image" Target="../media/image12.jpeg"/><Relationship Id="rId5" Type="http://schemas.openxmlformats.org/officeDocument/2006/relationships/image" Target="../media/image2.png"/><Relationship Id="rId4" Type="http://schemas.openxmlformats.org/officeDocument/2006/relationships/oleObject" Target="../embeddings/oleObject10.bin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7" Type="http://schemas.openxmlformats.org/officeDocument/2006/relationships/audio" Target="../media/audio1.wav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1.vml"/><Relationship Id="rId6" Type="http://schemas.openxmlformats.org/officeDocument/2006/relationships/image" Target="../media/image13.jpeg"/><Relationship Id="rId5" Type="http://schemas.openxmlformats.org/officeDocument/2006/relationships/image" Target="../media/image2.png"/><Relationship Id="rId4" Type="http://schemas.openxmlformats.org/officeDocument/2006/relationships/oleObject" Target="../embeddings/oleObject11.bin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7" Type="http://schemas.openxmlformats.org/officeDocument/2006/relationships/audio" Target="../media/audio1.wav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2.vml"/><Relationship Id="rId6" Type="http://schemas.openxmlformats.org/officeDocument/2006/relationships/image" Target="../media/image14.jpeg"/><Relationship Id="rId5" Type="http://schemas.openxmlformats.org/officeDocument/2006/relationships/image" Target="../media/image2.png"/><Relationship Id="rId4" Type="http://schemas.openxmlformats.org/officeDocument/2006/relationships/oleObject" Target="../embeddings/oleObject12.bin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7" Type="http://schemas.openxmlformats.org/officeDocument/2006/relationships/audio" Target="../media/audio1.wav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3.vml"/><Relationship Id="rId6" Type="http://schemas.openxmlformats.org/officeDocument/2006/relationships/image" Target="../media/image15.jpeg"/><Relationship Id="rId5" Type="http://schemas.openxmlformats.org/officeDocument/2006/relationships/image" Target="../media/image2.png"/><Relationship Id="rId4" Type="http://schemas.openxmlformats.org/officeDocument/2006/relationships/oleObject" Target="../embeddings/oleObject13.bin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7" Type="http://schemas.openxmlformats.org/officeDocument/2006/relationships/audio" Target="../media/audio1.wav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4.vml"/><Relationship Id="rId6" Type="http://schemas.openxmlformats.org/officeDocument/2006/relationships/image" Target="../media/image16.jpeg"/><Relationship Id="rId5" Type="http://schemas.openxmlformats.org/officeDocument/2006/relationships/image" Target="../media/image2.png"/><Relationship Id="rId4" Type="http://schemas.openxmlformats.org/officeDocument/2006/relationships/oleObject" Target="../embeddings/oleObject14.bin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7" Type="http://schemas.openxmlformats.org/officeDocument/2006/relationships/audio" Target="../media/audio1.wav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5.vml"/><Relationship Id="rId6" Type="http://schemas.openxmlformats.org/officeDocument/2006/relationships/image" Target="../media/image2.png"/><Relationship Id="rId5" Type="http://schemas.openxmlformats.org/officeDocument/2006/relationships/oleObject" Target="../embeddings/oleObject15.bin"/><Relationship Id="rId4" Type="http://schemas.openxmlformats.org/officeDocument/2006/relationships/image" Target="../media/image17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7" Type="http://schemas.openxmlformats.org/officeDocument/2006/relationships/audio" Target="../media/audio1.wav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6.vml"/><Relationship Id="rId6" Type="http://schemas.openxmlformats.org/officeDocument/2006/relationships/image" Target="../media/image18.jpeg"/><Relationship Id="rId5" Type="http://schemas.openxmlformats.org/officeDocument/2006/relationships/image" Target="../media/image2.png"/><Relationship Id="rId4" Type="http://schemas.openxmlformats.org/officeDocument/2006/relationships/oleObject" Target="../embeddings/oleObject16.bin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7" Type="http://schemas.openxmlformats.org/officeDocument/2006/relationships/audio" Target="../media/audio1.wav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7.vml"/><Relationship Id="rId6" Type="http://schemas.openxmlformats.org/officeDocument/2006/relationships/image" Target="../media/image19.jpeg"/><Relationship Id="rId5" Type="http://schemas.openxmlformats.org/officeDocument/2006/relationships/image" Target="../media/image2.png"/><Relationship Id="rId4" Type="http://schemas.openxmlformats.org/officeDocument/2006/relationships/oleObject" Target="../embeddings/oleObject17.bin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7" Type="http://schemas.openxmlformats.org/officeDocument/2006/relationships/audio" Target="../media/audio1.wav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8.vml"/><Relationship Id="rId6" Type="http://schemas.openxmlformats.org/officeDocument/2006/relationships/image" Target="../media/image20.jpeg"/><Relationship Id="rId5" Type="http://schemas.openxmlformats.org/officeDocument/2006/relationships/image" Target="../media/image2.png"/><Relationship Id="rId4" Type="http://schemas.openxmlformats.org/officeDocument/2006/relationships/oleObject" Target="../embeddings/oleObject18.bin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7" Type="http://schemas.openxmlformats.org/officeDocument/2006/relationships/audio" Target="../media/audio1.wav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9.vml"/><Relationship Id="rId6" Type="http://schemas.openxmlformats.org/officeDocument/2006/relationships/image" Target="../media/image21.jpeg"/><Relationship Id="rId5" Type="http://schemas.openxmlformats.org/officeDocument/2006/relationships/image" Target="../media/image2.png"/><Relationship Id="rId4" Type="http://schemas.openxmlformats.org/officeDocument/2006/relationships/oleObject" Target="../embeddings/oleObject19.bin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7" Type="http://schemas.openxmlformats.org/officeDocument/2006/relationships/audio" Target="../media/audio1.wav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20.vml"/><Relationship Id="rId6" Type="http://schemas.openxmlformats.org/officeDocument/2006/relationships/image" Target="../media/image22.jpeg"/><Relationship Id="rId5" Type="http://schemas.openxmlformats.org/officeDocument/2006/relationships/image" Target="../media/image2.png"/><Relationship Id="rId4" Type="http://schemas.openxmlformats.org/officeDocument/2006/relationships/oleObject" Target="../embeddings/oleObject20.bin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jpeg"/><Relationship Id="rId13" Type="http://schemas.openxmlformats.org/officeDocument/2006/relationships/audio" Target="../media/audio7.wav"/><Relationship Id="rId3" Type="http://schemas.openxmlformats.org/officeDocument/2006/relationships/audio" Target="../media/audio2.wav"/><Relationship Id="rId7" Type="http://schemas.openxmlformats.org/officeDocument/2006/relationships/audio" Target="../media/audio4.wav"/><Relationship Id="rId12" Type="http://schemas.openxmlformats.org/officeDocument/2006/relationships/image" Target="../media/image12.jpeg"/><Relationship Id="rId17" Type="http://schemas.openxmlformats.org/officeDocument/2006/relationships/audio" Target="../media/audio1.wav"/><Relationship Id="rId2" Type="http://schemas.openxmlformats.org/officeDocument/2006/relationships/notesSlide" Target="../notesSlides/notesSlide22.xml"/><Relationship Id="rId16" Type="http://schemas.openxmlformats.org/officeDocument/2006/relationships/image" Target="../media/image8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jpeg"/><Relationship Id="rId11" Type="http://schemas.openxmlformats.org/officeDocument/2006/relationships/audio" Target="../media/audio6.wav"/><Relationship Id="rId5" Type="http://schemas.openxmlformats.org/officeDocument/2006/relationships/audio" Target="../media/audio3.wav"/><Relationship Id="rId15" Type="http://schemas.openxmlformats.org/officeDocument/2006/relationships/audio" Target="../media/audio8.wav"/><Relationship Id="rId10" Type="http://schemas.openxmlformats.org/officeDocument/2006/relationships/image" Target="../media/image14.jpeg"/><Relationship Id="rId4" Type="http://schemas.openxmlformats.org/officeDocument/2006/relationships/image" Target="../media/image22.jpeg"/><Relationship Id="rId9" Type="http://schemas.openxmlformats.org/officeDocument/2006/relationships/audio" Target="../media/audio5.wav"/><Relationship Id="rId14" Type="http://schemas.openxmlformats.org/officeDocument/2006/relationships/image" Target="../media/image21.jpe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jpeg"/><Relationship Id="rId3" Type="http://schemas.openxmlformats.org/officeDocument/2006/relationships/audio" Target="../media/audio5.wav"/><Relationship Id="rId7" Type="http://schemas.openxmlformats.org/officeDocument/2006/relationships/audio" Target="../media/audio6.wav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jpeg"/><Relationship Id="rId5" Type="http://schemas.openxmlformats.org/officeDocument/2006/relationships/image" Target="../media/image17.jpeg"/><Relationship Id="rId4" Type="http://schemas.openxmlformats.org/officeDocument/2006/relationships/audio" Target="../media/audio4.wav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jpeg"/><Relationship Id="rId3" Type="http://schemas.openxmlformats.org/officeDocument/2006/relationships/audio" Target="../media/audio4.wav"/><Relationship Id="rId7" Type="http://schemas.openxmlformats.org/officeDocument/2006/relationships/audio" Target="../media/audio8.wav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jpeg"/><Relationship Id="rId5" Type="http://schemas.openxmlformats.org/officeDocument/2006/relationships/image" Target="../media/image19.jpeg"/><Relationship Id="rId4" Type="http://schemas.openxmlformats.org/officeDocument/2006/relationships/audio" Target="../media/audio3.wav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jpeg"/><Relationship Id="rId3" Type="http://schemas.openxmlformats.org/officeDocument/2006/relationships/audio" Target="../media/audio8.wav"/><Relationship Id="rId7" Type="http://schemas.openxmlformats.org/officeDocument/2006/relationships/image" Target="../media/image19.jpe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6" Type="http://schemas.openxmlformats.org/officeDocument/2006/relationships/audio" Target="../media/audio3.wav"/><Relationship Id="rId5" Type="http://schemas.openxmlformats.org/officeDocument/2006/relationships/image" Target="../media/image22.jpeg"/><Relationship Id="rId4" Type="http://schemas.openxmlformats.org/officeDocument/2006/relationships/audio" Target="../media/audio2.wav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jpeg"/><Relationship Id="rId3" Type="http://schemas.openxmlformats.org/officeDocument/2006/relationships/audio" Target="../media/audio3.wav"/><Relationship Id="rId7" Type="http://schemas.openxmlformats.org/officeDocument/2006/relationships/audio" Target="../media/audio7.wav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jpeg"/><Relationship Id="rId5" Type="http://schemas.openxmlformats.org/officeDocument/2006/relationships/audio" Target="../media/audio8.wav"/><Relationship Id="rId4" Type="http://schemas.openxmlformats.org/officeDocument/2006/relationships/image" Target="../media/image19.jpe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jpeg"/><Relationship Id="rId3" Type="http://schemas.openxmlformats.org/officeDocument/2006/relationships/audio" Target="../media/audio9.wav"/><Relationship Id="rId7" Type="http://schemas.openxmlformats.org/officeDocument/2006/relationships/audio" Target="../media/audio11.wav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jpeg"/><Relationship Id="rId5" Type="http://schemas.openxmlformats.org/officeDocument/2006/relationships/audio" Target="../media/audio10.wav"/><Relationship Id="rId10" Type="http://schemas.openxmlformats.org/officeDocument/2006/relationships/image" Target="../media/image13.jpeg"/><Relationship Id="rId4" Type="http://schemas.openxmlformats.org/officeDocument/2006/relationships/image" Target="../media/image11.jpeg"/><Relationship Id="rId9" Type="http://schemas.openxmlformats.org/officeDocument/2006/relationships/audio" Target="../media/audio12.wav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jpeg"/><Relationship Id="rId3" Type="http://schemas.openxmlformats.org/officeDocument/2006/relationships/audio" Target="../media/audio9.wav"/><Relationship Id="rId7" Type="http://schemas.openxmlformats.org/officeDocument/2006/relationships/audio" Target="../media/audio11.wav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jpeg"/><Relationship Id="rId5" Type="http://schemas.openxmlformats.org/officeDocument/2006/relationships/audio" Target="../media/audio10.wav"/><Relationship Id="rId10" Type="http://schemas.openxmlformats.org/officeDocument/2006/relationships/image" Target="../media/image13.jpeg"/><Relationship Id="rId4" Type="http://schemas.openxmlformats.org/officeDocument/2006/relationships/image" Target="../media/image11.jpeg"/><Relationship Id="rId9" Type="http://schemas.openxmlformats.org/officeDocument/2006/relationships/audio" Target="../media/audio12.wav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jpeg"/><Relationship Id="rId3" Type="http://schemas.openxmlformats.org/officeDocument/2006/relationships/audio" Target="../media/audio9.wav"/><Relationship Id="rId7" Type="http://schemas.openxmlformats.org/officeDocument/2006/relationships/audio" Target="../media/audio11.wav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jpeg"/><Relationship Id="rId5" Type="http://schemas.openxmlformats.org/officeDocument/2006/relationships/audio" Target="../media/audio10.wav"/><Relationship Id="rId10" Type="http://schemas.openxmlformats.org/officeDocument/2006/relationships/image" Target="../media/image13.jpeg"/><Relationship Id="rId4" Type="http://schemas.openxmlformats.org/officeDocument/2006/relationships/image" Target="../media/image11.jpeg"/><Relationship Id="rId9" Type="http://schemas.openxmlformats.org/officeDocument/2006/relationships/audio" Target="../media/audio12.wav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audio" Target="../media/audio13.wav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ext Box 2">
            <a:extLst>
              <a:ext uri="{FF2B5EF4-FFF2-40B4-BE49-F238E27FC236}">
                <a16:creationId xmlns:a16="http://schemas.microsoft.com/office/drawing/2014/main" id="{73F2E272-34E4-41CD-ACC3-0F7548F582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55875" y="2420938"/>
            <a:ext cx="4103688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s-ES" altLang="es-ES" sz="4400">
                <a:solidFill>
                  <a:srgbClr val="990033"/>
                </a:solidFill>
              </a:rPr>
              <a:t>20 ANIMALES</a:t>
            </a:r>
          </a:p>
        </p:txBody>
      </p:sp>
      <p:sp useBgFill="1">
        <p:nvSpPr>
          <p:cNvPr id="22531" name="AutoShape 3">
            <a:hlinkClick r:id="" action="ppaction://hlinkshowjump?jump=nextslide" highlightClick="1">
              <a:snd r:embed="rId3" name="breeze.wav"/>
            </a:hlinkClick>
            <a:extLst>
              <a:ext uri="{FF2B5EF4-FFF2-40B4-BE49-F238E27FC236}">
                <a16:creationId xmlns:a16="http://schemas.microsoft.com/office/drawing/2014/main" id="{BEE08AF0-7E06-4D5A-8EB0-F4BDC9DF3D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43213" y="3933825"/>
            <a:ext cx="3457575" cy="503238"/>
          </a:xfrm>
          <a:prstGeom prst="actionButtonForwardNext">
            <a:avLst/>
          </a:prstGeom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s-ES" altLang="es-ES"/>
          </a:p>
        </p:txBody>
      </p:sp>
    </p:spTree>
  </p:cSld>
  <p:clrMapOvr>
    <a:masterClrMapping/>
  </p:clrMapOvr>
  <p:transition advClick="0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4">
            <a:extLst>
              <a:ext uri="{FF2B5EF4-FFF2-40B4-BE49-F238E27FC236}">
                <a16:creationId xmlns:a16="http://schemas.microsoft.com/office/drawing/2014/main" id="{9095A4ED-CC68-40F7-B27B-630A960A80C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s-ES" altLang="es-ES">
                <a:solidFill>
                  <a:srgbClr val="990033"/>
                </a:solidFill>
              </a:rPr>
              <a:t>CERDO</a:t>
            </a:r>
          </a:p>
        </p:txBody>
      </p:sp>
      <p:graphicFrame>
        <p:nvGraphicFramePr>
          <p:cNvPr id="1026" name="Object 6">
            <a:hlinkClick r:id="" action="ppaction://ole?verb=0"/>
            <a:extLst>
              <a:ext uri="{FF2B5EF4-FFF2-40B4-BE49-F238E27FC236}">
                <a16:creationId xmlns:a16="http://schemas.microsoft.com/office/drawing/2014/main" id="{2B30DE23-514D-453E-9098-8CD46BBB3356}"/>
              </a:ext>
            </a:extLst>
          </p:cNvPr>
          <p:cNvGraphicFramePr>
            <a:graphicFrameLocks noGrp="1" noChangeAspect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218282211"/>
              </p:ext>
            </p:extLst>
          </p:nvPr>
        </p:nvGraphicFramePr>
        <p:xfrm>
          <a:off x="7149321" y="5200231"/>
          <a:ext cx="3048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1" name="Doc. de Grabadora de sonidos" r:id="rId4" imgW="304520" imgH="304520" progId="SoundRec">
                  <p:embed/>
                </p:oleObj>
              </mc:Choice>
              <mc:Fallback>
                <p:oleObj name="Doc. de Grabadora de sonidos" r:id="rId4" imgW="304520" imgH="304520" progId="SoundRec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49321" y="5200231"/>
                        <a:ext cx="304800" cy="304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28" name="Picture 7" descr="CERDO">
            <a:extLst>
              <a:ext uri="{FF2B5EF4-FFF2-40B4-BE49-F238E27FC236}">
                <a16:creationId xmlns:a16="http://schemas.microsoft.com/office/drawing/2014/main" id="{C92CD90F-9A35-4DFC-8923-BC57B9ED6001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268538" y="1916113"/>
            <a:ext cx="4608512" cy="3436937"/>
          </a:xfrm>
          <a:noFill/>
        </p:spPr>
      </p:pic>
      <p:sp useBgFill="1">
        <p:nvSpPr>
          <p:cNvPr id="2056" name="AutoShape 8">
            <a:hlinkClick r:id="" action="ppaction://hlinkshowjump?jump=nextslide" highlightClick="1">
              <a:snd r:embed="rId7" name="breeze.wav"/>
            </a:hlinkClick>
            <a:extLst>
              <a:ext uri="{FF2B5EF4-FFF2-40B4-BE49-F238E27FC236}">
                <a16:creationId xmlns:a16="http://schemas.microsoft.com/office/drawing/2014/main" id="{2C625DCF-82FC-422E-A0F6-97D56D3871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43213" y="6021388"/>
            <a:ext cx="3457575" cy="503237"/>
          </a:xfrm>
          <a:prstGeom prst="actionButtonForwardNext">
            <a:avLst/>
          </a:prstGeom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s-ES" altLang="es-ES"/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afterEffect">
                                  <p:stCondLst>
                                    <p:cond delay="4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20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56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4">
            <a:extLst>
              <a:ext uri="{FF2B5EF4-FFF2-40B4-BE49-F238E27FC236}">
                <a16:creationId xmlns:a16="http://schemas.microsoft.com/office/drawing/2014/main" id="{5356BBF2-4F1C-43AA-B040-F3BAEF2B0B4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s-ES" altLang="es-ES">
                <a:solidFill>
                  <a:srgbClr val="990033"/>
                </a:solidFill>
              </a:rPr>
              <a:t>CONEJO</a:t>
            </a:r>
          </a:p>
        </p:txBody>
      </p:sp>
      <p:graphicFrame>
        <p:nvGraphicFramePr>
          <p:cNvPr id="2050" name="Object 6">
            <a:hlinkClick r:id="" action="ppaction://ole?verb=0"/>
            <a:extLst>
              <a:ext uri="{FF2B5EF4-FFF2-40B4-BE49-F238E27FC236}">
                <a16:creationId xmlns:a16="http://schemas.microsoft.com/office/drawing/2014/main" id="{7495F106-8276-477F-A34F-20AE59BD29F9}"/>
              </a:ext>
            </a:extLst>
          </p:cNvPr>
          <p:cNvGraphicFramePr>
            <a:graphicFrameLocks noGrp="1" noChangeAspect="1"/>
          </p:cNvGraphicFramePr>
          <p:nvPr>
            <p:ph sz="half" idx="2"/>
          </p:nvPr>
        </p:nvGraphicFramePr>
        <p:xfrm>
          <a:off x="6804025" y="5318125"/>
          <a:ext cx="4318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5" name="Doc. de Grabadora de sonidos" r:id="rId4" imgW="304520" imgH="304520" progId="SoundRec">
                  <p:embed/>
                </p:oleObj>
              </mc:Choice>
              <mc:Fallback>
                <p:oleObj name="Doc. de Grabadora de sonidos" r:id="rId4" imgW="304520" imgH="304520" progId="SoundRec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04025" y="5318125"/>
                        <a:ext cx="431800" cy="431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052" name="Picture 7" descr="CONEJO">
            <a:extLst>
              <a:ext uri="{FF2B5EF4-FFF2-40B4-BE49-F238E27FC236}">
                <a16:creationId xmlns:a16="http://schemas.microsoft.com/office/drawing/2014/main" id="{CCA430E9-C64D-40A5-8691-AD260666C594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411413" y="2452688"/>
            <a:ext cx="4248150" cy="3290887"/>
          </a:xfrm>
          <a:noFill/>
        </p:spPr>
      </p:pic>
      <p:sp useBgFill="1">
        <p:nvSpPr>
          <p:cNvPr id="4104" name="AutoShape 8">
            <a:hlinkClick r:id="" action="ppaction://hlinkshowjump?jump=nextslide" highlightClick="1">
              <a:snd r:embed="rId7" name="breeze.wav"/>
            </a:hlinkClick>
            <a:extLst>
              <a:ext uri="{FF2B5EF4-FFF2-40B4-BE49-F238E27FC236}">
                <a16:creationId xmlns:a16="http://schemas.microsoft.com/office/drawing/2014/main" id="{68F85DC2-B25A-44F4-9A4D-26412C9C53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43213" y="6021388"/>
            <a:ext cx="3457575" cy="503237"/>
          </a:xfrm>
          <a:prstGeom prst="actionButtonForwardNext">
            <a:avLst/>
          </a:prstGeom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s-ES" altLang="es-ES"/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afterEffect">
                                  <p:stCondLst>
                                    <p:cond delay="4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4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0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4">
            <a:extLst>
              <a:ext uri="{FF2B5EF4-FFF2-40B4-BE49-F238E27FC236}">
                <a16:creationId xmlns:a16="http://schemas.microsoft.com/office/drawing/2014/main" id="{8ACFFCAF-1B87-4120-9AFF-DA46E76E6F2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s-ES" altLang="es-ES">
                <a:solidFill>
                  <a:srgbClr val="990033"/>
                </a:solidFill>
              </a:rPr>
              <a:t>ELEFANTE</a:t>
            </a:r>
          </a:p>
        </p:txBody>
      </p:sp>
      <p:graphicFrame>
        <p:nvGraphicFramePr>
          <p:cNvPr id="3074" name="Object 6">
            <a:hlinkClick r:id="" action="ppaction://ole?verb=0"/>
            <a:extLst>
              <a:ext uri="{FF2B5EF4-FFF2-40B4-BE49-F238E27FC236}">
                <a16:creationId xmlns:a16="http://schemas.microsoft.com/office/drawing/2014/main" id="{0EE171E7-873C-4855-83EB-1335A2C3212A}"/>
              </a:ext>
            </a:extLst>
          </p:cNvPr>
          <p:cNvGraphicFramePr>
            <a:graphicFrameLocks noGrp="1" noChangeAspect="1"/>
          </p:cNvGraphicFramePr>
          <p:nvPr>
            <p:ph sz="half" idx="2"/>
          </p:nvPr>
        </p:nvGraphicFramePr>
        <p:xfrm>
          <a:off x="6372225" y="5389563"/>
          <a:ext cx="360363" cy="360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9" name="Doc. de Grabadora de sonidos" r:id="rId4" imgW="304520" imgH="304520" progId="SoundRec">
                  <p:embed/>
                </p:oleObj>
              </mc:Choice>
              <mc:Fallback>
                <p:oleObj name="Doc. de Grabadora de sonidos" r:id="rId4" imgW="304520" imgH="304520" progId="SoundRec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72225" y="5389563"/>
                        <a:ext cx="360363" cy="3603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076" name="Picture 7" descr="ELEFANTE">
            <a:extLst>
              <a:ext uri="{FF2B5EF4-FFF2-40B4-BE49-F238E27FC236}">
                <a16:creationId xmlns:a16="http://schemas.microsoft.com/office/drawing/2014/main" id="{D1491498-E5FF-4398-B518-E31E38F68AFF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840038" y="1341438"/>
            <a:ext cx="3316287" cy="4464050"/>
          </a:xfrm>
          <a:noFill/>
        </p:spPr>
      </p:pic>
      <p:sp useBgFill="1">
        <p:nvSpPr>
          <p:cNvPr id="5128" name="AutoShape 8">
            <a:hlinkClick r:id="" action="ppaction://hlinkshowjump?jump=nextslide" highlightClick="1">
              <a:snd r:embed="rId7" name="breeze.wav"/>
            </a:hlinkClick>
            <a:extLst>
              <a:ext uri="{FF2B5EF4-FFF2-40B4-BE49-F238E27FC236}">
                <a16:creationId xmlns:a16="http://schemas.microsoft.com/office/drawing/2014/main" id="{998F02D5-AA79-4C31-8DDA-B5A8B4F2EC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43213" y="6021388"/>
            <a:ext cx="3457575" cy="503237"/>
          </a:xfrm>
          <a:prstGeom prst="actionButtonForwardNext">
            <a:avLst/>
          </a:prstGeom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s-ES" altLang="es-ES"/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afterEffect">
                                  <p:stCondLst>
                                    <p:cond delay="4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5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8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4">
            <a:extLst>
              <a:ext uri="{FF2B5EF4-FFF2-40B4-BE49-F238E27FC236}">
                <a16:creationId xmlns:a16="http://schemas.microsoft.com/office/drawing/2014/main" id="{53C17457-097F-4E22-A76F-A6F7B4948A7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s-ES" altLang="es-ES">
                <a:solidFill>
                  <a:srgbClr val="990033"/>
                </a:solidFill>
              </a:rPr>
              <a:t>FOCA</a:t>
            </a:r>
          </a:p>
        </p:txBody>
      </p:sp>
      <p:graphicFrame>
        <p:nvGraphicFramePr>
          <p:cNvPr id="4098" name="Object 6">
            <a:hlinkClick r:id="" action="ppaction://ole?verb=0"/>
            <a:extLst>
              <a:ext uri="{FF2B5EF4-FFF2-40B4-BE49-F238E27FC236}">
                <a16:creationId xmlns:a16="http://schemas.microsoft.com/office/drawing/2014/main" id="{C5CFCDD0-92FE-42A3-B2DA-4948D019C071}"/>
              </a:ext>
            </a:extLst>
          </p:cNvPr>
          <p:cNvGraphicFramePr>
            <a:graphicFrameLocks noGrp="1" noChangeAspect="1"/>
          </p:cNvGraphicFramePr>
          <p:nvPr>
            <p:ph sz="half" idx="2"/>
          </p:nvPr>
        </p:nvGraphicFramePr>
        <p:xfrm>
          <a:off x="6732588" y="5229225"/>
          <a:ext cx="4318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3" name="Doc. de Grabadora de sonidos" r:id="rId4" imgW="304520" imgH="304520" progId="SoundRec">
                  <p:embed/>
                </p:oleObj>
              </mc:Choice>
              <mc:Fallback>
                <p:oleObj name="Doc. de Grabadora de sonidos" r:id="rId4" imgW="304520" imgH="304520" progId="SoundRec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32588" y="5229225"/>
                        <a:ext cx="431800" cy="431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100" name="Picture 7" descr="FOCA">
            <a:extLst>
              <a:ext uri="{FF2B5EF4-FFF2-40B4-BE49-F238E27FC236}">
                <a16:creationId xmlns:a16="http://schemas.microsoft.com/office/drawing/2014/main" id="{8F53CEC2-EA7F-4CCA-B4FE-353A9B60F69F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627313" y="1628775"/>
            <a:ext cx="3990975" cy="3959225"/>
          </a:xfrm>
          <a:noFill/>
        </p:spPr>
      </p:pic>
      <p:sp useBgFill="1">
        <p:nvSpPr>
          <p:cNvPr id="6152" name="AutoShape 8">
            <a:hlinkClick r:id="" action="ppaction://hlinkshowjump?jump=nextslide" highlightClick="1">
              <a:snd r:embed="rId7" name="breeze.wav"/>
            </a:hlinkClick>
            <a:extLst>
              <a:ext uri="{FF2B5EF4-FFF2-40B4-BE49-F238E27FC236}">
                <a16:creationId xmlns:a16="http://schemas.microsoft.com/office/drawing/2014/main" id="{F944C7EC-5E13-4DC2-BBC2-E5D895E1B6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43213" y="6021388"/>
            <a:ext cx="3457575" cy="503237"/>
          </a:xfrm>
          <a:prstGeom prst="actionButtonForwardNext">
            <a:avLst/>
          </a:prstGeom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s-ES" altLang="es-ES"/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afterEffect">
                                  <p:stCondLst>
                                    <p:cond delay="4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6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52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4">
            <a:extLst>
              <a:ext uri="{FF2B5EF4-FFF2-40B4-BE49-F238E27FC236}">
                <a16:creationId xmlns:a16="http://schemas.microsoft.com/office/drawing/2014/main" id="{490BAE39-975A-450B-AE94-5CF98AB6347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s-ES" altLang="es-ES">
                <a:solidFill>
                  <a:srgbClr val="990033"/>
                </a:solidFill>
              </a:rPr>
              <a:t>GALLINA</a:t>
            </a:r>
          </a:p>
        </p:txBody>
      </p:sp>
      <p:graphicFrame>
        <p:nvGraphicFramePr>
          <p:cNvPr id="5122" name="Object 6">
            <a:hlinkClick r:id="" action="ppaction://ole?verb=0"/>
            <a:extLst>
              <a:ext uri="{FF2B5EF4-FFF2-40B4-BE49-F238E27FC236}">
                <a16:creationId xmlns:a16="http://schemas.microsoft.com/office/drawing/2014/main" id="{2FC396F0-191C-42C0-8C5A-1E79EDEFF72E}"/>
              </a:ext>
            </a:extLst>
          </p:cNvPr>
          <p:cNvGraphicFramePr>
            <a:graphicFrameLocks noGrp="1" noChangeAspect="1"/>
          </p:cNvGraphicFramePr>
          <p:nvPr>
            <p:ph sz="half" idx="2"/>
          </p:nvPr>
        </p:nvGraphicFramePr>
        <p:xfrm>
          <a:off x="6443663" y="5389563"/>
          <a:ext cx="360362" cy="360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7" name="Doc. de Grabadora de sonidos" r:id="rId4" imgW="304520" imgH="304520" progId="SoundRec">
                  <p:embed/>
                </p:oleObj>
              </mc:Choice>
              <mc:Fallback>
                <p:oleObj name="Doc. de Grabadora de sonidos" r:id="rId4" imgW="304520" imgH="304520" progId="SoundRec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43663" y="5389563"/>
                        <a:ext cx="360362" cy="3603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124" name="Picture 7" descr="GALLINA">
            <a:extLst>
              <a:ext uri="{FF2B5EF4-FFF2-40B4-BE49-F238E27FC236}">
                <a16:creationId xmlns:a16="http://schemas.microsoft.com/office/drawing/2014/main" id="{2021585D-9743-4F31-8B9A-FD48F4500541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641600" y="1557338"/>
            <a:ext cx="3730625" cy="4248150"/>
          </a:xfrm>
          <a:noFill/>
        </p:spPr>
      </p:pic>
      <p:sp useBgFill="1">
        <p:nvSpPr>
          <p:cNvPr id="7176" name="AutoShape 8">
            <a:hlinkClick r:id="" action="ppaction://hlinkshowjump?jump=nextslide" highlightClick="1">
              <a:snd r:embed="rId7" name="breeze.wav"/>
            </a:hlinkClick>
            <a:extLst>
              <a:ext uri="{FF2B5EF4-FFF2-40B4-BE49-F238E27FC236}">
                <a16:creationId xmlns:a16="http://schemas.microsoft.com/office/drawing/2014/main" id="{DDD85DCB-5F9D-496A-91AA-6D04A89102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43213" y="6021388"/>
            <a:ext cx="3457575" cy="503237"/>
          </a:xfrm>
          <a:prstGeom prst="actionButtonForwardNext">
            <a:avLst/>
          </a:prstGeom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s-ES" altLang="es-ES"/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afterEffect">
                                  <p:stCondLst>
                                    <p:cond delay="4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7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6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Rectangle 4">
            <a:extLst>
              <a:ext uri="{FF2B5EF4-FFF2-40B4-BE49-F238E27FC236}">
                <a16:creationId xmlns:a16="http://schemas.microsoft.com/office/drawing/2014/main" id="{BCC7D423-0A02-4146-A32E-E209CA5A7A4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s-ES" altLang="es-ES">
                <a:solidFill>
                  <a:srgbClr val="990033"/>
                </a:solidFill>
              </a:rPr>
              <a:t>GATO</a:t>
            </a:r>
          </a:p>
        </p:txBody>
      </p:sp>
      <p:graphicFrame>
        <p:nvGraphicFramePr>
          <p:cNvPr id="6146" name="Object 6">
            <a:hlinkClick r:id="" action="ppaction://ole?verb=0"/>
            <a:extLst>
              <a:ext uri="{FF2B5EF4-FFF2-40B4-BE49-F238E27FC236}">
                <a16:creationId xmlns:a16="http://schemas.microsoft.com/office/drawing/2014/main" id="{66E65A75-F1BB-46B4-B827-B9FE5C4EC8C1}"/>
              </a:ext>
            </a:extLst>
          </p:cNvPr>
          <p:cNvGraphicFramePr>
            <a:graphicFrameLocks noGrp="1" noChangeAspect="1"/>
          </p:cNvGraphicFramePr>
          <p:nvPr>
            <p:ph sz="half" idx="2"/>
          </p:nvPr>
        </p:nvGraphicFramePr>
        <p:xfrm>
          <a:off x="6877050" y="5318125"/>
          <a:ext cx="4318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1" name="Doc. de Grabadora de sonidos" r:id="rId4" imgW="304520" imgH="304520" progId="SoundRec">
                  <p:embed/>
                </p:oleObj>
              </mc:Choice>
              <mc:Fallback>
                <p:oleObj name="Doc. de Grabadora de sonidos" r:id="rId4" imgW="304520" imgH="304520" progId="SoundRec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77050" y="5318125"/>
                        <a:ext cx="431800" cy="431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148" name="Picture 7" descr="GATO">
            <a:extLst>
              <a:ext uri="{FF2B5EF4-FFF2-40B4-BE49-F238E27FC236}">
                <a16:creationId xmlns:a16="http://schemas.microsoft.com/office/drawing/2014/main" id="{29DFA071-CAD4-43CA-861C-C88CF92C3745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462213" y="1125538"/>
            <a:ext cx="4270375" cy="4608512"/>
          </a:xfrm>
          <a:noFill/>
        </p:spPr>
      </p:pic>
      <p:sp useBgFill="1">
        <p:nvSpPr>
          <p:cNvPr id="8200" name="AutoShape 8">
            <a:hlinkClick r:id="" action="ppaction://hlinkshowjump?jump=nextslide" highlightClick="1">
              <a:snd r:embed="rId7" name="breeze.wav"/>
            </a:hlinkClick>
            <a:extLst>
              <a:ext uri="{FF2B5EF4-FFF2-40B4-BE49-F238E27FC236}">
                <a16:creationId xmlns:a16="http://schemas.microsoft.com/office/drawing/2014/main" id="{532E9C1C-85DB-426F-B4D2-D357EA09E8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43213" y="6021388"/>
            <a:ext cx="3457575" cy="503237"/>
          </a:xfrm>
          <a:prstGeom prst="actionButtonForwardNext">
            <a:avLst/>
          </a:prstGeom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s-ES" altLang="es-ES"/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afterEffect">
                                  <p:stCondLst>
                                    <p:cond delay="4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8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00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4">
            <a:extLst>
              <a:ext uri="{FF2B5EF4-FFF2-40B4-BE49-F238E27FC236}">
                <a16:creationId xmlns:a16="http://schemas.microsoft.com/office/drawing/2014/main" id="{05C22D61-AAAB-4189-ACC4-ED0CF32FAB0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s-ES" altLang="es-ES">
                <a:solidFill>
                  <a:srgbClr val="990033"/>
                </a:solidFill>
              </a:rPr>
              <a:t>GUSANO</a:t>
            </a:r>
          </a:p>
        </p:txBody>
      </p:sp>
      <p:graphicFrame>
        <p:nvGraphicFramePr>
          <p:cNvPr id="7170" name="Object 6">
            <a:hlinkClick r:id="" action="ppaction://ole?verb=0"/>
            <a:extLst>
              <a:ext uri="{FF2B5EF4-FFF2-40B4-BE49-F238E27FC236}">
                <a16:creationId xmlns:a16="http://schemas.microsoft.com/office/drawing/2014/main" id="{33990FA7-41E5-4AD1-9D12-105E5B1917D5}"/>
              </a:ext>
            </a:extLst>
          </p:cNvPr>
          <p:cNvGraphicFramePr>
            <a:graphicFrameLocks noGrp="1" noChangeAspect="1"/>
          </p:cNvGraphicFramePr>
          <p:nvPr>
            <p:ph sz="half" idx="2"/>
          </p:nvPr>
        </p:nvGraphicFramePr>
        <p:xfrm>
          <a:off x="6588125" y="5445125"/>
          <a:ext cx="433388" cy="433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5" name="Doc. de Grabadora de sonidos" r:id="rId4" imgW="304520" imgH="304520" progId="SoundRec">
                  <p:embed/>
                </p:oleObj>
              </mc:Choice>
              <mc:Fallback>
                <p:oleObj name="Doc. de Grabadora de sonidos" r:id="rId4" imgW="304520" imgH="304520" progId="SoundRec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88125" y="5445125"/>
                        <a:ext cx="433388" cy="4333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172" name="Picture 7" descr="GUSANO">
            <a:extLst>
              <a:ext uri="{FF2B5EF4-FFF2-40B4-BE49-F238E27FC236}">
                <a16:creationId xmlns:a16="http://schemas.microsoft.com/office/drawing/2014/main" id="{EE8BC257-8096-4F5E-991E-A5AAE42D2DC0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787650" y="1341438"/>
            <a:ext cx="3584575" cy="4608512"/>
          </a:xfrm>
          <a:noFill/>
        </p:spPr>
      </p:pic>
      <p:sp useBgFill="1">
        <p:nvSpPr>
          <p:cNvPr id="9224" name="AutoShape 8">
            <a:hlinkClick r:id="" action="ppaction://hlinkshowjump?jump=nextslide" highlightClick="1">
              <a:snd r:embed="rId7" name="breeze.wav"/>
            </a:hlinkClick>
            <a:extLst>
              <a:ext uri="{FF2B5EF4-FFF2-40B4-BE49-F238E27FC236}">
                <a16:creationId xmlns:a16="http://schemas.microsoft.com/office/drawing/2014/main" id="{B97ED6DA-24C1-4A36-9F0F-3E1B28DE07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43213" y="6021388"/>
            <a:ext cx="3457575" cy="503237"/>
          </a:xfrm>
          <a:prstGeom prst="actionButtonForwardNext">
            <a:avLst/>
          </a:prstGeom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s-ES" altLang="es-ES"/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afterEffect">
                                  <p:stCondLst>
                                    <p:cond delay="4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9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24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4">
            <a:extLst>
              <a:ext uri="{FF2B5EF4-FFF2-40B4-BE49-F238E27FC236}">
                <a16:creationId xmlns:a16="http://schemas.microsoft.com/office/drawing/2014/main" id="{D730AE8A-1FBD-44C0-ADB9-E451F9E17AC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s-ES" altLang="es-ES">
                <a:solidFill>
                  <a:srgbClr val="990033"/>
                </a:solidFill>
              </a:rPr>
              <a:t>JABALÍ</a:t>
            </a:r>
          </a:p>
        </p:txBody>
      </p:sp>
      <p:graphicFrame>
        <p:nvGraphicFramePr>
          <p:cNvPr id="8194" name="Object 6">
            <a:hlinkClick r:id="" action="ppaction://ole?verb=0"/>
            <a:extLst>
              <a:ext uri="{FF2B5EF4-FFF2-40B4-BE49-F238E27FC236}">
                <a16:creationId xmlns:a16="http://schemas.microsoft.com/office/drawing/2014/main" id="{0FE16F75-2D2F-43B3-819F-927F71D83F0C}"/>
              </a:ext>
            </a:extLst>
          </p:cNvPr>
          <p:cNvGraphicFramePr>
            <a:graphicFrameLocks noGrp="1" noChangeAspect="1"/>
          </p:cNvGraphicFramePr>
          <p:nvPr>
            <p:ph sz="half" idx="2"/>
          </p:nvPr>
        </p:nvGraphicFramePr>
        <p:xfrm>
          <a:off x="7019925" y="5462588"/>
          <a:ext cx="4318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9" name="Doc. de Grabadora de sonidos" r:id="rId4" imgW="304520" imgH="304520" progId="SoundRec">
                  <p:embed/>
                </p:oleObj>
              </mc:Choice>
              <mc:Fallback>
                <p:oleObj name="Doc. de Grabadora de sonidos" r:id="rId4" imgW="304520" imgH="304520" progId="SoundRec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19925" y="5462588"/>
                        <a:ext cx="431800" cy="431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8196" name="Picture 7" descr="JABALI">
            <a:extLst>
              <a:ext uri="{FF2B5EF4-FFF2-40B4-BE49-F238E27FC236}">
                <a16:creationId xmlns:a16="http://schemas.microsoft.com/office/drawing/2014/main" id="{078CE7BE-F1D2-4BD8-BD5D-67B2E72B0B29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908175" y="1268413"/>
            <a:ext cx="4989513" cy="4587875"/>
          </a:xfrm>
          <a:noFill/>
        </p:spPr>
      </p:pic>
      <p:sp useBgFill="1">
        <p:nvSpPr>
          <p:cNvPr id="10248" name="AutoShape 8">
            <a:hlinkClick r:id="" action="ppaction://hlinkshowjump?jump=nextslide" highlightClick="1">
              <a:snd r:embed="rId7" name="breeze.wav"/>
            </a:hlinkClick>
            <a:extLst>
              <a:ext uri="{FF2B5EF4-FFF2-40B4-BE49-F238E27FC236}">
                <a16:creationId xmlns:a16="http://schemas.microsoft.com/office/drawing/2014/main" id="{22B6D424-3298-4B82-B790-817714103C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43213" y="6021388"/>
            <a:ext cx="3457575" cy="503237"/>
          </a:xfrm>
          <a:prstGeom prst="actionButtonForwardNext">
            <a:avLst/>
          </a:prstGeom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s-ES" altLang="es-ES"/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afterEffect">
                                  <p:stCondLst>
                                    <p:cond delay="4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10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8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Rectangle 4">
            <a:extLst>
              <a:ext uri="{FF2B5EF4-FFF2-40B4-BE49-F238E27FC236}">
                <a16:creationId xmlns:a16="http://schemas.microsoft.com/office/drawing/2014/main" id="{97C84DC4-DACA-473D-AC11-F01C3E9954C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s-ES" altLang="es-ES">
                <a:solidFill>
                  <a:srgbClr val="990033"/>
                </a:solidFill>
              </a:rPr>
              <a:t>JIRAFA</a:t>
            </a:r>
          </a:p>
        </p:txBody>
      </p:sp>
      <p:graphicFrame>
        <p:nvGraphicFramePr>
          <p:cNvPr id="9218" name="Object 6">
            <a:hlinkClick r:id="" action="ppaction://ole?verb=0"/>
            <a:extLst>
              <a:ext uri="{FF2B5EF4-FFF2-40B4-BE49-F238E27FC236}">
                <a16:creationId xmlns:a16="http://schemas.microsoft.com/office/drawing/2014/main" id="{90B466B6-7DA7-44E0-A71A-D1322981B617}"/>
              </a:ext>
            </a:extLst>
          </p:cNvPr>
          <p:cNvGraphicFramePr>
            <a:graphicFrameLocks noGrp="1" noChangeAspect="1"/>
          </p:cNvGraphicFramePr>
          <p:nvPr>
            <p:ph sz="half" idx="2"/>
          </p:nvPr>
        </p:nvGraphicFramePr>
        <p:xfrm>
          <a:off x="6084888" y="5373688"/>
          <a:ext cx="504825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3" name="Doc. de Grabadora de sonidos" r:id="rId4" imgW="304520" imgH="304520" progId="SoundRec">
                  <p:embed/>
                </p:oleObj>
              </mc:Choice>
              <mc:Fallback>
                <p:oleObj name="Doc. de Grabadora de sonidos" r:id="rId4" imgW="304520" imgH="304520" progId="SoundRec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84888" y="5373688"/>
                        <a:ext cx="504825" cy="5048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9220" name="Picture 7" descr="JIRAFA">
            <a:extLst>
              <a:ext uri="{FF2B5EF4-FFF2-40B4-BE49-F238E27FC236}">
                <a16:creationId xmlns:a16="http://schemas.microsoft.com/office/drawing/2014/main" id="{8F976F8B-AB6C-41E1-92DA-64508FF4B407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232150" y="1125538"/>
            <a:ext cx="2635250" cy="5111750"/>
          </a:xfrm>
          <a:noFill/>
        </p:spPr>
      </p:pic>
      <p:sp useBgFill="1">
        <p:nvSpPr>
          <p:cNvPr id="11272" name="AutoShape 8">
            <a:hlinkClick r:id="" action="ppaction://hlinkshowjump?jump=nextslide" highlightClick="1">
              <a:snd r:embed="rId7" name="breeze.wav"/>
            </a:hlinkClick>
            <a:extLst>
              <a:ext uri="{FF2B5EF4-FFF2-40B4-BE49-F238E27FC236}">
                <a16:creationId xmlns:a16="http://schemas.microsoft.com/office/drawing/2014/main" id="{4029C4D7-F450-4EC7-9262-4AC95E48C9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43213" y="6021388"/>
            <a:ext cx="3457575" cy="503237"/>
          </a:xfrm>
          <a:prstGeom prst="actionButtonForwardNext">
            <a:avLst/>
          </a:prstGeom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s-ES" altLang="es-ES"/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afterEffect">
                                  <p:stCondLst>
                                    <p:cond delay="4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112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72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Rectangle 4">
            <a:extLst>
              <a:ext uri="{FF2B5EF4-FFF2-40B4-BE49-F238E27FC236}">
                <a16:creationId xmlns:a16="http://schemas.microsoft.com/office/drawing/2014/main" id="{B89A0BD7-3729-4F61-B58D-C650441C5F4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s-ES" altLang="es-ES">
                <a:solidFill>
                  <a:srgbClr val="990033"/>
                </a:solidFill>
              </a:rPr>
              <a:t>LEÓN</a:t>
            </a:r>
          </a:p>
        </p:txBody>
      </p:sp>
      <p:graphicFrame>
        <p:nvGraphicFramePr>
          <p:cNvPr id="10242" name="Object 6">
            <a:hlinkClick r:id="" action="ppaction://ole?verb=0"/>
            <a:extLst>
              <a:ext uri="{FF2B5EF4-FFF2-40B4-BE49-F238E27FC236}">
                <a16:creationId xmlns:a16="http://schemas.microsoft.com/office/drawing/2014/main" id="{09F58E6D-DC4C-419D-9EEC-8F80FBD1492A}"/>
              </a:ext>
            </a:extLst>
          </p:cNvPr>
          <p:cNvGraphicFramePr>
            <a:graphicFrameLocks noGrp="1" noChangeAspect="1"/>
          </p:cNvGraphicFramePr>
          <p:nvPr>
            <p:ph sz="half" idx="2"/>
          </p:nvPr>
        </p:nvGraphicFramePr>
        <p:xfrm>
          <a:off x="6732588" y="5373688"/>
          <a:ext cx="433387" cy="433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7" name="Doc. de Grabadora de sonidos" r:id="rId4" imgW="304520" imgH="304520" progId="SoundRec">
                  <p:embed/>
                </p:oleObj>
              </mc:Choice>
              <mc:Fallback>
                <p:oleObj name="Doc. de Grabadora de sonidos" r:id="rId4" imgW="304520" imgH="304520" progId="SoundRec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32588" y="5373688"/>
                        <a:ext cx="433387" cy="4333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244" name="Picture 7" descr="LEON">
            <a:extLst>
              <a:ext uri="{FF2B5EF4-FFF2-40B4-BE49-F238E27FC236}">
                <a16:creationId xmlns:a16="http://schemas.microsoft.com/office/drawing/2014/main" id="{2832AF8F-D2F5-4EBF-A369-8A6183BC2245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376488" y="1484313"/>
            <a:ext cx="4211637" cy="4321175"/>
          </a:xfrm>
          <a:noFill/>
        </p:spPr>
      </p:pic>
      <p:sp useBgFill="1">
        <p:nvSpPr>
          <p:cNvPr id="12296" name="AutoShape 8">
            <a:hlinkClick r:id="" action="ppaction://hlinkshowjump?jump=nextslide" highlightClick="1">
              <a:snd r:embed="rId7" name="breeze.wav"/>
            </a:hlinkClick>
            <a:extLst>
              <a:ext uri="{FF2B5EF4-FFF2-40B4-BE49-F238E27FC236}">
                <a16:creationId xmlns:a16="http://schemas.microsoft.com/office/drawing/2014/main" id="{15213AA5-D562-4963-87F9-F43B00B5B4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43213" y="6021388"/>
            <a:ext cx="3457575" cy="503237"/>
          </a:xfrm>
          <a:prstGeom prst="actionButtonForwardNext">
            <a:avLst/>
          </a:prstGeom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s-ES" altLang="es-ES"/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afterEffect">
                                  <p:stCondLst>
                                    <p:cond delay="4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122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96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Rectangle 4">
            <a:extLst>
              <a:ext uri="{FF2B5EF4-FFF2-40B4-BE49-F238E27FC236}">
                <a16:creationId xmlns:a16="http://schemas.microsoft.com/office/drawing/2014/main" id="{BAFA4F04-ADB9-4285-8F52-876E1E131A6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s-ES" altLang="es-ES">
                <a:solidFill>
                  <a:srgbClr val="990033"/>
                </a:solidFill>
              </a:rPr>
              <a:t>MARIPOSA</a:t>
            </a:r>
          </a:p>
        </p:txBody>
      </p:sp>
      <p:graphicFrame>
        <p:nvGraphicFramePr>
          <p:cNvPr id="11266" name="Object 6">
            <a:hlinkClick r:id="" action="ppaction://ole?verb=0"/>
            <a:extLst>
              <a:ext uri="{FF2B5EF4-FFF2-40B4-BE49-F238E27FC236}">
                <a16:creationId xmlns:a16="http://schemas.microsoft.com/office/drawing/2014/main" id="{D92B4F8A-316C-4D82-B7E6-7D04C5CA0642}"/>
              </a:ext>
            </a:extLst>
          </p:cNvPr>
          <p:cNvGraphicFramePr>
            <a:graphicFrameLocks noGrp="1" noChangeAspect="1"/>
          </p:cNvGraphicFramePr>
          <p:nvPr>
            <p:ph sz="half" idx="2"/>
          </p:nvPr>
        </p:nvGraphicFramePr>
        <p:xfrm>
          <a:off x="7235825" y="5516563"/>
          <a:ext cx="361950" cy="361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71" name="Doc. de Grabadora de sonidos" r:id="rId4" imgW="304520" imgH="304520" progId="SoundRec">
                  <p:embed/>
                </p:oleObj>
              </mc:Choice>
              <mc:Fallback>
                <p:oleObj name="Doc. de Grabadora de sonidos" r:id="rId4" imgW="304520" imgH="304520" progId="SoundRec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35825" y="5516563"/>
                        <a:ext cx="361950" cy="3619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1268" name="Picture 7" descr="MARIPOSA">
            <a:extLst>
              <a:ext uri="{FF2B5EF4-FFF2-40B4-BE49-F238E27FC236}">
                <a16:creationId xmlns:a16="http://schemas.microsoft.com/office/drawing/2014/main" id="{69F4D803-CCCC-43A2-A131-A7AA92A56F06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6">
            <a:lum bright="1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909763" y="1455738"/>
            <a:ext cx="5183187" cy="4454525"/>
          </a:xfrm>
          <a:noFill/>
        </p:spPr>
      </p:pic>
      <p:sp useBgFill="1">
        <p:nvSpPr>
          <p:cNvPr id="22536" name="AutoShape 8">
            <a:hlinkClick r:id="" action="ppaction://hlinkshowjump?jump=nextslide" highlightClick="1">
              <a:snd r:embed="rId7" name="breeze.wav"/>
            </a:hlinkClick>
            <a:extLst>
              <a:ext uri="{FF2B5EF4-FFF2-40B4-BE49-F238E27FC236}">
                <a16:creationId xmlns:a16="http://schemas.microsoft.com/office/drawing/2014/main" id="{C5C30F27-33B9-4445-ADA8-DB8302DB29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43213" y="6021388"/>
            <a:ext cx="3457575" cy="503237"/>
          </a:xfrm>
          <a:prstGeom prst="actionButtonForwardNext">
            <a:avLst/>
          </a:prstGeom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s-ES" altLang="es-ES"/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afterEffect">
                                  <p:stCondLst>
                                    <p:cond delay="4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225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36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1" name="Rectangle 4">
            <a:extLst>
              <a:ext uri="{FF2B5EF4-FFF2-40B4-BE49-F238E27FC236}">
                <a16:creationId xmlns:a16="http://schemas.microsoft.com/office/drawing/2014/main" id="{48B390B7-4FA2-47E5-A20C-87C44CDE777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s-ES" altLang="es-ES">
                <a:solidFill>
                  <a:srgbClr val="990033"/>
                </a:solidFill>
              </a:rPr>
              <a:t>MONO</a:t>
            </a:r>
          </a:p>
        </p:txBody>
      </p:sp>
      <p:graphicFrame>
        <p:nvGraphicFramePr>
          <p:cNvPr id="12290" name="Object 6">
            <a:hlinkClick r:id="" action="ppaction://ole?verb=0"/>
            <a:extLst>
              <a:ext uri="{FF2B5EF4-FFF2-40B4-BE49-F238E27FC236}">
                <a16:creationId xmlns:a16="http://schemas.microsoft.com/office/drawing/2014/main" id="{AEC0660F-842D-4EDE-B7A0-CFC8019C3E13}"/>
              </a:ext>
            </a:extLst>
          </p:cNvPr>
          <p:cNvGraphicFramePr>
            <a:graphicFrameLocks noGrp="1" noChangeAspect="1"/>
          </p:cNvGraphicFramePr>
          <p:nvPr>
            <p:ph sz="half" idx="2"/>
          </p:nvPr>
        </p:nvGraphicFramePr>
        <p:xfrm>
          <a:off x="6732588" y="5445125"/>
          <a:ext cx="433387" cy="433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95" name="Doc. de Grabadora de sonidos" r:id="rId4" imgW="304520" imgH="304520" progId="SoundRec">
                  <p:embed/>
                </p:oleObj>
              </mc:Choice>
              <mc:Fallback>
                <p:oleObj name="Doc. de Grabadora de sonidos" r:id="rId4" imgW="304520" imgH="304520" progId="SoundRec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32588" y="5445125"/>
                        <a:ext cx="433387" cy="4333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2292" name="Picture 7" descr="MONO">
            <a:extLst>
              <a:ext uri="{FF2B5EF4-FFF2-40B4-BE49-F238E27FC236}">
                <a16:creationId xmlns:a16="http://schemas.microsoft.com/office/drawing/2014/main" id="{4C73AB11-213A-4658-89C2-AB5196AE96E6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6">
            <a:lum bright="1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371725" y="1196975"/>
            <a:ext cx="4216400" cy="4752975"/>
          </a:xfrm>
          <a:noFill/>
        </p:spPr>
      </p:pic>
      <p:sp useBgFill="1">
        <p:nvSpPr>
          <p:cNvPr id="23560" name="AutoShape 8">
            <a:hlinkClick r:id="" action="ppaction://hlinkshowjump?jump=nextslide" highlightClick="1">
              <a:snd r:embed="rId7" name="breeze.wav"/>
            </a:hlinkClick>
            <a:extLst>
              <a:ext uri="{FF2B5EF4-FFF2-40B4-BE49-F238E27FC236}">
                <a16:creationId xmlns:a16="http://schemas.microsoft.com/office/drawing/2014/main" id="{F7034575-833B-4234-9147-D503288755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43213" y="6021388"/>
            <a:ext cx="3457575" cy="503237"/>
          </a:xfrm>
          <a:prstGeom prst="actionButtonForwardNext">
            <a:avLst/>
          </a:prstGeom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s-ES" altLang="es-ES"/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afterEffect">
                                  <p:stCondLst>
                                    <p:cond delay="4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235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60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4">
            <a:extLst>
              <a:ext uri="{FF2B5EF4-FFF2-40B4-BE49-F238E27FC236}">
                <a16:creationId xmlns:a16="http://schemas.microsoft.com/office/drawing/2014/main" id="{5284A579-4A3F-4855-BB28-9CDD2ADABB3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s-ES" altLang="es-ES">
                <a:solidFill>
                  <a:srgbClr val="990033"/>
                </a:solidFill>
              </a:rPr>
              <a:t>MOSCA</a:t>
            </a:r>
          </a:p>
        </p:txBody>
      </p:sp>
      <p:graphicFrame>
        <p:nvGraphicFramePr>
          <p:cNvPr id="13314" name="Object 6">
            <a:hlinkClick r:id="" action="ppaction://ole?verb=0"/>
            <a:extLst>
              <a:ext uri="{FF2B5EF4-FFF2-40B4-BE49-F238E27FC236}">
                <a16:creationId xmlns:a16="http://schemas.microsoft.com/office/drawing/2014/main" id="{8DAC2059-4B55-4201-867D-F1E0225D735C}"/>
              </a:ext>
            </a:extLst>
          </p:cNvPr>
          <p:cNvGraphicFramePr>
            <a:graphicFrameLocks noGrp="1" noChangeAspect="1"/>
          </p:cNvGraphicFramePr>
          <p:nvPr>
            <p:ph sz="half" idx="2"/>
          </p:nvPr>
        </p:nvGraphicFramePr>
        <p:xfrm>
          <a:off x="5651500" y="3860800"/>
          <a:ext cx="433388" cy="433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19" name="Doc. de Grabadora de sonidos" r:id="rId4" imgW="304520" imgH="304520" progId="SoundRec">
                  <p:embed/>
                </p:oleObj>
              </mc:Choice>
              <mc:Fallback>
                <p:oleObj name="Doc. de Grabadora de sonidos" r:id="rId4" imgW="304520" imgH="304520" progId="SoundRec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51500" y="3860800"/>
                        <a:ext cx="433388" cy="4333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3316" name="Picture 7" descr="MOSCA">
            <a:extLst>
              <a:ext uri="{FF2B5EF4-FFF2-40B4-BE49-F238E27FC236}">
                <a16:creationId xmlns:a16="http://schemas.microsoft.com/office/drawing/2014/main" id="{F7D8CD7E-4B48-4A68-898A-F45ED727035F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649663" y="2420938"/>
            <a:ext cx="1858962" cy="1879600"/>
          </a:xfrm>
          <a:noFill/>
        </p:spPr>
      </p:pic>
      <p:sp useBgFill="1">
        <p:nvSpPr>
          <p:cNvPr id="24584" name="AutoShape 8">
            <a:hlinkClick r:id="" action="ppaction://hlinkshowjump?jump=nextslide" highlightClick="1">
              <a:snd r:embed="rId7" name="breeze.wav"/>
            </a:hlinkClick>
            <a:extLst>
              <a:ext uri="{FF2B5EF4-FFF2-40B4-BE49-F238E27FC236}">
                <a16:creationId xmlns:a16="http://schemas.microsoft.com/office/drawing/2014/main" id="{7131D02E-E5D1-435F-B37A-8216FDA035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43213" y="6021388"/>
            <a:ext cx="3457575" cy="503237"/>
          </a:xfrm>
          <a:prstGeom prst="actionButtonForwardNext">
            <a:avLst/>
          </a:prstGeom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s-ES" altLang="es-ES"/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afterEffect">
                                  <p:stCondLst>
                                    <p:cond delay="4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245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584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9" name="Rectangle 4">
            <a:extLst>
              <a:ext uri="{FF2B5EF4-FFF2-40B4-BE49-F238E27FC236}">
                <a16:creationId xmlns:a16="http://schemas.microsoft.com/office/drawing/2014/main" id="{6F3359BE-DDC7-4068-892D-BD9E82B918C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s-ES" altLang="es-ES">
                <a:solidFill>
                  <a:srgbClr val="990033"/>
                </a:solidFill>
              </a:rPr>
              <a:t>MULA</a:t>
            </a:r>
          </a:p>
        </p:txBody>
      </p:sp>
      <p:graphicFrame>
        <p:nvGraphicFramePr>
          <p:cNvPr id="14338" name="Object 6">
            <a:hlinkClick r:id="" action="ppaction://ole?verb=0"/>
            <a:extLst>
              <a:ext uri="{FF2B5EF4-FFF2-40B4-BE49-F238E27FC236}">
                <a16:creationId xmlns:a16="http://schemas.microsoft.com/office/drawing/2014/main" id="{6CA47F20-715B-45B8-BB4F-A52F781FC4CA}"/>
              </a:ext>
            </a:extLst>
          </p:cNvPr>
          <p:cNvGraphicFramePr>
            <a:graphicFrameLocks noGrp="1" noChangeAspect="1"/>
          </p:cNvGraphicFramePr>
          <p:nvPr>
            <p:ph sz="half" idx="2"/>
          </p:nvPr>
        </p:nvGraphicFramePr>
        <p:xfrm>
          <a:off x="7164388" y="5013325"/>
          <a:ext cx="4318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43" name="Doc. de Grabadora de sonidos" r:id="rId4" imgW="304520" imgH="304520" progId="SoundRec">
                  <p:embed/>
                </p:oleObj>
              </mc:Choice>
              <mc:Fallback>
                <p:oleObj name="Doc. de Grabadora de sonidos" r:id="rId4" imgW="304520" imgH="304520" progId="SoundRec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64388" y="5013325"/>
                        <a:ext cx="431800" cy="431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4340" name="Picture 7" descr="MULA">
            <a:extLst>
              <a:ext uri="{FF2B5EF4-FFF2-40B4-BE49-F238E27FC236}">
                <a16:creationId xmlns:a16="http://schemas.microsoft.com/office/drawing/2014/main" id="{09C2783F-BD7C-4EAF-95AD-A339F236243E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6">
            <a:lum bright="1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3609"/>
          <a:stretch>
            <a:fillRect/>
          </a:stretch>
        </p:blipFill>
        <p:spPr>
          <a:xfrm>
            <a:off x="2154238" y="1454150"/>
            <a:ext cx="4938712" cy="4065588"/>
          </a:xfrm>
          <a:noFill/>
        </p:spPr>
      </p:pic>
      <p:sp useBgFill="1">
        <p:nvSpPr>
          <p:cNvPr id="25608" name="AutoShape 8">
            <a:hlinkClick r:id="" action="ppaction://hlinkshowjump?jump=nextslide" highlightClick="1">
              <a:snd r:embed="rId7" name="breeze.wav"/>
            </a:hlinkClick>
            <a:extLst>
              <a:ext uri="{FF2B5EF4-FFF2-40B4-BE49-F238E27FC236}">
                <a16:creationId xmlns:a16="http://schemas.microsoft.com/office/drawing/2014/main" id="{803B636C-1E85-4EEA-8461-516E4223A5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43213" y="6021388"/>
            <a:ext cx="3457575" cy="503237"/>
          </a:xfrm>
          <a:prstGeom prst="actionButtonForwardNext">
            <a:avLst/>
          </a:prstGeom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s-ES" altLang="es-ES"/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afterEffect">
                                  <p:stCondLst>
                                    <p:cond delay="4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256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08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Rectangle 4">
            <a:extLst>
              <a:ext uri="{FF2B5EF4-FFF2-40B4-BE49-F238E27FC236}">
                <a16:creationId xmlns:a16="http://schemas.microsoft.com/office/drawing/2014/main" id="{C612BC0E-937C-4C7A-850D-79FC02C50B3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s-ES" altLang="es-ES">
                <a:solidFill>
                  <a:srgbClr val="990033"/>
                </a:solidFill>
              </a:rPr>
              <a:t>OSO</a:t>
            </a:r>
          </a:p>
        </p:txBody>
      </p:sp>
      <p:pic>
        <p:nvPicPr>
          <p:cNvPr id="15364" name="Picture 9" descr="SALE">
            <a:extLst>
              <a:ext uri="{FF2B5EF4-FFF2-40B4-BE49-F238E27FC236}">
                <a16:creationId xmlns:a16="http://schemas.microsoft.com/office/drawing/2014/main" id="{D902E85C-9F2D-452C-9B52-D4ABE24D9033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533650" y="1557338"/>
            <a:ext cx="4125913" cy="4275137"/>
          </a:xfrm>
          <a:noFill/>
        </p:spPr>
      </p:pic>
      <p:graphicFrame>
        <p:nvGraphicFramePr>
          <p:cNvPr id="15362" name="Object 10">
            <a:hlinkClick r:id="" action="ppaction://ole?verb=0"/>
            <a:extLst>
              <a:ext uri="{FF2B5EF4-FFF2-40B4-BE49-F238E27FC236}">
                <a16:creationId xmlns:a16="http://schemas.microsoft.com/office/drawing/2014/main" id="{68787F69-2B00-4B25-BD10-6CCC35866C86}"/>
              </a:ext>
            </a:extLst>
          </p:cNvPr>
          <p:cNvGraphicFramePr>
            <a:graphicFrameLocks noGrp="1" noChangeAspect="1"/>
          </p:cNvGraphicFramePr>
          <p:nvPr>
            <p:ph sz="half" idx="2"/>
          </p:nvPr>
        </p:nvGraphicFramePr>
        <p:xfrm>
          <a:off x="6804025" y="5375275"/>
          <a:ext cx="4318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67" name="Doc. de Grabadora de sonidos" r:id="rId5" imgW="304520" imgH="304520" progId="SoundRec">
                  <p:embed/>
                </p:oleObj>
              </mc:Choice>
              <mc:Fallback>
                <p:oleObj name="Doc. de Grabadora de sonidos" r:id="rId5" imgW="304520" imgH="304520" progId="SoundRec">
                  <p:embed/>
                  <p:pic>
                    <p:nvPicPr>
                      <p:cNvPr id="0" name="Object 10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04025" y="5375275"/>
                        <a:ext cx="4318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 useBgFill="1">
        <p:nvSpPr>
          <p:cNvPr id="26635" name="AutoShape 11">
            <a:hlinkClick r:id="" action="ppaction://hlinkshowjump?jump=nextslide" highlightClick="1">
              <a:snd r:embed="rId7" name="breeze.wav"/>
            </a:hlinkClick>
            <a:extLst>
              <a:ext uri="{FF2B5EF4-FFF2-40B4-BE49-F238E27FC236}">
                <a16:creationId xmlns:a16="http://schemas.microsoft.com/office/drawing/2014/main" id="{B4C1220F-E032-4849-8404-8EF860B0A1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43213" y="6021388"/>
            <a:ext cx="3457575" cy="503237"/>
          </a:xfrm>
          <a:prstGeom prst="actionButtonForwardNext">
            <a:avLst/>
          </a:prstGeom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s-ES" altLang="es-ES"/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afterEffect">
                                  <p:stCondLst>
                                    <p:cond delay="4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266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635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Rectangle 4">
            <a:extLst>
              <a:ext uri="{FF2B5EF4-FFF2-40B4-BE49-F238E27FC236}">
                <a16:creationId xmlns:a16="http://schemas.microsoft.com/office/drawing/2014/main" id="{87CF36C2-6340-4F46-82C7-656A0D2C130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s-ES" altLang="es-ES">
                <a:solidFill>
                  <a:srgbClr val="990033"/>
                </a:solidFill>
              </a:rPr>
              <a:t>PÁJARO</a:t>
            </a:r>
          </a:p>
        </p:txBody>
      </p:sp>
      <p:graphicFrame>
        <p:nvGraphicFramePr>
          <p:cNvPr id="16386" name="Object 6">
            <a:hlinkClick r:id="" action="ppaction://ole?verb=0"/>
            <a:extLst>
              <a:ext uri="{FF2B5EF4-FFF2-40B4-BE49-F238E27FC236}">
                <a16:creationId xmlns:a16="http://schemas.microsoft.com/office/drawing/2014/main" id="{3AF6A8C8-CB12-48F5-8A01-2D718F3C0BC0}"/>
              </a:ext>
            </a:extLst>
          </p:cNvPr>
          <p:cNvGraphicFramePr>
            <a:graphicFrameLocks noGrp="1" noChangeAspect="1"/>
          </p:cNvGraphicFramePr>
          <p:nvPr>
            <p:ph sz="half" idx="2"/>
          </p:nvPr>
        </p:nvGraphicFramePr>
        <p:xfrm>
          <a:off x="6516688" y="5300663"/>
          <a:ext cx="433387" cy="433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91" name="Doc. de Grabadora de sonidos" r:id="rId4" imgW="304520" imgH="304520" progId="SoundRec">
                  <p:embed/>
                </p:oleObj>
              </mc:Choice>
              <mc:Fallback>
                <p:oleObj name="Doc. de Grabadora de sonidos" r:id="rId4" imgW="304520" imgH="304520" progId="SoundRec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16688" y="5300663"/>
                        <a:ext cx="433387" cy="4333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6388" name="Picture 7" descr="PAJARO">
            <a:extLst>
              <a:ext uri="{FF2B5EF4-FFF2-40B4-BE49-F238E27FC236}">
                <a16:creationId xmlns:a16="http://schemas.microsoft.com/office/drawing/2014/main" id="{8C8CBF17-437D-481D-8CD7-9ED0C42CD6DD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6">
            <a:lum bright="14000" contrast="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769"/>
          <a:stretch>
            <a:fillRect/>
          </a:stretch>
        </p:blipFill>
        <p:spPr>
          <a:xfrm>
            <a:off x="2770188" y="1196975"/>
            <a:ext cx="3602037" cy="4564063"/>
          </a:xfrm>
          <a:noFill/>
        </p:spPr>
      </p:pic>
      <p:sp useBgFill="1">
        <p:nvSpPr>
          <p:cNvPr id="32776" name="AutoShape 8">
            <a:hlinkClick r:id="" action="ppaction://hlinkshowjump?jump=nextslide" highlightClick="1">
              <a:snd r:embed="rId7" name="breeze.wav"/>
            </a:hlinkClick>
            <a:extLst>
              <a:ext uri="{FF2B5EF4-FFF2-40B4-BE49-F238E27FC236}">
                <a16:creationId xmlns:a16="http://schemas.microsoft.com/office/drawing/2014/main" id="{E289182E-9E0A-445E-9127-A6EDBD9F06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43213" y="6021388"/>
            <a:ext cx="3457575" cy="503237"/>
          </a:xfrm>
          <a:prstGeom prst="actionButtonForwardNext">
            <a:avLst/>
          </a:prstGeom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s-ES" altLang="es-ES"/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afterEffect">
                                  <p:stCondLst>
                                    <p:cond delay="4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327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776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4">
            <a:extLst>
              <a:ext uri="{FF2B5EF4-FFF2-40B4-BE49-F238E27FC236}">
                <a16:creationId xmlns:a16="http://schemas.microsoft.com/office/drawing/2014/main" id="{F2E3E456-F5F2-4AB4-A05B-52BB050A830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s-ES" altLang="es-ES">
                <a:solidFill>
                  <a:srgbClr val="990033"/>
                </a:solidFill>
              </a:rPr>
              <a:t>PATO</a:t>
            </a:r>
          </a:p>
        </p:txBody>
      </p:sp>
      <p:graphicFrame>
        <p:nvGraphicFramePr>
          <p:cNvPr id="17410" name="Object 6">
            <a:hlinkClick r:id="" action="ppaction://ole?verb=0"/>
            <a:extLst>
              <a:ext uri="{FF2B5EF4-FFF2-40B4-BE49-F238E27FC236}">
                <a16:creationId xmlns:a16="http://schemas.microsoft.com/office/drawing/2014/main" id="{1F8D5602-065C-49EE-9598-BDD805504EF6}"/>
              </a:ext>
            </a:extLst>
          </p:cNvPr>
          <p:cNvGraphicFramePr>
            <a:graphicFrameLocks noGrp="1" noChangeAspect="1"/>
          </p:cNvGraphicFramePr>
          <p:nvPr>
            <p:ph sz="half" idx="2"/>
          </p:nvPr>
        </p:nvGraphicFramePr>
        <p:xfrm>
          <a:off x="7019925" y="5229225"/>
          <a:ext cx="433388" cy="433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15" name="Doc. de Grabadora de sonidos" r:id="rId4" imgW="304520" imgH="304520" progId="SoundRec">
                  <p:embed/>
                </p:oleObj>
              </mc:Choice>
              <mc:Fallback>
                <p:oleObj name="Doc. de Grabadora de sonidos" r:id="rId4" imgW="304520" imgH="304520" progId="SoundRec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19925" y="5229225"/>
                        <a:ext cx="433388" cy="4333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7412" name="Picture 7" descr="PATO">
            <a:extLst>
              <a:ext uri="{FF2B5EF4-FFF2-40B4-BE49-F238E27FC236}">
                <a16:creationId xmlns:a16="http://schemas.microsoft.com/office/drawing/2014/main" id="{39A23BB7-7295-4800-9D60-D0F0B9E8B8C9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357438" y="1557338"/>
            <a:ext cx="4446587" cy="4138612"/>
          </a:xfrm>
          <a:noFill/>
        </p:spPr>
      </p:pic>
      <p:sp useBgFill="1">
        <p:nvSpPr>
          <p:cNvPr id="33800" name="AutoShape 8">
            <a:hlinkClick r:id="" action="ppaction://hlinkshowjump?jump=nextslide" highlightClick="1">
              <a:snd r:embed="rId7" name="breeze.wav"/>
            </a:hlinkClick>
            <a:extLst>
              <a:ext uri="{FF2B5EF4-FFF2-40B4-BE49-F238E27FC236}">
                <a16:creationId xmlns:a16="http://schemas.microsoft.com/office/drawing/2014/main" id="{1E4F81F5-38F7-4C03-8AF0-814F32D13A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43213" y="6021388"/>
            <a:ext cx="3457575" cy="503237"/>
          </a:xfrm>
          <a:prstGeom prst="actionButtonForwardNext">
            <a:avLst/>
          </a:prstGeom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s-ES" altLang="es-ES"/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afterEffect">
                                  <p:stCondLst>
                                    <p:cond delay="4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338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800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Rectangle 4">
            <a:extLst>
              <a:ext uri="{FF2B5EF4-FFF2-40B4-BE49-F238E27FC236}">
                <a16:creationId xmlns:a16="http://schemas.microsoft.com/office/drawing/2014/main" id="{2F293104-515E-48B8-97B9-A3FC5F80729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s-ES" altLang="es-ES">
                <a:solidFill>
                  <a:srgbClr val="990033"/>
                </a:solidFill>
              </a:rPr>
              <a:t>PERRO</a:t>
            </a:r>
          </a:p>
        </p:txBody>
      </p:sp>
      <p:graphicFrame>
        <p:nvGraphicFramePr>
          <p:cNvPr id="18434" name="Object 6">
            <a:hlinkClick r:id="" action="ppaction://ole?verb=0"/>
            <a:extLst>
              <a:ext uri="{FF2B5EF4-FFF2-40B4-BE49-F238E27FC236}">
                <a16:creationId xmlns:a16="http://schemas.microsoft.com/office/drawing/2014/main" id="{E0AA87C3-12CB-430D-A63B-E41A96D55BD4}"/>
              </a:ext>
            </a:extLst>
          </p:cNvPr>
          <p:cNvGraphicFramePr>
            <a:graphicFrameLocks noGrp="1" noChangeAspect="1"/>
          </p:cNvGraphicFramePr>
          <p:nvPr>
            <p:ph sz="half" idx="2"/>
          </p:nvPr>
        </p:nvGraphicFramePr>
        <p:xfrm>
          <a:off x="7812088" y="5445125"/>
          <a:ext cx="504825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39" name="Doc. de Grabadora de sonidos" r:id="rId4" imgW="304520" imgH="304520" progId="SoundRec">
                  <p:embed/>
                </p:oleObj>
              </mc:Choice>
              <mc:Fallback>
                <p:oleObj name="Doc. de Grabadora de sonidos" r:id="rId4" imgW="304520" imgH="304520" progId="SoundRec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12088" y="5445125"/>
                        <a:ext cx="504825" cy="5048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8436" name="Picture 7" descr="PERRO">
            <a:extLst>
              <a:ext uri="{FF2B5EF4-FFF2-40B4-BE49-F238E27FC236}">
                <a16:creationId xmlns:a16="http://schemas.microsoft.com/office/drawing/2014/main" id="{9CFDA9AD-5509-4C67-AE45-AB4E6B7732FC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744663" y="1196975"/>
            <a:ext cx="5995987" cy="4792663"/>
          </a:xfrm>
          <a:noFill/>
        </p:spPr>
      </p:pic>
      <p:sp useBgFill="1">
        <p:nvSpPr>
          <p:cNvPr id="34824" name="AutoShape 8">
            <a:hlinkClick r:id="" action="ppaction://hlinkshowjump?jump=nextslide" highlightClick="1">
              <a:snd r:embed="rId7" name="breeze.wav"/>
            </a:hlinkClick>
            <a:extLst>
              <a:ext uri="{FF2B5EF4-FFF2-40B4-BE49-F238E27FC236}">
                <a16:creationId xmlns:a16="http://schemas.microsoft.com/office/drawing/2014/main" id="{68AAF957-E800-4CDE-BBCD-1A877764E9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43213" y="6021388"/>
            <a:ext cx="3457575" cy="503237"/>
          </a:xfrm>
          <a:prstGeom prst="actionButtonForwardNext">
            <a:avLst/>
          </a:prstGeom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s-ES" altLang="es-ES"/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afterEffect">
                                  <p:stCondLst>
                                    <p:cond delay="4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348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824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9" name="Rectangle 4">
            <a:extLst>
              <a:ext uri="{FF2B5EF4-FFF2-40B4-BE49-F238E27FC236}">
                <a16:creationId xmlns:a16="http://schemas.microsoft.com/office/drawing/2014/main" id="{8BC0B83C-F03F-492C-9455-CDFBB43CFA9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s-ES" altLang="es-ES">
                <a:solidFill>
                  <a:srgbClr val="990033"/>
                </a:solidFill>
              </a:rPr>
              <a:t>PEZ</a:t>
            </a:r>
          </a:p>
        </p:txBody>
      </p:sp>
      <p:graphicFrame>
        <p:nvGraphicFramePr>
          <p:cNvPr id="19458" name="Object 6">
            <a:hlinkClick r:id="" action="ppaction://ole?verb=0"/>
            <a:extLst>
              <a:ext uri="{FF2B5EF4-FFF2-40B4-BE49-F238E27FC236}">
                <a16:creationId xmlns:a16="http://schemas.microsoft.com/office/drawing/2014/main" id="{837B83D6-9137-4D9C-BFC5-E7EE100B6527}"/>
              </a:ext>
            </a:extLst>
          </p:cNvPr>
          <p:cNvGraphicFramePr>
            <a:graphicFrameLocks noGrp="1" noChangeAspect="1"/>
          </p:cNvGraphicFramePr>
          <p:nvPr>
            <p:ph sz="half" idx="2"/>
          </p:nvPr>
        </p:nvGraphicFramePr>
        <p:xfrm>
          <a:off x="7092950" y="5229225"/>
          <a:ext cx="447675" cy="447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63" name="Doc. de Grabadora de sonidos" r:id="rId4" imgW="304520" imgH="304520" progId="SoundRec">
                  <p:embed/>
                </p:oleObj>
              </mc:Choice>
              <mc:Fallback>
                <p:oleObj name="Doc. de Grabadora de sonidos" r:id="rId4" imgW="304520" imgH="304520" progId="SoundRec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92950" y="5229225"/>
                        <a:ext cx="447675" cy="4476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9460" name="Picture 7" descr="PEZ">
            <a:extLst>
              <a:ext uri="{FF2B5EF4-FFF2-40B4-BE49-F238E27FC236}">
                <a16:creationId xmlns:a16="http://schemas.microsoft.com/office/drawing/2014/main" id="{F878F483-F5A6-428D-B50D-C0F896FC8330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6">
            <a:lum bright="1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230438" y="1933575"/>
            <a:ext cx="4646612" cy="3727450"/>
          </a:xfrm>
          <a:noFill/>
        </p:spPr>
      </p:pic>
      <p:sp useBgFill="1">
        <p:nvSpPr>
          <p:cNvPr id="35848" name="AutoShape 8">
            <a:hlinkClick r:id="" action="ppaction://hlinkshowjump?jump=nextslide" highlightClick="1">
              <a:snd r:embed="rId7" name="breeze.wav"/>
            </a:hlinkClick>
            <a:extLst>
              <a:ext uri="{FF2B5EF4-FFF2-40B4-BE49-F238E27FC236}">
                <a16:creationId xmlns:a16="http://schemas.microsoft.com/office/drawing/2014/main" id="{061D38FD-F0D2-4111-844D-E5C69C29C4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43213" y="6021388"/>
            <a:ext cx="3457575" cy="503237"/>
          </a:xfrm>
          <a:prstGeom prst="actionButtonForwardNext">
            <a:avLst/>
          </a:prstGeom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s-ES" altLang="es-ES"/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afterEffect">
                                  <p:stCondLst>
                                    <p:cond delay="4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358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848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3" name="Rectangle 4">
            <a:extLst>
              <a:ext uri="{FF2B5EF4-FFF2-40B4-BE49-F238E27FC236}">
                <a16:creationId xmlns:a16="http://schemas.microsoft.com/office/drawing/2014/main" id="{F90ED405-3E1B-498D-836C-06623F01D5A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s-ES" altLang="es-ES">
                <a:solidFill>
                  <a:srgbClr val="990033"/>
                </a:solidFill>
              </a:rPr>
              <a:t>RANA</a:t>
            </a:r>
          </a:p>
        </p:txBody>
      </p:sp>
      <p:graphicFrame>
        <p:nvGraphicFramePr>
          <p:cNvPr id="20482" name="Object 6">
            <a:hlinkClick r:id="" action="ppaction://ole?verb=0"/>
            <a:extLst>
              <a:ext uri="{FF2B5EF4-FFF2-40B4-BE49-F238E27FC236}">
                <a16:creationId xmlns:a16="http://schemas.microsoft.com/office/drawing/2014/main" id="{EB1087CE-509E-4F78-827F-AC4A30065E2C}"/>
              </a:ext>
            </a:extLst>
          </p:cNvPr>
          <p:cNvGraphicFramePr>
            <a:graphicFrameLocks noGrp="1" noChangeAspect="1"/>
          </p:cNvGraphicFramePr>
          <p:nvPr>
            <p:ph sz="half" idx="2"/>
          </p:nvPr>
        </p:nvGraphicFramePr>
        <p:xfrm>
          <a:off x="7164388" y="5516563"/>
          <a:ext cx="433387" cy="433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87" name="Doc. de Grabadora de sonidos" r:id="rId4" imgW="304520" imgH="304520" progId="SoundRec">
                  <p:embed/>
                </p:oleObj>
              </mc:Choice>
              <mc:Fallback>
                <p:oleObj name="Doc. de Grabadora de sonidos" r:id="rId4" imgW="304520" imgH="304520" progId="SoundRec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64388" y="5516563"/>
                        <a:ext cx="433387" cy="4333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0484" name="Picture 7" descr="RANA">
            <a:extLst>
              <a:ext uri="{FF2B5EF4-FFF2-40B4-BE49-F238E27FC236}">
                <a16:creationId xmlns:a16="http://schemas.microsoft.com/office/drawing/2014/main" id="{BD72ACE5-48D1-4826-8CCE-196313FE3584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305050" y="1643063"/>
            <a:ext cx="4643438" cy="4298950"/>
          </a:xfrm>
          <a:noFill/>
        </p:spPr>
      </p:pic>
      <p:sp useBgFill="1">
        <p:nvSpPr>
          <p:cNvPr id="36872" name="AutoShape 8">
            <a:hlinkClick r:id="" action="ppaction://hlinkshowjump?jump=nextslide" highlightClick="1">
              <a:snd r:embed="rId7" name="breeze.wav"/>
            </a:hlinkClick>
            <a:extLst>
              <a:ext uri="{FF2B5EF4-FFF2-40B4-BE49-F238E27FC236}">
                <a16:creationId xmlns:a16="http://schemas.microsoft.com/office/drawing/2014/main" id="{2582A524-6A49-473C-BFB1-6CF207DCA4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43213" y="6021388"/>
            <a:ext cx="3457575" cy="503237"/>
          </a:xfrm>
          <a:prstGeom prst="actionButtonForwardNext">
            <a:avLst/>
          </a:prstGeom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s-ES" altLang="es-ES"/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afterEffect">
                                  <p:stCondLst>
                                    <p:cond delay="4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368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872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54" name="Picture 4" descr="RANA">
            <a:hlinkClick r:id="" action="ppaction://noaction">
              <a:snd r:embed="rId3" name="RANA.wav"/>
            </a:hlinkClick>
            <a:extLst>
              <a:ext uri="{FF2B5EF4-FFF2-40B4-BE49-F238E27FC236}">
                <a16:creationId xmlns:a16="http://schemas.microsoft.com/office/drawing/2014/main" id="{DAC25E17-B07F-4400-80FA-68C0C500B1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750" y="333375"/>
            <a:ext cx="2303463" cy="2132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3555" name="Picture 6" descr="PATO">
            <a:hlinkClick r:id="" action="ppaction://noaction">
              <a:snd r:embed="rId5" name="PATO.wav"/>
            </a:hlinkClick>
            <a:extLst>
              <a:ext uri="{FF2B5EF4-FFF2-40B4-BE49-F238E27FC236}">
                <a16:creationId xmlns:a16="http://schemas.microsoft.com/office/drawing/2014/main" id="{7A31BC18-67DA-410F-A487-B4FEFCE0FB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56325" y="574675"/>
            <a:ext cx="2447925" cy="2278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3556" name="Picture 7" descr="SALE">
            <a:hlinkClick r:id="" action="ppaction://noaction">
              <a:snd r:embed="rId7" name="OSO.wav"/>
            </a:hlinkClick>
            <a:extLst>
              <a:ext uri="{FF2B5EF4-FFF2-40B4-BE49-F238E27FC236}">
                <a16:creationId xmlns:a16="http://schemas.microsoft.com/office/drawing/2014/main" id="{DE5F6CB8-A867-47AB-8C08-35532AE3FB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855"/>
          <a:stretch>
            <a:fillRect/>
          </a:stretch>
        </p:blipFill>
        <p:spPr bwMode="auto">
          <a:xfrm>
            <a:off x="323850" y="2636838"/>
            <a:ext cx="2389188" cy="1909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3557" name="Picture 8" descr="MONO">
            <a:hlinkClick r:id="" action="ppaction://noaction">
              <a:snd r:embed="rId9" name="MONO.wav"/>
            </a:hlinkClick>
            <a:extLst>
              <a:ext uri="{FF2B5EF4-FFF2-40B4-BE49-F238E27FC236}">
                <a16:creationId xmlns:a16="http://schemas.microsoft.com/office/drawing/2014/main" id="{10C047DE-06F7-4006-9809-D0A8C899F3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lum bright="1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7675" y="3141663"/>
            <a:ext cx="2492375" cy="2808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3558" name="Picture 9" descr="LEON">
            <a:hlinkClick r:id="" action="ppaction://noaction">
              <a:snd r:embed="rId11" name="LEON.wav"/>
            </a:hlinkClick>
            <a:extLst>
              <a:ext uri="{FF2B5EF4-FFF2-40B4-BE49-F238E27FC236}">
                <a16:creationId xmlns:a16="http://schemas.microsoft.com/office/drawing/2014/main" id="{FD49CA4D-2197-4FAA-8ABB-BA7A2C825C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5963" y="3427413"/>
            <a:ext cx="3019425" cy="3097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3559" name="Picture 10" descr="PEZ">
            <a:hlinkClick r:id="" action="ppaction://noaction">
              <a:snd r:embed="rId13" name="PEZ.wav"/>
            </a:hlinkClick>
            <a:extLst>
              <a:ext uri="{FF2B5EF4-FFF2-40B4-BE49-F238E27FC236}">
                <a16:creationId xmlns:a16="http://schemas.microsoft.com/office/drawing/2014/main" id="{EA7C29E1-552C-4C13-A087-2E2D65529E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lum bright="1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288" y="4733925"/>
            <a:ext cx="2232025" cy="1790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3560" name="Picture 11" descr="GATO">
            <a:hlinkClick r:id="" action="ppaction://noaction">
              <a:snd r:embed="rId15" name="GATO.wav"/>
            </a:hlinkClick>
            <a:extLst>
              <a:ext uri="{FF2B5EF4-FFF2-40B4-BE49-F238E27FC236}">
                <a16:creationId xmlns:a16="http://schemas.microsoft.com/office/drawing/2014/main" id="{4E485760-B510-4CF7-8A19-409F338054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3575" y="188913"/>
            <a:ext cx="2601913" cy="2808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 useBgFill="1">
        <p:nvSpPr>
          <p:cNvPr id="48140" name="AutoShape 12">
            <a:hlinkClick r:id="" action="ppaction://hlinkshowjump?jump=nextslide" highlightClick="1">
              <a:snd r:embed="rId17" name="breeze.wav"/>
            </a:hlinkClick>
            <a:extLst>
              <a:ext uri="{FF2B5EF4-FFF2-40B4-BE49-F238E27FC236}">
                <a16:creationId xmlns:a16="http://schemas.microsoft.com/office/drawing/2014/main" id="{9CA27A2A-56FC-45C2-A8D0-7F59F27C5A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59113" y="6165850"/>
            <a:ext cx="2449512" cy="503238"/>
          </a:xfrm>
          <a:prstGeom prst="actionButtonForwardNext">
            <a:avLst/>
          </a:prstGeom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s-ES" altLang="es-ES"/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afterEffect">
                                  <p:stCondLst>
                                    <p:cond delay="7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48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140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578" name="AutoShape 2">
            <a:hlinkClick r:id="" action="ppaction://noaction" highlightClick="1">
              <a:snd r:embed="rId3" name="MONO.wav"/>
            </a:hlinkClick>
            <a:extLst>
              <a:ext uri="{FF2B5EF4-FFF2-40B4-BE49-F238E27FC236}">
                <a16:creationId xmlns:a16="http://schemas.microsoft.com/office/drawing/2014/main" id="{2FBBDA6A-190D-46F5-94A7-F7F7F51A79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4365625"/>
            <a:ext cx="2016125" cy="1152525"/>
          </a:xfrm>
          <a:prstGeom prst="actionButtonSound">
            <a:avLst/>
          </a:prstGeom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s-ES" altLang="es-ES"/>
          </a:p>
        </p:txBody>
      </p:sp>
      <p:pic>
        <p:nvPicPr>
          <p:cNvPr id="24579" name="Picture 3" descr="SALE">
            <a:hlinkClick r:id="" action="ppaction://noaction">
              <a:snd r:embed="rId4" name="OSO.wav"/>
            </a:hlinkClick>
            <a:extLst>
              <a:ext uri="{FF2B5EF4-FFF2-40B4-BE49-F238E27FC236}">
                <a16:creationId xmlns:a16="http://schemas.microsoft.com/office/drawing/2014/main" id="{FB8B3AA2-41B0-4275-B173-86B68B3403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855"/>
          <a:stretch>
            <a:fillRect/>
          </a:stretch>
        </p:blipFill>
        <p:spPr bwMode="auto">
          <a:xfrm>
            <a:off x="323850" y="1916113"/>
            <a:ext cx="2389188" cy="2232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4580" name="Picture 4" descr="MONO">
            <a:hlinkClick r:id="" action="ppaction://hlinkshowjump?jump=nextslide">
              <a:snd r:embed="rId3" name="MONO.wav"/>
            </a:hlinkClick>
            <a:extLst>
              <a:ext uri="{FF2B5EF4-FFF2-40B4-BE49-F238E27FC236}">
                <a16:creationId xmlns:a16="http://schemas.microsoft.com/office/drawing/2014/main" id="{5A257329-6FB8-4AF6-981F-B36CEE12AC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lum bright="1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7675" y="3141663"/>
            <a:ext cx="2492375" cy="2808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4581" name="Picture 5" descr="LEON">
            <a:hlinkClick r:id="" action="ppaction://noaction">
              <a:snd r:embed="rId7" name="LEON.wav"/>
            </a:hlinkClick>
            <a:extLst>
              <a:ext uri="{FF2B5EF4-FFF2-40B4-BE49-F238E27FC236}">
                <a16:creationId xmlns:a16="http://schemas.microsoft.com/office/drawing/2014/main" id="{20C8EBF5-B6F3-4A74-BA3C-910AFF6069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5963" y="2565400"/>
            <a:ext cx="3019425" cy="3097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advClick="0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602" name="AutoShape 2">
            <a:hlinkClick r:id="" action="ppaction://noaction" highlightClick="1">
              <a:snd r:embed="rId3" name="OSO.wav"/>
            </a:hlinkClick>
            <a:extLst>
              <a:ext uri="{FF2B5EF4-FFF2-40B4-BE49-F238E27FC236}">
                <a16:creationId xmlns:a16="http://schemas.microsoft.com/office/drawing/2014/main" id="{1E2FC497-4A05-43B8-B79B-20323DCDA7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32588" y="5084763"/>
            <a:ext cx="2016125" cy="1152525"/>
          </a:xfrm>
          <a:prstGeom prst="actionButtonSound">
            <a:avLst/>
          </a:prstGeom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s-ES" altLang="es-ES"/>
          </a:p>
        </p:txBody>
      </p:sp>
      <p:pic>
        <p:nvPicPr>
          <p:cNvPr id="25603" name="Picture 3" descr="PATO">
            <a:hlinkClick r:id="" action="ppaction://noaction">
              <a:snd r:embed="rId4" name="PATO.wav"/>
            </a:hlinkClick>
            <a:extLst>
              <a:ext uri="{FF2B5EF4-FFF2-40B4-BE49-F238E27FC236}">
                <a16:creationId xmlns:a16="http://schemas.microsoft.com/office/drawing/2014/main" id="{587A7258-4832-474B-A322-81F8AA676B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188" y="2636838"/>
            <a:ext cx="2447925" cy="2278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5604" name="Picture 4" descr="SALE">
            <a:hlinkClick r:id="" action="ppaction://hlinkshowjump?jump=nextslide">
              <a:snd r:embed="rId3" name="OSO.wav"/>
            </a:hlinkClick>
            <a:extLst>
              <a:ext uri="{FF2B5EF4-FFF2-40B4-BE49-F238E27FC236}">
                <a16:creationId xmlns:a16="http://schemas.microsoft.com/office/drawing/2014/main" id="{EF089947-AAF1-4B68-9AB1-C6C89F78F3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855"/>
          <a:stretch>
            <a:fillRect/>
          </a:stretch>
        </p:blipFill>
        <p:spPr bwMode="auto">
          <a:xfrm>
            <a:off x="5508625" y="765175"/>
            <a:ext cx="2389188" cy="2343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5605" name="Picture 5" descr="GATO">
            <a:hlinkClick r:id="" action="ppaction://noaction">
              <a:snd r:embed="rId7" name="GATO.wav"/>
            </a:hlinkClick>
            <a:extLst>
              <a:ext uri="{FF2B5EF4-FFF2-40B4-BE49-F238E27FC236}">
                <a16:creationId xmlns:a16="http://schemas.microsoft.com/office/drawing/2014/main" id="{8AC00265-71FA-4B51-BCB2-32E9D9C56B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51300" y="3789363"/>
            <a:ext cx="2401888" cy="2592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advClick="0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626" name="AutoShape 2">
            <a:hlinkClick r:id="" action="ppaction://noaction" highlightClick="1">
              <a:snd r:embed="rId3" name="GATO.wav"/>
            </a:hlinkClick>
            <a:extLst>
              <a:ext uri="{FF2B5EF4-FFF2-40B4-BE49-F238E27FC236}">
                <a16:creationId xmlns:a16="http://schemas.microsoft.com/office/drawing/2014/main" id="{AF396B49-BAD1-469D-AEEA-C27E2E6A84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2133600"/>
            <a:ext cx="2016125" cy="1152525"/>
          </a:xfrm>
          <a:prstGeom prst="actionButtonSound">
            <a:avLst/>
          </a:prstGeom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s-ES" altLang="es-ES"/>
          </a:p>
        </p:txBody>
      </p:sp>
      <p:pic>
        <p:nvPicPr>
          <p:cNvPr id="26627" name="Picture 3" descr="RANA">
            <a:hlinkClick r:id="" action="ppaction://noaction">
              <a:snd r:embed="rId4" name="RANA.wav"/>
            </a:hlinkClick>
            <a:extLst>
              <a:ext uri="{FF2B5EF4-FFF2-40B4-BE49-F238E27FC236}">
                <a16:creationId xmlns:a16="http://schemas.microsoft.com/office/drawing/2014/main" id="{943190B1-4EF0-48D2-A9BD-D00C098B53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750" y="3644900"/>
            <a:ext cx="2303463" cy="2132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6628" name="Picture 4" descr="PATO">
            <a:hlinkClick r:id="" action="ppaction://noaction">
              <a:snd r:embed="rId6" name="PATO.wav"/>
            </a:hlinkClick>
            <a:extLst>
              <a:ext uri="{FF2B5EF4-FFF2-40B4-BE49-F238E27FC236}">
                <a16:creationId xmlns:a16="http://schemas.microsoft.com/office/drawing/2014/main" id="{88C786D1-8DDD-4780-9C6C-7A4ED864A4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00788" y="3644900"/>
            <a:ext cx="2447925" cy="2278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6629" name="Picture 5" descr="GATO">
            <a:hlinkClick r:id="" action="ppaction://hlinkshowjump?jump=nextslide">
              <a:snd r:embed="rId3" name="GATO.wav"/>
            </a:hlinkClick>
            <a:extLst>
              <a:ext uri="{FF2B5EF4-FFF2-40B4-BE49-F238E27FC236}">
                <a16:creationId xmlns:a16="http://schemas.microsoft.com/office/drawing/2014/main" id="{4810C21C-6350-409E-9D59-6CCDE8618B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6600" y="2420938"/>
            <a:ext cx="2601913" cy="2808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advClick="0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650" name="AutoShape 2">
            <a:hlinkClick r:id="" action="ppaction://noaction" highlightClick="1">
              <a:snd r:embed="rId3" name="PATO.wav"/>
            </a:hlinkClick>
            <a:extLst>
              <a:ext uri="{FF2B5EF4-FFF2-40B4-BE49-F238E27FC236}">
                <a16:creationId xmlns:a16="http://schemas.microsoft.com/office/drawing/2014/main" id="{15F44CCD-1856-4DF9-8D45-AB66A8086E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92500" y="981075"/>
            <a:ext cx="2016125" cy="1152525"/>
          </a:xfrm>
          <a:prstGeom prst="actionButtonSound">
            <a:avLst/>
          </a:prstGeom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s-ES" altLang="es-ES"/>
          </a:p>
        </p:txBody>
      </p:sp>
      <p:pic>
        <p:nvPicPr>
          <p:cNvPr id="27651" name="Picture 3" descr="PATO">
            <a:hlinkClick r:id="" action="ppaction://hlinkshowjump?jump=nextslide">
              <a:snd r:embed="rId3" name="PATO.wav"/>
            </a:hlinkClick>
            <a:extLst>
              <a:ext uri="{FF2B5EF4-FFF2-40B4-BE49-F238E27FC236}">
                <a16:creationId xmlns:a16="http://schemas.microsoft.com/office/drawing/2014/main" id="{E76A75FF-E27B-48E2-B15D-BABACB48AC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19475" y="2997200"/>
            <a:ext cx="2447925" cy="2278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7652" name="Picture 4" descr="GATO">
            <a:hlinkClick r:id="" action="ppaction://noaction">
              <a:snd r:embed="rId5" name="GATO.wav"/>
            </a:hlinkClick>
            <a:extLst>
              <a:ext uri="{FF2B5EF4-FFF2-40B4-BE49-F238E27FC236}">
                <a16:creationId xmlns:a16="http://schemas.microsoft.com/office/drawing/2014/main" id="{3A19ABC6-9CBA-4AF0-8F3C-0DF3815FED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850" y="3644900"/>
            <a:ext cx="2601913" cy="2808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7653" name="Picture 5" descr="PEZ">
            <a:hlinkClick r:id="" action="ppaction://noaction">
              <a:snd r:embed="rId7" name="PEZ.wav"/>
            </a:hlinkClick>
            <a:extLst>
              <a:ext uri="{FF2B5EF4-FFF2-40B4-BE49-F238E27FC236}">
                <a16:creationId xmlns:a16="http://schemas.microsoft.com/office/drawing/2014/main" id="{1A86C986-CF24-418F-81B7-FF69E7856A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lum bright="1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72225" y="3644900"/>
            <a:ext cx="2232025" cy="1790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advClick="0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74" name="Picture 2" descr="JIRAFA">
            <a:hlinkClick r:id="" action="ppaction://noaction">
              <a:snd r:embed="rId3" name="jirafa.wav"/>
            </a:hlinkClick>
            <a:extLst>
              <a:ext uri="{FF2B5EF4-FFF2-40B4-BE49-F238E27FC236}">
                <a16:creationId xmlns:a16="http://schemas.microsoft.com/office/drawing/2014/main" id="{A1B6B327-D3BD-43DB-86AA-497833CA92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288" y="260350"/>
            <a:ext cx="2635250" cy="5111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8675" name="Picture 3" descr="JABALI">
            <a:hlinkClick r:id="" action="ppaction://noaction">
              <a:snd r:embed="rId5" name="jabali.wav"/>
            </a:hlinkClick>
            <a:extLst>
              <a:ext uri="{FF2B5EF4-FFF2-40B4-BE49-F238E27FC236}">
                <a16:creationId xmlns:a16="http://schemas.microsoft.com/office/drawing/2014/main" id="{DDEB8217-4C85-4560-978E-89942CBA57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19475" y="3213100"/>
            <a:ext cx="2160588" cy="1987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8676" name="Picture 4" descr="ELEFANTE">
            <a:hlinkClick r:id="" action="ppaction://noaction">
              <a:snd r:embed="rId7" name="elefante.wav"/>
            </a:hlinkClick>
            <a:extLst>
              <a:ext uri="{FF2B5EF4-FFF2-40B4-BE49-F238E27FC236}">
                <a16:creationId xmlns:a16="http://schemas.microsoft.com/office/drawing/2014/main" id="{1B1CB7E9-DC25-4661-B184-50FAD0B30A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0425" y="3141663"/>
            <a:ext cx="2513013" cy="3382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8677" name="Picture 5" descr="MARIPOSA">
            <a:hlinkClick r:id="" action="ppaction://hlinkshowjump?jump=nextslide">
              <a:snd r:embed="rId9" name="mariposa.wav"/>
            </a:hlinkClick>
            <a:extLst>
              <a:ext uri="{FF2B5EF4-FFF2-40B4-BE49-F238E27FC236}">
                <a16:creationId xmlns:a16="http://schemas.microsoft.com/office/drawing/2014/main" id="{E7E62FE4-7447-44D5-A84D-651240A8DC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lum bright="1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79838" y="260350"/>
            <a:ext cx="3097212" cy="2662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 useBgFill="1">
        <p:nvSpPr>
          <p:cNvPr id="28678" name="AutoShape 6">
            <a:hlinkClick r:id="" action="ppaction://noaction" highlightClick="1">
              <a:snd r:embed="rId9" name="mariposa.wav"/>
            </a:hlinkClick>
            <a:extLst>
              <a:ext uri="{FF2B5EF4-FFF2-40B4-BE49-F238E27FC236}">
                <a16:creationId xmlns:a16="http://schemas.microsoft.com/office/drawing/2014/main" id="{81275D76-C03D-411B-9381-131D09C6FD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92275" y="5516563"/>
            <a:ext cx="2016125" cy="1152525"/>
          </a:xfrm>
          <a:prstGeom prst="actionButtonSound">
            <a:avLst/>
          </a:prstGeom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s-ES" altLang="es-ES"/>
          </a:p>
        </p:txBody>
      </p:sp>
    </p:spTree>
  </p:cSld>
  <p:clrMapOvr>
    <a:masterClrMapping/>
  </p:clrMapOvr>
  <p:transition advClick="0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698" name="Picture 2" descr="JIRAFA">
            <a:hlinkClick r:id="" action="ppaction://noaction">
              <a:snd r:embed="rId3" name="jirafa.wav"/>
            </a:hlinkClick>
            <a:extLst>
              <a:ext uri="{FF2B5EF4-FFF2-40B4-BE49-F238E27FC236}">
                <a16:creationId xmlns:a16="http://schemas.microsoft.com/office/drawing/2014/main" id="{D91DAED3-05B0-42D0-B4B2-E45B22C84D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9363" y="909638"/>
            <a:ext cx="2635250" cy="5111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9699" name="Picture 3" descr="JABALI">
            <a:hlinkClick r:id="" action="ppaction://noaction">
              <a:snd r:embed="rId5" name="jabali.wav"/>
            </a:hlinkClick>
            <a:extLst>
              <a:ext uri="{FF2B5EF4-FFF2-40B4-BE49-F238E27FC236}">
                <a16:creationId xmlns:a16="http://schemas.microsoft.com/office/drawing/2014/main" id="{7001AFA0-0A8E-439F-90BF-6B528547A2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3575" y="4076700"/>
            <a:ext cx="2160588" cy="1987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9700" name="Picture 4" descr="ELEFANTE">
            <a:hlinkClick r:id="" action="ppaction://hlinkshowjump?jump=nextslide">
              <a:snd r:embed="rId7" name="elefante.wav"/>
            </a:hlinkClick>
            <a:extLst>
              <a:ext uri="{FF2B5EF4-FFF2-40B4-BE49-F238E27FC236}">
                <a16:creationId xmlns:a16="http://schemas.microsoft.com/office/drawing/2014/main" id="{99CDD57A-7346-4B1F-90DF-4D035F6A00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850" y="1484313"/>
            <a:ext cx="2513013" cy="3382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9701" name="Picture 5" descr="MARIPOSA">
            <a:hlinkClick r:id="" action="ppaction://noaction">
              <a:snd r:embed="rId9" name="mariposa.wav"/>
            </a:hlinkClick>
            <a:extLst>
              <a:ext uri="{FF2B5EF4-FFF2-40B4-BE49-F238E27FC236}">
                <a16:creationId xmlns:a16="http://schemas.microsoft.com/office/drawing/2014/main" id="{63A34743-797F-41F6-B997-A449ED3AB1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lum bright="1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9113" y="404813"/>
            <a:ext cx="3097212" cy="2662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 useBgFill="1">
        <p:nvSpPr>
          <p:cNvPr id="29702" name="AutoShape 6">
            <a:hlinkClick r:id="" action="ppaction://noaction" highlightClick="1">
              <a:snd r:embed="rId7" name="elefante.wav"/>
            </a:hlinkClick>
            <a:extLst>
              <a:ext uri="{FF2B5EF4-FFF2-40B4-BE49-F238E27FC236}">
                <a16:creationId xmlns:a16="http://schemas.microsoft.com/office/drawing/2014/main" id="{5D9DE959-0974-4383-859D-DFCAC6841D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288" y="5157788"/>
            <a:ext cx="2016125" cy="1152525"/>
          </a:xfrm>
          <a:prstGeom prst="actionButtonSound">
            <a:avLst/>
          </a:prstGeom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s-ES" altLang="es-ES"/>
          </a:p>
        </p:txBody>
      </p:sp>
    </p:spTree>
  </p:cSld>
  <p:clrMapOvr>
    <a:masterClrMapping/>
  </p:clrMapOvr>
  <p:transition advClick="0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22" name="Picture 2" descr="JIRAFA">
            <a:hlinkClick r:id="" action="ppaction://hlinkshowjump?jump=nextslide">
              <a:snd r:embed="rId3" name="jirafa.wav"/>
            </a:hlinkClick>
            <a:extLst>
              <a:ext uri="{FF2B5EF4-FFF2-40B4-BE49-F238E27FC236}">
                <a16:creationId xmlns:a16="http://schemas.microsoft.com/office/drawing/2014/main" id="{FF92858B-2628-42C0-BEF8-34577F698F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9113" y="765175"/>
            <a:ext cx="2635250" cy="5111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23" name="Picture 3" descr="JABALI">
            <a:hlinkClick r:id="" action="ppaction://noaction">
              <a:snd r:embed="rId5" name="jabali.wav"/>
            </a:hlinkClick>
            <a:extLst>
              <a:ext uri="{FF2B5EF4-FFF2-40B4-BE49-F238E27FC236}">
                <a16:creationId xmlns:a16="http://schemas.microsoft.com/office/drawing/2014/main" id="{B16D4568-431E-42A1-A5BA-50D53EB561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00788" y="4076700"/>
            <a:ext cx="2160587" cy="1987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24" name="Picture 4" descr="ELEFANTE">
            <a:hlinkClick r:id="" action="ppaction://noaction">
              <a:snd r:embed="rId7" name="elefante.wav"/>
            </a:hlinkClick>
            <a:extLst>
              <a:ext uri="{FF2B5EF4-FFF2-40B4-BE49-F238E27FC236}">
                <a16:creationId xmlns:a16="http://schemas.microsoft.com/office/drawing/2014/main" id="{A751115E-80DE-42A2-B4EC-673D6D8419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7400" y="476250"/>
            <a:ext cx="2513013" cy="3382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25" name="Picture 5" descr="MARIPOSA">
            <a:hlinkClick r:id="" action="ppaction://noaction">
              <a:snd r:embed="rId9" name="mariposa.wav"/>
            </a:hlinkClick>
            <a:extLst>
              <a:ext uri="{FF2B5EF4-FFF2-40B4-BE49-F238E27FC236}">
                <a16:creationId xmlns:a16="http://schemas.microsoft.com/office/drawing/2014/main" id="{73DD5A43-FD53-435A-8B4D-C31BD85659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lum bright="1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825" y="333375"/>
            <a:ext cx="2520950" cy="2166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 useBgFill="1">
        <p:nvSpPr>
          <p:cNvPr id="30726" name="AutoShape 6">
            <a:hlinkClick r:id="" action="ppaction://noaction" highlightClick="1">
              <a:snd r:embed="rId3" name="jirafa.wav"/>
            </a:hlinkClick>
            <a:extLst>
              <a:ext uri="{FF2B5EF4-FFF2-40B4-BE49-F238E27FC236}">
                <a16:creationId xmlns:a16="http://schemas.microsoft.com/office/drawing/2014/main" id="{6ACC7259-0537-4C6E-9D20-3508D76C7A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288" y="5229225"/>
            <a:ext cx="2016125" cy="1152525"/>
          </a:xfrm>
          <a:prstGeom prst="actionButtonSound">
            <a:avLst/>
          </a:prstGeom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s-ES" altLang="es-ES"/>
          </a:p>
        </p:txBody>
      </p:sp>
    </p:spTree>
  </p:cSld>
  <p:clrMapOvr>
    <a:masterClrMapping/>
  </p:clrMapOvr>
  <p:transition advClick="0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ext Box 4">
            <a:extLst>
              <a:ext uri="{FF2B5EF4-FFF2-40B4-BE49-F238E27FC236}">
                <a16:creationId xmlns:a16="http://schemas.microsoft.com/office/drawing/2014/main" id="{66EB3B90-52A5-4611-9D0F-02C960F6E4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11413" y="2995613"/>
            <a:ext cx="4465637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s-ES" altLang="es-ES" sz="4000">
                <a:solidFill>
                  <a:srgbClr val="990033"/>
                </a:solidFill>
              </a:rPr>
              <a:t>INICIO</a:t>
            </a:r>
          </a:p>
        </p:txBody>
      </p:sp>
      <p:sp useBgFill="1">
        <p:nvSpPr>
          <p:cNvPr id="31747" name="AutoShape 5">
            <a:hlinkClick r:id="" action="ppaction://hlinkshowjump?jump=firstslide" highlightClick="1">
              <a:snd r:embed="rId3" name="applause.wav"/>
            </a:hlinkClick>
            <a:extLst>
              <a:ext uri="{FF2B5EF4-FFF2-40B4-BE49-F238E27FC236}">
                <a16:creationId xmlns:a16="http://schemas.microsoft.com/office/drawing/2014/main" id="{A1159DD1-DEF7-4B78-9451-B147C1767D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51275" y="3932238"/>
            <a:ext cx="1584325" cy="1584325"/>
          </a:xfrm>
          <a:prstGeom prst="actionButtonBeginning">
            <a:avLst/>
          </a:prstGeom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s-ES" altLang="es-ES"/>
          </a:p>
        </p:txBody>
      </p:sp>
      <p:sp>
        <p:nvSpPr>
          <p:cNvPr id="31748" name="Text Box 6">
            <a:extLst>
              <a:ext uri="{FF2B5EF4-FFF2-40B4-BE49-F238E27FC236}">
                <a16:creationId xmlns:a16="http://schemas.microsoft.com/office/drawing/2014/main" id="{362D650A-981E-4512-97C9-7C1A5CAC87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4213" y="765175"/>
            <a:ext cx="381635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s-ES" altLang="es-ES" sz="4000">
                <a:solidFill>
                  <a:srgbClr val="990033"/>
                </a:solidFill>
              </a:rPr>
              <a:t>ESC  SALIR</a:t>
            </a:r>
          </a:p>
        </p:txBody>
      </p:sp>
    </p:spTree>
  </p:cSld>
  <p:clrMapOvr>
    <a:masterClrMapping/>
  </p:clrMapOvr>
  <p:transition advClick="0"/>
</p:sld>
</file>

<file path=ppt/theme/theme1.xml><?xml version="1.0" encoding="utf-8"?>
<a:theme xmlns:a="http://schemas.openxmlformats.org/drawingml/2006/main" name="Diseño predeterminado">
  <a:themeElements>
    <a:clrScheme name="Diseño predeterminad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iseño predeterminad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iseño predeterminad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90</TotalTime>
  <Words>55</Words>
  <Application>Microsoft Office PowerPoint</Application>
  <PresentationFormat>On-screen Show (4:3)</PresentationFormat>
  <Paragraphs>53</Paragraphs>
  <Slides>30</Slides>
  <Notes>30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1" baseType="lpstr">
      <vt:lpstr>Diseño predeterminado</vt:lpstr>
      <vt:lpstr>PowerPoint Presentation</vt:lpstr>
      <vt:lpstr>CERDO</vt:lpstr>
      <vt:lpstr>CONEJO</vt:lpstr>
      <vt:lpstr>ELEFANTE</vt:lpstr>
      <vt:lpstr>FOCA</vt:lpstr>
      <vt:lpstr>GALLINA</vt:lpstr>
      <vt:lpstr>GATO</vt:lpstr>
      <vt:lpstr>GUSANO</vt:lpstr>
      <vt:lpstr>JABALÍ</vt:lpstr>
      <vt:lpstr>JIRAFA</vt:lpstr>
      <vt:lpstr>LEÓN</vt:lpstr>
      <vt:lpstr>MARIPOSA</vt:lpstr>
      <vt:lpstr>MONO</vt:lpstr>
      <vt:lpstr>MOSCA</vt:lpstr>
      <vt:lpstr>MULA</vt:lpstr>
      <vt:lpstr>OSO</vt:lpstr>
      <vt:lpstr>PÁJARO</vt:lpstr>
      <vt:lpstr>PATO</vt:lpstr>
      <vt:lpstr>PERRO</vt:lpstr>
      <vt:lpstr>PEZ</vt:lpstr>
      <vt:lpstr>RANA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dga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Diapositiva 1</dc:title>
  <dc:creator>ALBERTO ABARCA</dc:creator>
  <cp:lastModifiedBy>Usuario de Windows</cp:lastModifiedBy>
  <cp:revision>19</cp:revision>
  <dcterms:created xsi:type="dcterms:W3CDTF">2008-05-27T16:33:58Z</dcterms:created>
  <dcterms:modified xsi:type="dcterms:W3CDTF">2020-06-02T04:40:34Z</dcterms:modified>
</cp:coreProperties>
</file>