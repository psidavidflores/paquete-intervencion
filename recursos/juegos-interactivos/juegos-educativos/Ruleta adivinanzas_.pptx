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12192000"/>
  <p:notesSz cx="6858000" cy="9144000"/>
  <p:embeddedFontLst>
    <p:embeddedFont>
      <p:font typeface="Century Gothic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51" roundtripDataSignature="AMtx7mg0/nArXT26124R2ysqDLT7pkuo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CenturyGothic-bold.fntdata"/><Relationship Id="rId47" Type="http://schemas.openxmlformats.org/officeDocument/2006/relationships/font" Target="fonts/CenturyGothic-regular.fntdata"/><Relationship Id="rId49" Type="http://schemas.openxmlformats.org/officeDocument/2006/relationships/font" Target="fonts/CenturyGothic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CenturyGothic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5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5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5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6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2"/>
          <p:cNvSpPr txBox="1"/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5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3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3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3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4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54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4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4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5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5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65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5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5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6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6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66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6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6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7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7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67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67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67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67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7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67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8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6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6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6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9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6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69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9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9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70"/>
          <p:cNvSpPr/>
          <p:nvPr>
            <p:ph idx="2" type="pic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7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70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0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0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1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7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7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7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7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2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72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7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7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7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1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51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51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51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Relationship Id="rId4" Type="http://schemas.openxmlformats.org/officeDocument/2006/relationships/image" Target="../media/image1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Relationship Id="rId4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jpg"/><Relationship Id="rId4" Type="http://schemas.openxmlformats.org/officeDocument/2006/relationships/image" Target="../media/image2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Relationship Id="rId4" Type="http://schemas.openxmlformats.org/officeDocument/2006/relationships/image" Target="../media/image3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jpg"/><Relationship Id="rId4" Type="http://schemas.openxmlformats.org/officeDocument/2006/relationships/image" Target="../media/image4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jpg"/><Relationship Id="rId4" Type="http://schemas.openxmlformats.org/officeDocument/2006/relationships/image" Target="../media/image2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jpg"/><Relationship Id="rId4" Type="http://schemas.openxmlformats.org/officeDocument/2006/relationships/image" Target="../media/image28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jpg"/><Relationship Id="rId4" Type="http://schemas.openxmlformats.org/officeDocument/2006/relationships/image" Target="../media/image3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jpg"/><Relationship Id="rId4" Type="http://schemas.openxmlformats.org/officeDocument/2006/relationships/image" Target="../media/image3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jpg"/><Relationship Id="rId4" Type="http://schemas.openxmlformats.org/officeDocument/2006/relationships/image" Target="../media/image29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jpg"/><Relationship Id="rId4" Type="http://schemas.openxmlformats.org/officeDocument/2006/relationships/image" Target="../media/image3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jpg"/><Relationship Id="rId4" Type="http://schemas.openxmlformats.org/officeDocument/2006/relationships/image" Target="../media/image2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jpg"/><Relationship Id="rId4" Type="http://schemas.openxmlformats.org/officeDocument/2006/relationships/image" Target="../media/image3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jpg"/><Relationship Id="rId4" Type="http://schemas.openxmlformats.org/officeDocument/2006/relationships/image" Target="../media/image37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jpg"/><Relationship Id="rId4" Type="http://schemas.openxmlformats.org/officeDocument/2006/relationships/image" Target="../media/image24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9.jpg"/><Relationship Id="rId4" Type="http://schemas.openxmlformats.org/officeDocument/2006/relationships/image" Target="../media/image2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jpg"/><Relationship Id="rId4" Type="http://schemas.openxmlformats.org/officeDocument/2006/relationships/image" Target="../media/image38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jpg"/><Relationship Id="rId4" Type="http://schemas.openxmlformats.org/officeDocument/2006/relationships/image" Target="../media/image4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jpg"/><Relationship Id="rId4" Type="http://schemas.openxmlformats.org/officeDocument/2006/relationships/image" Target="../media/image3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jpg"/><Relationship Id="rId4" Type="http://schemas.openxmlformats.org/officeDocument/2006/relationships/image" Target="../media/image2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jpg"/><Relationship Id="rId4" Type="http://schemas.openxmlformats.org/officeDocument/2006/relationships/image" Target="../media/image34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jpg"/><Relationship Id="rId4" Type="http://schemas.openxmlformats.org/officeDocument/2006/relationships/image" Target="../media/image4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9.jpg"/><Relationship Id="rId4" Type="http://schemas.openxmlformats.org/officeDocument/2006/relationships/image" Target="../media/image39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>
            <p:ph type="ctrTitle"/>
          </p:nvPr>
        </p:nvSpPr>
        <p:spPr>
          <a:xfrm>
            <a:off x="914400" y="1122363"/>
            <a:ext cx="10363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65" name="Google Shape;1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200"/>
            <a:ext cx="12191999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"/>
          <p:cNvSpPr txBox="1"/>
          <p:nvPr/>
        </p:nvSpPr>
        <p:spPr>
          <a:xfrm>
            <a:off x="2369128" y="2047003"/>
            <a:ext cx="7155872" cy="26776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MX" sz="6000" u="none" cap="none" strike="noStrike">
                <a:solidFill>
                  <a:srgbClr val="FF1010"/>
                </a:solidFill>
                <a:latin typeface="Arial"/>
                <a:ea typeface="Arial"/>
                <a:cs typeface="Arial"/>
                <a:sym typeface="Arial"/>
              </a:rPr>
              <a:t>Emocionanzas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s-MX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Adivina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s-MX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emoción 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"/>
          <p:cNvSpPr txBox="1"/>
          <p:nvPr/>
        </p:nvSpPr>
        <p:spPr>
          <a:xfrm>
            <a:off x="2999510" y="674400"/>
            <a:ext cx="6192981" cy="550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 cuerpo se hace chiquito.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Tus ojos comienzan a lagrimear.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Sólo tienes ganas de estar solito.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alguien te venga a abrazar.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 txBox="1"/>
          <p:nvPr/>
        </p:nvSpPr>
        <p:spPr>
          <a:xfrm>
            <a:off x="1733400" y="2280500"/>
            <a:ext cx="87252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s-MX" sz="6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  emoción</a:t>
            </a:r>
            <a:r>
              <a:rPr b="1" lang="es-MX" sz="6600"/>
              <a:t> </a:t>
            </a:r>
            <a:r>
              <a:rPr b="1" i="0" lang="es-MX" sz="6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es? 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7"/>
          <p:cNvSpPr txBox="1"/>
          <p:nvPr/>
        </p:nvSpPr>
        <p:spPr>
          <a:xfrm>
            <a:off x="2902528" y="445946"/>
            <a:ext cx="6192981" cy="11079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s-MX" sz="6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TRISTEZA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2214" y="1642689"/>
            <a:ext cx="4587966" cy="535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85124" y="1963293"/>
            <a:ext cx="4087090" cy="4939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 txBox="1"/>
          <p:nvPr/>
        </p:nvSpPr>
        <p:spPr>
          <a:xfrm>
            <a:off x="2698174" y="1012954"/>
            <a:ext cx="6795600" cy="415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 cara se pone roja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 ojos se empiezan a agrandar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Cuando me siento así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quiero golpear cosas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mi cuerpo tenso está.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 txBox="1"/>
          <p:nvPr/>
        </p:nvSpPr>
        <p:spPr>
          <a:xfrm>
            <a:off x="2999510" y="2367171"/>
            <a:ext cx="6192981" cy="21236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s-MX" sz="6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emoción es? 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 txBox="1"/>
          <p:nvPr/>
        </p:nvSpPr>
        <p:spPr>
          <a:xfrm>
            <a:off x="2698174" y="292518"/>
            <a:ext cx="6795655" cy="11079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s-MX" sz="6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ENOJO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4726" y="1973970"/>
            <a:ext cx="4005372" cy="4932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4254" y="2078178"/>
            <a:ext cx="5703023" cy="489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 txBox="1"/>
          <p:nvPr/>
        </p:nvSpPr>
        <p:spPr>
          <a:xfrm>
            <a:off x="2698173" y="1012954"/>
            <a:ext cx="6795655" cy="48320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tu cara se dibuja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sonrisa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tus ojos empiezan a brillar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sientes cuando algo bonito ocurre, y lo quieres celebrar.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 txBox="1"/>
          <p:nvPr/>
        </p:nvSpPr>
        <p:spPr>
          <a:xfrm>
            <a:off x="2999510" y="2367171"/>
            <a:ext cx="6192981" cy="21236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s-MX" sz="6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emoción es? 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3"/>
          <p:cNvSpPr txBox="1"/>
          <p:nvPr/>
        </p:nvSpPr>
        <p:spPr>
          <a:xfrm>
            <a:off x="2698173" y="431063"/>
            <a:ext cx="6795655" cy="11079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s-MX" sz="6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ALEGRÍA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8821" y="2466109"/>
            <a:ext cx="5448472" cy="456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5254" y="1264377"/>
            <a:ext cx="4188575" cy="5777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4"/>
          <p:cNvSpPr txBox="1"/>
          <p:nvPr/>
        </p:nvSpPr>
        <p:spPr>
          <a:xfrm>
            <a:off x="2698173" y="1351508"/>
            <a:ext cx="6795655" cy="41549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las noches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 hace temblar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oyes un ruido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sueño te quitará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s-MX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con la luz prendida querrás descansar.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5"/>
          <p:cNvSpPr txBox="1"/>
          <p:nvPr/>
        </p:nvSpPr>
        <p:spPr>
          <a:xfrm>
            <a:off x="2999510" y="2367171"/>
            <a:ext cx="6192981" cy="21236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s-MX" sz="6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emoción es? 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6"/>
          <p:cNvSpPr txBox="1"/>
          <p:nvPr/>
        </p:nvSpPr>
        <p:spPr>
          <a:xfrm>
            <a:off x="2698173" y="187727"/>
            <a:ext cx="6795655" cy="11079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s-MX" sz="6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MIEDO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319" y="1567669"/>
            <a:ext cx="4657045" cy="5279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5165" y="1226075"/>
            <a:ext cx="4451052" cy="5646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7"/>
          <p:cNvSpPr txBox="1"/>
          <p:nvPr/>
        </p:nvSpPr>
        <p:spPr>
          <a:xfrm>
            <a:off x="2573482" y="783472"/>
            <a:ext cx="6795655" cy="563231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 sientes cuando algo detestas,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cuando hay algún mal olor, también un sabor.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 sientes con lo que apesta,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nunca soy amable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MX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porque soy poco agradable.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8"/>
          <p:cNvSpPr txBox="1"/>
          <p:nvPr/>
        </p:nvSpPr>
        <p:spPr>
          <a:xfrm>
            <a:off x="2999510" y="2367171"/>
            <a:ext cx="6192981" cy="21236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s-MX" sz="6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emoción es? 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9"/>
          <p:cNvSpPr txBox="1"/>
          <p:nvPr/>
        </p:nvSpPr>
        <p:spPr>
          <a:xfrm>
            <a:off x="2698173" y="187727"/>
            <a:ext cx="6795655" cy="11079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s-MX" sz="6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ASCO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1" y="2460795"/>
            <a:ext cx="5153891" cy="43972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er las imágenes de origen" id="266" name="Google Shape;2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5999" y="2078181"/>
            <a:ext cx="4779819" cy="477982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9">
            <a:hlinkClick action="ppaction://hlinkshowjump?jump=firstslide"/>
          </p:cNvPr>
          <p:cNvSpPr/>
          <p:nvPr/>
        </p:nvSpPr>
        <p:spPr>
          <a:xfrm>
            <a:off x="9707671" y="59457"/>
            <a:ext cx="2285956" cy="75190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MX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Regresar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8672" y="144012"/>
            <a:ext cx="6514657" cy="6491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9326" y="113979"/>
            <a:ext cx="6636638" cy="6613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0948" y="126088"/>
            <a:ext cx="6661009" cy="661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9327" y="90550"/>
            <a:ext cx="6587378" cy="6610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6209" y="97457"/>
            <a:ext cx="6639583" cy="6663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9979" y="182880"/>
            <a:ext cx="6492239" cy="6492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7704" y="192161"/>
            <a:ext cx="6492798" cy="646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4011" y="169877"/>
            <a:ext cx="6472423" cy="6518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5349" y="136694"/>
            <a:ext cx="6561302" cy="6584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6263" y="128451"/>
            <a:ext cx="6585857" cy="6585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1759" y="112631"/>
            <a:ext cx="6539483" cy="6632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0321" y="247106"/>
            <a:ext cx="6363787" cy="636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116671"/>
            <a:ext cx="6535397" cy="655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2390" y="92014"/>
            <a:ext cx="6627790" cy="6674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0766" y="159287"/>
            <a:ext cx="6460049" cy="6528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5635" y="195944"/>
            <a:ext cx="6376850" cy="63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9509" y="196792"/>
            <a:ext cx="6396249" cy="6464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2571" y="169111"/>
            <a:ext cx="6470042" cy="6492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9278" y="2857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7266" y="168182"/>
            <a:ext cx="6544639" cy="6521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7076" y="159979"/>
            <a:ext cx="6492240" cy="6538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1577" y="195943"/>
            <a:ext cx="6507479" cy="6507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0766" y="182880"/>
            <a:ext cx="6492844" cy="6469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5451" y="235131"/>
            <a:ext cx="6480520" cy="6549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6891" y="195943"/>
            <a:ext cx="6430801" cy="6453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6754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3089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911" y="0"/>
            <a:ext cx="485308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6"/>
          <p:cNvSpPr txBox="1"/>
          <p:nvPr/>
        </p:nvSpPr>
        <p:spPr>
          <a:xfrm>
            <a:off x="3670662" y="1267098"/>
            <a:ext cx="6531904" cy="74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00"/>
              <a:buFont typeface="Arial"/>
              <a:buNone/>
            </a:pPr>
            <a:r>
              <a:rPr b="0" i="0" lang="es-MX" sz="239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FIN…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