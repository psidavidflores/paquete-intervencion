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545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361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138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905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399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558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848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452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659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262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2BB0A-E277-4B0D-A1DD-5747EE199EC1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173A0-53C2-4F24-90D4-E2D93D476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022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834564" y="566612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47024"/>
            <a:ext cx="2216816" cy="358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2636912"/>
            <a:ext cx="5272016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12 Imagen" descr="Imagen relacionada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12" b="57442"/>
          <a:stretch/>
        </p:blipFill>
        <p:spPr bwMode="auto">
          <a:xfrm>
            <a:off x="7308304" y="1885578"/>
            <a:ext cx="1153222" cy="15434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971600" y="1489942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Dibuja bolitas según el número indicado.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30076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2780928"/>
            <a:ext cx="5272016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8 Imagen" descr="Imagen relacionada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0" r="57215" b="57668"/>
          <a:stretch/>
        </p:blipFill>
        <p:spPr bwMode="auto">
          <a:xfrm>
            <a:off x="7380184" y="1844742"/>
            <a:ext cx="1095375" cy="17811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5361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7300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2708920"/>
            <a:ext cx="527201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7 Imagen" descr="Imagen relacionada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6" r="37182" b="58574"/>
          <a:stretch/>
        </p:blipFill>
        <p:spPr bwMode="auto">
          <a:xfrm>
            <a:off x="7020272" y="1684645"/>
            <a:ext cx="1200150" cy="17430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8422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2996952"/>
            <a:ext cx="5272016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7" r="19148" b="56867"/>
          <a:stretch/>
        </p:blipFill>
        <p:spPr bwMode="auto">
          <a:xfrm>
            <a:off x="7236296" y="1858888"/>
            <a:ext cx="1091640" cy="18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3212976"/>
            <a:ext cx="5121845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75" r="75303" b="16065"/>
          <a:stretch/>
        </p:blipFill>
        <p:spPr bwMode="auto">
          <a:xfrm>
            <a:off x="6948264" y="1897131"/>
            <a:ext cx="1397481" cy="172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09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3140968"/>
            <a:ext cx="5121845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 t="41681" r="56083" b="16639"/>
          <a:stretch/>
        </p:blipFill>
        <p:spPr bwMode="auto">
          <a:xfrm>
            <a:off x="7255534" y="1823426"/>
            <a:ext cx="1233054" cy="206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594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3089564"/>
            <a:ext cx="5121845" cy="300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22443" y="729522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3314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16" b="56982"/>
          <a:stretch/>
        </p:blipFill>
        <p:spPr bwMode="auto">
          <a:xfrm>
            <a:off x="7373532" y="1665784"/>
            <a:ext cx="1118795" cy="198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83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45568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996952"/>
            <a:ext cx="5429757" cy="309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78" t="41457" r="40553" b="17085"/>
          <a:stretch/>
        </p:blipFill>
        <p:spPr bwMode="auto">
          <a:xfrm>
            <a:off x="7220590" y="1839155"/>
            <a:ext cx="1256101" cy="187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18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32" y="2492896"/>
            <a:ext cx="5272016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56" t="41501" r="25191" b="16998"/>
          <a:stretch/>
        </p:blipFill>
        <p:spPr bwMode="auto">
          <a:xfrm>
            <a:off x="7214794" y="1872335"/>
            <a:ext cx="1260765" cy="145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99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68" y="1988840"/>
            <a:ext cx="1815632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348880"/>
            <a:ext cx="5832648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806499" y="764704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3" t="41604" b="18747"/>
          <a:stretch/>
        </p:blipFill>
        <p:spPr bwMode="auto">
          <a:xfrm>
            <a:off x="7294496" y="1688035"/>
            <a:ext cx="1281887" cy="152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08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75" y="2235549"/>
            <a:ext cx="1922109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424" y="2409370"/>
            <a:ext cx="5976664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05675" y="980728"/>
            <a:ext cx="7769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8" name="7 Imagen" descr="Imagen relacionada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0" r="57215" b="57668"/>
          <a:stretch/>
        </p:blipFill>
        <p:spPr bwMode="auto">
          <a:xfrm>
            <a:off x="7380184" y="1904058"/>
            <a:ext cx="1095375" cy="152494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9602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8" name="7 Imagen" descr="Imagen relacionada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6" r="37182" b="58574"/>
          <a:stretch/>
        </p:blipFill>
        <p:spPr bwMode="auto">
          <a:xfrm>
            <a:off x="7524327" y="1650187"/>
            <a:ext cx="1080119" cy="17430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096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7" r="19148" b="56867"/>
          <a:stretch/>
        </p:blipFill>
        <p:spPr bwMode="auto">
          <a:xfrm>
            <a:off x="7512807" y="1584710"/>
            <a:ext cx="1091640" cy="18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645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75" r="75303" b="16065"/>
          <a:stretch/>
        </p:blipFill>
        <p:spPr bwMode="auto">
          <a:xfrm>
            <a:off x="7235807" y="1483966"/>
            <a:ext cx="1397481" cy="172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806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 t="41681" r="56083" b="16639"/>
          <a:stretch/>
        </p:blipFill>
        <p:spPr bwMode="auto">
          <a:xfrm>
            <a:off x="7505833" y="1556793"/>
            <a:ext cx="1032019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681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16" b="56982"/>
          <a:stretch/>
        </p:blipFill>
        <p:spPr bwMode="auto">
          <a:xfrm>
            <a:off x="7660905" y="1665785"/>
            <a:ext cx="831422" cy="147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264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78" t="41457" r="40553" b="17085"/>
          <a:stretch/>
        </p:blipFill>
        <p:spPr bwMode="auto">
          <a:xfrm>
            <a:off x="7429006" y="1526385"/>
            <a:ext cx="1175441" cy="175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34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56" t="41501" r="25191" b="16998"/>
          <a:stretch/>
        </p:blipFill>
        <p:spPr bwMode="auto">
          <a:xfrm>
            <a:off x="7214794" y="1708424"/>
            <a:ext cx="1260765" cy="145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59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bande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32" y="2348880"/>
            <a:ext cx="548521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3" t="41604" b="18747"/>
          <a:stretch/>
        </p:blipFill>
        <p:spPr bwMode="auto">
          <a:xfrm>
            <a:off x="7294496" y="1688035"/>
            <a:ext cx="1281887" cy="152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021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75" y="198445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7 Imagen" descr="Imagen relacionada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12" b="57442"/>
          <a:stretch/>
        </p:blipFill>
        <p:spPr bwMode="auto">
          <a:xfrm>
            <a:off x="7402140" y="1525595"/>
            <a:ext cx="601701" cy="11833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8 Imagen" descr="Imagen relacionada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12" b="57442"/>
          <a:stretch/>
        </p:blipFill>
        <p:spPr bwMode="auto">
          <a:xfrm>
            <a:off x="8003841" y="1525595"/>
            <a:ext cx="577158" cy="11833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9 Elipse"/>
          <p:cNvSpPr/>
          <p:nvPr/>
        </p:nvSpPr>
        <p:spPr>
          <a:xfrm>
            <a:off x="2915816" y="196366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445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15816" y="196366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19" y="1556793"/>
            <a:ext cx="1263828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64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49" y="2097506"/>
            <a:ext cx="2215863" cy="358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771800" y="1984450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50" name="Picture 2" descr="Resultado de imagen para dibujo numero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811" y="1484784"/>
            <a:ext cx="1088343" cy="132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680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15816" y="196366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074" name="Picture 2" descr="Resultado de imagen para dibujo numero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700" y="1607495"/>
            <a:ext cx="1249747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527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15816" y="196366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098" name="Picture 2" descr="Resultado de imagen para dibujo numero 1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9" t="9700" r="9696" b="15827"/>
          <a:stretch/>
        </p:blipFill>
        <p:spPr bwMode="auto">
          <a:xfrm>
            <a:off x="7426552" y="1556793"/>
            <a:ext cx="1102621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424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3119232" y="1934146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 descr="Resultado de imagen para dibujo numero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41" y="1636143"/>
            <a:ext cx="1092731" cy="81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85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11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67249" y="196366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146" name="Picture 2" descr="Resultado de imagen para dibujo numero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1686577"/>
            <a:ext cx="992177" cy="99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331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15816" y="1844824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467" y="1671057"/>
            <a:ext cx="1191031" cy="89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017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" y="2233170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6 Elipse"/>
          <p:cNvSpPr/>
          <p:nvPr/>
        </p:nvSpPr>
        <p:spPr>
          <a:xfrm>
            <a:off x="2915816" y="1844824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2" name="Picture 4" descr="Resultado de imagen para dibujo numero 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660" y="1688034"/>
            <a:ext cx="1120787" cy="84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354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Resultado de imagen para dibujo de panade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75" y="2174209"/>
            <a:ext cx="2376264" cy="384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Elipse"/>
          <p:cNvSpPr/>
          <p:nvPr/>
        </p:nvSpPr>
        <p:spPr>
          <a:xfrm>
            <a:off x="2915815" y="2039458"/>
            <a:ext cx="5053167" cy="41172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"/>
          <p:cNvSpPr/>
          <p:nvPr/>
        </p:nvSpPr>
        <p:spPr>
          <a:xfrm>
            <a:off x="705675" y="764704"/>
            <a:ext cx="78987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Aprendiendo los números 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9218" name="Picture 2" descr="Resultado de imagen para dibujo numero 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397" y="1617807"/>
            <a:ext cx="1265170" cy="94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117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96</Words>
  <Application>Microsoft Office PowerPoint</Application>
  <PresentationFormat>Presentación en pantalla (4:3)</PresentationFormat>
  <Paragraphs>30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2019-03-29T01:31:59Z</dcterms:created>
  <dcterms:modified xsi:type="dcterms:W3CDTF">2019-06-18T02:03:23Z</dcterms:modified>
</cp:coreProperties>
</file>