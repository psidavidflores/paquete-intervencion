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57" r:id="rId4"/>
    <p:sldId id="263" r:id="rId5"/>
    <p:sldId id="264" r:id="rId6"/>
    <p:sldId id="265" r:id="rId7"/>
    <p:sldId id="266" r:id="rId8"/>
    <p:sldId id="269" r:id="rId9"/>
    <p:sldId id="270" r:id="rId10"/>
    <p:sldId id="260" r:id="rId11"/>
    <p:sldId id="271" r:id="rId12"/>
    <p:sldId id="272" r:id="rId13"/>
    <p:sldId id="273" r:id="rId14"/>
    <p:sldId id="262" r:id="rId15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F4BDBF1-2B25-4F2D-A5C1-C8640C8C761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935C128-3FB8-4FA1-B6DB-E935B86986D5}" type="slidenum">
              <a:rPr lang="es-CL" smtClean="0"/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2" name="Picture 8" descr="Resultado de imagen para borde de frut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02"/>
            <a:ext cx="9144000" cy="6841798"/>
          </a:xfrm>
          <a:prstGeom prst="rect">
            <a:avLst/>
          </a:prstGeom>
          <a:noFill/>
          <a:ln w="7620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066575" y="2967335"/>
            <a:ext cx="501086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6000" b="1" cap="none" spc="0" dirty="0" smtClean="0">
                <a:ln w="11430"/>
                <a:latin typeface="Script MT Bold" pitchFamily="66" charset="0"/>
              </a:rPr>
              <a:t>Vida Saludable</a:t>
            </a:r>
            <a:endParaRPr lang="es-ES" sz="6000" b="1" cap="none" spc="0" dirty="0">
              <a:ln w="11430"/>
              <a:latin typeface="Script MT Bold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13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5" y="2492896"/>
            <a:ext cx="8279385" cy="408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56" y="404664"/>
            <a:ext cx="6988516" cy="184665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ooper Black" pitchFamily="18" charset="0"/>
                <a:cs typeface="Arial" pitchFamily="34" charset="0"/>
              </a:rPr>
              <a:t>Vida Saludable </a:t>
            </a:r>
            <a:endParaRPr lang="es-ES" sz="54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Cooper Black" pitchFamily="18" charset="0"/>
              <a:cs typeface="Arial" pitchFamily="34" charset="0"/>
            </a:endParaRPr>
          </a:p>
          <a:p>
            <a:pPr algn="ctr"/>
            <a:r>
              <a:rPr lang="es-ES" sz="20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Cooper Black" pitchFamily="18" charset="0"/>
                <a:cs typeface="Arial" pitchFamily="34" charset="0"/>
              </a:rPr>
              <a:t>Objetivo de aprendizaje: </a:t>
            </a:r>
          </a:p>
          <a:p>
            <a:pPr algn="ctr"/>
            <a:endParaRPr lang="es-ES" sz="2000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effectLst>
                <a:reflection blurRad="12700" stA="28000" endPos="45000" dist="1000" dir="5400000" sy="-100000" algn="bl" rotWithShape="0"/>
              </a:effectLst>
              <a:latin typeface="Cooper Black" pitchFamily="18" charset="0"/>
              <a:cs typeface="Arial" pitchFamily="34" charset="0"/>
            </a:endParaRPr>
          </a:p>
          <a:p>
            <a:pPr algn="ctr"/>
            <a:endParaRPr lang="es-ES" sz="2000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effectLst>
                <a:reflection blurRad="12700" stA="28000" endPos="45000" dist="1000" dir="5400000" sy="-100000" algn="bl" rotWithShape="0"/>
              </a:effectLst>
              <a:latin typeface="Cooper Black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" y="0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niÃ±o comiendo sa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011550"/>
            <a:ext cx="2764360" cy="286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Llamada ovalada"/>
          <p:cNvSpPr/>
          <p:nvPr/>
        </p:nvSpPr>
        <p:spPr>
          <a:xfrm>
            <a:off x="1835696" y="764704"/>
            <a:ext cx="6192688" cy="1800200"/>
          </a:xfrm>
          <a:prstGeom prst="wedgeEllipseCallout">
            <a:avLst>
              <a:gd name="adj1" fmla="val 18543"/>
              <a:gd name="adj2" fmla="val 92515"/>
            </a:avLst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200" dirty="0" smtClean="0">
                <a:latin typeface="Cooper Black" pitchFamily="18" charset="0"/>
              </a:rPr>
              <a:t>Yo elijo comer sano</a:t>
            </a:r>
            <a:endParaRPr lang="es-CL" sz="3200" dirty="0">
              <a:latin typeface="Cooper Black" pitchFamily="18" charset="0"/>
            </a:endParaRPr>
          </a:p>
        </p:txBody>
      </p:sp>
      <p:sp>
        <p:nvSpPr>
          <p:cNvPr id="3" name="AutoShape 5" descr="Resultado de imagen para dibujo de verdur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31" name="Picture 7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982" y="2528900"/>
            <a:ext cx="2400266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Resultado de imagen para vida saludabl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192" y="4364271"/>
            <a:ext cx="2426449" cy="173317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48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" y="0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30"/>
          <a:stretch/>
        </p:blipFill>
        <p:spPr bwMode="auto">
          <a:xfrm>
            <a:off x="1619672" y="1772816"/>
            <a:ext cx="5592541" cy="420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75311" y="1064930"/>
            <a:ext cx="6481261" cy="707886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Hábitos de vida saludable</a:t>
            </a:r>
            <a:endParaRPr lang="es-ES" sz="40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7725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" y="0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353149" y="1052736"/>
            <a:ext cx="64956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Comida Saludable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50383"/>
            <a:ext cx="3456384" cy="3240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752" y="2050383"/>
            <a:ext cx="3312368" cy="32823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78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" y="0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80478" y="764704"/>
            <a:ext cx="64956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Comida Saludable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  <p:pic>
        <p:nvPicPr>
          <p:cNvPr id="5124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14400"/>
            <a:ext cx="4667250" cy="466725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ultado de imagen para niÃ±o cocinando sano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8" r="13283"/>
          <a:stretch/>
        </p:blipFill>
        <p:spPr bwMode="auto">
          <a:xfrm>
            <a:off x="5784355" y="1675993"/>
            <a:ext cx="2033324" cy="391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893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" y="0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301" y="1855603"/>
            <a:ext cx="3551345" cy="20882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2452277" y="1026314"/>
            <a:ext cx="415209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32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C</a:t>
            </a:r>
            <a:r>
              <a:rPr lang="es-ES" sz="3200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omida Saludable:</a:t>
            </a:r>
            <a:endParaRPr lang="es-ES" sz="3200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  <p:pic>
        <p:nvPicPr>
          <p:cNvPr id="4098" name="Picture 2" descr="Resultado de imagen para comida saludab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969" y="1855603"/>
            <a:ext cx="3267010" cy="20882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comida saludab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870" y="4149079"/>
            <a:ext cx="3178197" cy="19442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780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" y="0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Resultado de imagen para dibujo de niÃ±o cocinand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1" t="-1563" r="22137" b="1563"/>
          <a:stretch/>
        </p:blipFill>
        <p:spPr bwMode="auto">
          <a:xfrm>
            <a:off x="995987" y="1124744"/>
            <a:ext cx="2423885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Nube"/>
          <p:cNvSpPr/>
          <p:nvPr/>
        </p:nvSpPr>
        <p:spPr>
          <a:xfrm>
            <a:off x="3419872" y="836712"/>
            <a:ext cx="4104456" cy="3600400"/>
          </a:xfrm>
          <a:prstGeom prst="cloud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El consumo </a:t>
            </a:r>
            <a:r>
              <a:rPr lang="es-MX" dirty="0"/>
              <a:t>de </a:t>
            </a:r>
            <a:r>
              <a:rPr lang="es-MX" b="1" dirty="0"/>
              <a:t>productos saludables</a:t>
            </a:r>
            <a:r>
              <a:rPr lang="es-MX" dirty="0"/>
              <a:t> y </a:t>
            </a:r>
            <a:r>
              <a:rPr lang="es-MX" b="1" dirty="0"/>
              <a:t>buenos </a:t>
            </a:r>
            <a:r>
              <a:rPr lang="es-MX" b="1" dirty="0" smtClean="0"/>
              <a:t>hábitos </a:t>
            </a:r>
            <a:r>
              <a:rPr lang="es-MX" dirty="0" smtClean="0"/>
              <a:t>puede </a:t>
            </a:r>
            <a:r>
              <a:rPr lang="es-MX" dirty="0"/>
              <a:t>ayudar a conservar la salud y a prevenir enfermedades</a:t>
            </a:r>
            <a:endParaRPr lang="es-CL" dirty="0"/>
          </a:p>
        </p:txBody>
      </p:sp>
      <p:pic>
        <p:nvPicPr>
          <p:cNvPr id="3076" name="Picture 4" descr="Resultado de imagen para dibujo de brocol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119387"/>
            <a:ext cx="1930427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manzan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8" t="5251" r="21371"/>
          <a:stretch/>
        </p:blipFill>
        <p:spPr bwMode="auto">
          <a:xfrm>
            <a:off x="2483768" y="4415097"/>
            <a:ext cx="1325307" cy="170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861048"/>
            <a:ext cx="1217037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Imagen relacionada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0" t="15552" r="7920" b="14613"/>
          <a:stretch/>
        </p:blipFill>
        <p:spPr bwMode="auto">
          <a:xfrm>
            <a:off x="4355976" y="4539689"/>
            <a:ext cx="2487160" cy="1623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546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" y="0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56792"/>
            <a:ext cx="3179099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137" y="3645024"/>
            <a:ext cx="2846040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31458" y="908720"/>
            <a:ext cx="573907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</a:rPr>
              <a:t>La comida saludable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852936"/>
            <a:ext cx="3478802" cy="2794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4355976" y="1678161"/>
            <a:ext cx="36724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smtClean="0"/>
              <a:t>Nos mantiene sano y fuertes</a:t>
            </a:r>
            <a:endParaRPr lang="es-CL" sz="2800" b="1" dirty="0"/>
          </a:p>
        </p:txBody>
      </p:sp>
    </p:spTree>
    <p:extLst>
      <p:ext uri="{BB962C8B-B14F-4D97-AF65-F5344CB8AC3E}">
        <p14:creationId xmlns:p14="http://schemas.microsoft.com/office/powerpoint/2010/main" val="11908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8" y="0"/>
            <a:ext cx="911302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690444" y="2967335"/>
            <a:ext cx="6337940" cy="9233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Comida Chatarra</a:t>
            </a:r>
            <a:endParaRPr lang="es-ES" sz="5400" b="1" cap="none" spc="0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41764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10" y="448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 descr="Resultado de imagen para dibujo de niÃ±o pensand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0" t="14920" r="20604" b="3558"/>
          <a:stretch/>
        </p:blipFill>
        <p:spPr bwMode="auto">
          <a:xfrm>
            <a:off x="6300192" y="2693253"/>
            <a:ext cx="1847990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326639" y="627391"/>
            <a:ext cx="613892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Qué es la comida chatarra ?</a:t>
            </a:r>
            <a:endParaRPr lang="es-ES" sz="3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8" name="7 Llamada ovalada"/>
          <p:cNvSpPr/>
          <p:nvPr/>
        </p:nvSpPr>
        <p:spPr>
          <a:xfrm>
            <a:off x="1043608" y="1212166"/>
            <a:ext cx="4968552" cy="2907127"/>
          </a:xfrm>
          <a:prstGeom prst="wedgeEllipseCallout">
            <a:avLst>
              <a:gd name="adj1" fmla="val 56780"/>
              <a:gd name="adj2" fmla="val 29989"/>
            </a:avLst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dirty="0"/>
              <a:t>El término “</a:t>
            </a:r>
            <a:r>
              <a:rPr lang="es-MX" sz="1600" b="1" dirty="0"/>
              <a:t>comida chatarra</a:t>
            </a:r>
            <a:r>
              <a:rPr lang="es-MX" sz="1600" dirty="0"/>
              <a:t>” se usa </a:t>
            </a:r>
            <a:r>
              <a:rPr lang="es-MX" sz="1600" b="1" dirty="0"/>
              <a:t>para</a:t>
            </a:r>
            <a:r>
              <a:rPr lang="es-MX" sz="1600" dirty="0"/>
              <a:t> describir los alimentos </a:t>
            </a:r>
            <a:r>
              <a:rPr lang="es-MX" sz="1600" b="1" dirty="0"/>
              <a:t>con</a:t>
            </a:r>
            <a:r>
              <a:rPr lang="es-MX" sz="1600" dirty="0"/>
              <a:t> poca cantidad </a:t>
            </a:r>
            <a:r>
              <a:rPr lang="es-MX" sz="1600" b="1" dirty="0"/>
              <a:t>de</a:t>
            </a:r>
            <a:r>
              <a:rPr lang="es-MX" sz="1600" dirty="0"/>
              <a:t> los nutrientes </a:t>
            </a:r>
            <a:r>
              <a:rPr lang="es-MX" sz="1600" b="1" dirty="0"/>
              <a:t>que</a:t>
            </a:r>
            <a:r>
              <a:rPr lang="es-MX" sz="1600" dirty="0"/>
              <a:t> el cuerpo necesita </a:t>
            </a:r>
            <a:r>
              <a:rPr lang="es-MX" sz="1600" b="1" dirty="0"/>
              <a:t>y con</a:t>
            </a:r>
            <a:r>
              <a:rPr lang="es-MX" sz="1600" dirty="0"/>
              <a:t> un alto contenido </a:t>
            </a:r>
            <a:r>
              <a:rPr lang="es-MX" sz="1600" b="1" dirty="0"/>
              <a:t>de</a:t>
            </a:r>
            <a:r>
              <a:rPr lang="es-MX" sz="1600" dirty="0"/>
              <a:t> grasa, azúcar </a:t>
            </a:r>
            <a:r>
              <a:rPr lang="es-MX" sz="1600" b="1" dirty="0"/>
              <a:t>y</a:t>
            </a:r>
            <a:r>
              <a:rPr lang="es-MX" sz="1600" dirty="0"/>
              <a:t> sal, elementos </a:t>
            </a:r>
            <a:r>
              <a:rPr lang="es-MX" sz="1600" b="1" dirty="0"/>
              <a:t>que</a:t>
            </a:r>
            <a:r>
              <a:rPr lang="es-MX" sz="1600" dirty="0"/>
              <a:t> el cuerpo puede obtener </a:t>
            </a:r>
            <a:r>
              <a:rPr lang="es-MX" sz="1600" b="1" dirty="0"/>
              <a:t>en</a:t>
            </a:r>
            <a:r>
              <a:rPr lang="es-MX" sz="1600" dirty="0"/>
              <a:t> exceso </a:t>
            </a:r>
            <a:r>
              <a:rPr lang="es-MX" sz="1600" b="1" dirty="0"/>
              <a:t>con</a:t>
            </a:r>
            <a:r>
              <a:rPr lang="es-MX" sz="1600" dirty="0"/>
              <a:t> mucha facilidad.</a:t>
            </a:r>
            <a:endParaRPr lang="es-CL" sz="1600" dirty="0"/>
          </a:p>
        </p:txBody>
      </p:sp>
      <p:pic>
        <p:nvPicPr>
          <p:cNvPr id="10248" name="Picture 8" descr="Resultado de imagen para dibujo de papas frit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19" t="14852" r="24165" b="11227"/>
          <a:stretch/>
        </p:blipFill>
        <p:spPr bwMode="auto">
          <a:xfrm>
            <a:off x="899592" y="4097409"/>
            <a:ext cx="1024163" cy="153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Resultado de imagen para dibujo de hamburguesa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509120"/>
            <a:ext cx="1660663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7"/>
          <a:stretch/>
        </p:blipFill>
        <p:spPr bwMode="auto">
          <a:xfrm>
            <a:off x="4011773" y="4207821"/>
            <a:ext cx="1091244" cy="185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Picture 14" descr="Resultado de imagen para dibujo de helado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55" r="27377"/>
          <a:stretch/>
        </p:blipFill>
        <p:spPr bwMode="auto">
          <a:xfrm>
            <a:off x="5292080" y="4522639"/>
            <a:ext cx="1161843" cy="1413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084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10" y="448"/>
            <a:ext cx="917321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259632" y="1556792"/>
            <a:ext cx="33768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s-CL" sz="2800" dirty="0" smtClean="0"/>
              <a:t> Enfermedades cardiacas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s-CL" sz="2800" dirty="0" smtClean="0"/>
              <a:t>Diabetes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s-CL" sz="2800" dirty="0" smtClean="0"/>
              <a:t>Cáncer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s-CL" sz="2800" dirty="0" smtClean="0"/>
              <a:t>Colesterol y sobrepeso. 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s-CL" sz="2800" dirty="0" smtClean="0"/>
              <a:t>Obesidad.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s-CL" sz="2800" dirty="0" smtClean="0"/>
              <a:t>Falta de energía. 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s-CL" sz="2800" dirty="0" smtClean="0"/>
              <a:t>Baja autoestima </a:t>
            </a:r>
          </a:p>
          <a:p>
            <a:pPr marL="285750" indent="-285750">
              <a:buFont typeface="Wingdings" pitchFamily="2" charset="2"/>
              <a:buChar char="q"/>
            </a:pPr>
            <a:endParaRPr lang="es-CL" dirty="0"/>
          </a:p>
        </p:txBody>
      </p:sp>
      <p:sp>
        <p:nvSpPr>
          <p:cNvPr id="8" name="7 Rectángulo"/>
          <p:cNvSpPr/>
          <p:nvPr/>
        </p:nvSpPr>
        <p:spPr>
          <a:xfrm>
            <a:off x="1259632" y="1095127"/>
            <a:ext cx="67537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Consecuencia de exceso de comida chatarra</a:t>
            </a:r>
            <a:endParaRPr lang="es-ES" sz="24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22" name="Picture 6" descr="Resultado de imagen para comida chatar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665" y="1841436"/>
            <a:ext cx="2811355" cy="15841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Resultado de imagen para colestero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665" y="3680450"/>
            <a:ext cx="2952328" cy="17590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483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sultado de imagen para persona falta de energia 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1" y="4913784"/>
            <a:ext cx="3420807" cy="19442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788" y="4673233"/>
            <a:ext cx="3340731" cy="22027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626219"/>
            <a:ext cx="3519663" cy="19896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Resultado de imagen para consecuencia de la comida chatarr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" y="1556792"/>
            <a:ext cx="3272051" cy="3257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Resultado de imagen para consecuencia de la comida chatarr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2318"/>
            <a:ext cx="5868144" cy="25839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Resultado de imagen para consecuencia de la comida chatarr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61" y="42318"/>
            <a:ext cx="3230309" cy="15144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Resultado de imagen para comida chatarr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616" y="2626221"/>
            <a:ext cx="2257384" cy="42317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050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20810"/>
            <a:ext cx="4104456" cy="43176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582" y="2286443"/>
            <a:ext cx="4176464" cy="43519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76955" y="916581"/>
            <a:ext cx="403244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</a:rPr>
              <a:t>Comida Saludable</a:t>
            </a:r>
            <a:endParaRPr lang="es-ES" sz="36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7030A0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Tú decides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07590" y="1068980"/>
            <a:ext cx="40324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</a:rPr>
              <a:t>Comida chatarra </a:t>
            </a:r>
            <a:endParaRPr lang="es-ES" sz="36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4382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da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da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1034</TotalTime>
  <Words>80</Words>
  <Application>Microsoft Office PowerPoint</Application>
  <PresentationFormat>Presentación en pantalla (4:3)</PresentationFormat>
  <Paragraphs>25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Claridad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17</cp:revision>
  <dcterms:created xsi:type="dcterms:W3CDTF">2019-02-10T18:42:23Z</dcterms:created>
  <dcterms:modified xsi:type="dcterms:W3CDTF">2019-03-16T18:46:54Z</dcterms:modified>
</cp:coreProperties>
</file>