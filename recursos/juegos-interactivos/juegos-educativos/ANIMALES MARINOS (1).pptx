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3" r:id="rId20"/>
    <p:sldId id="275" r:id="rId2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650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072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005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780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576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664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927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653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384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211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823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C5213-1359-4A88-9E7E-842CBBA9E8BC}" type="datetimeFigureOut">
              <a:rPr lang="es-CL" smtClean="0"/>
              <a:t>26-12-2019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0180A-CE06-4711-A7AB-37C0B8FF371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8361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1.jpeg"/><Relationship Id="rId7" Type="http://schemas.openxmlformats.org/officeDocument/2006/relationships/image" Target="../media/image2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19.jpeg"/><Relationship Id="rId4" Type="http://schemas.openxmlformats.org/officeDocument/2006/relationships/image" Target="../media/image10.jpeg"/><Relationship Id="rId9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bordes animales marin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372248" y="2967335"/>
            <a:ext cx="639950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Animales Marinos</a:t>
            </a:r>
            <a:endParaRPr lang="es-ES" sz="8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rush Script MT" pitchFamily="66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458344" y="2057125"/>
            <a:ext cx="480452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Hoy aprenderemos:</a:t>
            </a:r>
            <a:endParaRPr lang="es-ES" sz="4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520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buzo marino dibujo niñ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6" r="22961"/>
          <a:stretch/>
        </p:blipFill>
        <p:spPr bwMode="auto">
          <a:xfrm>
            <a:off x="971600" y="3284984"/>
            <a:ext cx="1495862" cy="276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Resultado de imagen para dibujo de pe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54" name="Picture 6" descr="Resultado de imagen para dibujo de pe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044" y="1034721"/>
            <a:ext cx="1583465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sultado de imagen para dibujo de pe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522" y="4149080"/>
            <a:ext cx="1935347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Llamada ovalada"/>
          <p:cNvSpPr/>
          <p:nvPr/>
        </p:nvSpPr>
        <p:spPr>
          <a:xfrm>
            <a:off x="1907704" y="980728"/>
            <a:ext cx="4320480" cy="2448271"/>
          </a:xfrm>
          <a:prstGeom prst="wedgeEllipseCallout">
            <a:avLst>
              <a:gd name="adj1" fmla="val -40838"/>
              <a:gd name="adj2" fmla="val 72206"/>
            </a:avLst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dirty="0" smtClean="0"/>
              <a:t>Hola amiguitos:  </a:t>
            </a:r>
          </a:p>
          <a:p>
            <a:pPr algn="ctr"/>
            <a:r>
              <a:rPr lang="es-CL" sz="2400" dirty="0" smtClean="0"/>
              <a:t>Hoy visitaremos el fondo marino.</a:t>
            </a:r>
            <a:endParaRPr lang="es-CL" sz="2400" dirty="0"/>
          </a:p>
        </p:txBody>
      </p:sp>
      <p:pic>
        <p:nvPicPr>
          <p:cNvPr id="2058" name="Picture 10" descr="Resultado de imagen para dibujo de pez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982" y="3428999"/>
            <a:ext cx="23431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84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72" y="0"/>
            <a:ext cx="91489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1505" y="235660"/>
            <a:ext cx="916443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¿ </a:t>
            </a:r>
            <a:r>
              <a:rPr lang="es-ES" sz="4400" cap="none" spc="0" dirty="0" smtClean="0">
                <a:ln w="1905"/>
                <a:solidFill>
                  <a:srgbClr val="FFFF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Qué animales viven en el mar?</a:t>
            </a:r>
            <a:endParaRPr lang="es-ES" sz="4400" cap="none" spc="0" dirty="0">
              <a:ln w="1905"/>
              <a:solidFill>
                <a:srgbClr val="FFFF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66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nimales Del Mar: Animales del Mar ombre hair weave - Ombre Hair #Animales #Mar ...,  #Animales #Del #Hair #Mar #Ombre #ombrehairweave #Weav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r="10040" b="11695"/>
          <a:stretch/>
        </p:blipFill>
        <p:spPr bwMode="auto">
          <a:xfrm>
            <a:off x="2627784" y="1772816"/>
            <a:ext cx="3744416" cy="436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35785" y="1052736"/>
            <a:ext cx="5840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Caballito de mar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976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76"/>
          <a:stretch/>
        </p:blipFill>
        <p:spPr bwMode="auto">
          <a:xfrm>
            <a:off x="2627784" y="1999731"/>
            <a:ext cx="3816424" cy="398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978255" y="1052736"/>
            <a:ext cx="2755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medusa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306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Happy starfish cartoon Royalty Free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0"/>
          <a:stretch/>
        </p:blipFill>
        <p:spPr bwMode="auto">
          <a:xfrm>
            <a:off x="2519776" y="2000365"/>
            <a:ext cx="3672408" cy="371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647065" y="1052736"/>
            <a:ext cx="54178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Estrella de mar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6017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ute cartoon fish Royalty Free Vector Image - Vecto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1"/>
          <a:stretch/>
        </p:blipFill>
        <p:spPr bwMode="auto">
          <a:xfrm>
            <a:off x="2267744" y="1124744"/>
            <a:ext cx="4176464" cy="480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331640" y="1024156"/>
            <a:ext cx="12200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pez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039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44"/>
          <a:stretch/>
        </p:blipFill>
        <p:spPr bwMode="auto">
          <a:xfrm>
            <a:off x="2087725" y="2132856"/>
            <a:ext cx="4536504" cy="395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250546" y="1052736"/>
            <a:ext cx="22108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Delfín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650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sultado de imagen para dibujo de tibur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132856"/>
            <a:ext cx="3495858" cy="397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926098" y="1052736"/>
            <a:ext cx="28597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TIBURON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6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Resultado de imagen para dibujo de tortuga mari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4" descr="Resultado de imagen para dibujo de tortuga marin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6" descr="Resultado de imagen para dibujo de tortuga marin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8" descr="Resultado de imagen para dibujo de tortuga marina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28" name="Picture 1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4" b="10086"/>
          <a:stretch/>
        </p:blipFill>
        <p:spPr bwMode="auto">
          <a:xfrm>
            <a:off x="1790401" y="1844824"/>
            <a:ext cx="5400600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1452620" y="1052736"/>
            <a:ext cx="58067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Tortuga marina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72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Resultado de imagen para dibujo de ballen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54"/>
          <a:stretch/>
        </p:blipFill>
        <p:spPr bwMode="auto">
          <a:xfrm>
            <a:off x="1115616" y="1700808"/>
            <a:ext cx="6120680" cy="438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883619" y="1052736"/>
            <a:ext cx="29447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Ballena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884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86900"/>
            <a:ext cx="4248472" cy="353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479903" y="1052736"/>
            <a:ext cx="1752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foca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5055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2815331" y="1052736"/>
            <a:ext cx="30812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pelicano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229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857400"/>
            <a:ext cx="5184576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98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0" y="1988840"/>
            <a:ext cx="4450482" cy="420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707904" y="1065510"/>
            <a:ext cx="21355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pulpo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508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Resultado de imagen para dibujo de calama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9" r="12344"/>
          <a:stretch/>
        </p:blipFill>
        <p:spPr bwMode="auto">
          <a:xfrm>
            <a:off x="2843808" y="1967880"/>
            <a:ext cx="3600400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805713" y="1052736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Calamar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67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angrej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564904"/>
            <a:ext cx="4810125" cy="344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708731" y="1052736"/>
            <a:ext cx="32944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cangrejo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030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04864"/>
            <a:ext cx="3816424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57718" y="1052736"/>
            <a:ext cx="57965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Langosta de mar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530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930175" y="1031850"/>
            <a:ext cx="717183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no pertenece a la categoría?</a:t>
            </a:r>
            <a:endParaRPr lang="es-ES" sz="3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971601" y="1678181"/>
            <a:ext cx="713041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Marca con una ( x) los animales </a:t>
            </a:r>
            <a:r>
              <a:rPr lang="es-CL" b="1" u="sng" dirty="0" smtClean="0"/>
              <a:t>que no pertenecen </a:t>
            </a:r>
            <a:r>
              <a:rPr lang="es-CL" dirty="0" smtClean="0"/>
              <a:t>a la categoría (Animales Marinos).</a:t>
            </a:r>
            <a:endParaRPr lang="es-CL" dirty="0"/>
          </a:p>
        </p:txBody>
      </p:sp>
      <p:pic>
        <p:nvPicPr>
          <p:cNvPr id="6" name="Picture 2" descr="Animales Del Mar: Animales del Mar ombre hair weave - Ombre Hair #Animales #Mar ...,  #Animales #Del #Hair #Mar #Ombre #ombrehairweave #Weav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r="10040" b="11695"/>
          <a:stretch/>
        </p:blipFill>
        <p:spPr bwMode="auto">
          <a:xfrm>
            <a:off x="928566" y="2402145"/>
            <a:ext cx="1656184" cy="193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4" b="10086"/>
          <a:stretch/>
        </p:blipFill>
        <p:spPr bwMode="auto">
          <a:xfrm>
            <a:off x="898260" y="4380451"/>
            <a:ext cx="2087163" cy="161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ute cartoon fish Royalty Free Vector Image - Vecto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1"/>
          <a:stretch/>
        </p:blipFill>
        <p:spPr bwMode="auto">
          <a:xfrm>
            <a:off x="6523287" y="2402144"/>
            <a:ext cx="1578723" cy="181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angrej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750" y="2557221"/>
            <a:ext cx="1922717" cy="137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Resultado de imagen para dibujo de gat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024" y="4424899"/>
            <a:ext cx="1517155" cy="160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Resultado de imagen para dibujo de perr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073" y="2342060"/>
            <a:ext cx="1631616" cy="166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Resultado de imagen para dibujo de pinguino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3" r="21462"/>
          <a:stretch/>
        </p:blipFill>
        <p:spPr bwMode="auto">
          <a:xfrm>
            <a:off x="5017437" y="4267163"/>
            <a:ext cx="1148887" cy="191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0" name="Picture 8" descr="Imagen relacionad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74" y="4133141"/>
            <a:ext cx="1861383" cy="186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04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560690" y="1154960"/>
            <a:ext cx="795756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Quién  pertenece a la categoría animales marinos?</a:t>
            </a:r>
            <a:endParaRPr lang="es-ES" sz="28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755575" y="1678180"/>
            <a:ext cx="752629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Marca con una ( x) los animales </a:t>
            </a:r>
            <a:r>
              <a:rPr lang="es-CL" b="1" u="sng" dirty="0" smtClean="0"/>
              <a:t>que pertenecen a la categoría animales marinos. </a:t>
            </a:r>
            <a:endParaRPr lang="es-CL" dirty="0"/>
          </a:p>
        </p:txBody>
      </p:sp>
      <p:pic>
        <p:nvPicPr>
          <p:cNvPr id="19458" name="Picture 2" descr="Resultado de imagen para dibujo de tibur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3" y="2780929"/>
            <a:ext cx="1518494" cy="172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Resultado de imagen para dibujo de animales marino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609" y="2681372"/>
            <a:ext cx="3499589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Resultado de imagen para dibujo de rat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429" y="4616972"/>
            <a:ext cx="1572711" cy="155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8" descr="Resultado de imagen para dibujo de vac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10" descr="Resultado de imagen para dibujo de vac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9468" name="Picture 12" descr="Resultado de imagen para dibujo de vac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7090" y="2765476"/>
            <a:ext cx="1655310" cy="1631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70" name="Picture 14" descr="Resultado de imagen para dibujo de caball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615" y="4509120"/>
            <a:ext cx="1874260" cy="140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51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Resultado de imagen para dibujo de niño buceand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00808"/>
            <a:ext cx="362902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Llamada de nube"/>
          <p:cNvSpPr/>
          <p:nvPr/>
        </p:nvSpPr>
        <p:spPr>
          <a:xfrm>
            <a:off x="3563888" y="1124744"/>
            <a:ext cx="4176464" cy="2016224"/>
          </a:xfrm>
          <a:prstGeom prst="cloudCallout">
            <a:avLst>
              <a:gd name="adj1" fmla="val -43569"/>
              <a:gd name="adj2" fmla="val 63663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¿ Qué otros animalitos marinos conoces?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397716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105</Words>
  <Application>Microsoft Office PowerPoint</Application>
  <PresentationFormat>Presentación en pantalla (4:3)</PresentationFormat>
  <Paragraphs>24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12</cp:revision>
  <dcterms:created xsi:type="dcterms:W3CDTF">2019-12-26T14:36:31Z</dcterms:created>
  <dcterms:modified xsi:type="dcterms:W3CDTF">2019-12-26T16:45:26Z</dcterms:modified>
</cp:coreProperties>
</file>