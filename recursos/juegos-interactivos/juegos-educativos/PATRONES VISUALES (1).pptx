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71" r:id="rId9"/>
    <p:sldId id="270" r:id="rId10"/>
    <p:sldId id="264" r:id="rId11"/>
    <p:sldId id="268" r:id="rId12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AE7D8-70C1-450C-A251-2FFD9B511CA2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24D0-3A1D-4558-8436-A759AB75C6A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5117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AE7D8-70C1-450C-A251-2FFD9B511CA2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24D0-3A1D-4558-8436-A759AB75C6A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2254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AE7D8-70C1-450C-A251-2FFD9B511CA2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24D0-3A1D-4558-8436-A759AB75C6A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02354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AE7D8-70C1-450C-A251-2FFD9B511CA2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24D0-3A1D-4558-8436-A759AB75C6A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5730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AE7D8-70C1-450C-A251-2FFD9B511CA2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24D0-3A1D-4558-8436-A759AB75C6A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6864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AE7D8-70C1-450C-A251-2FFD9B511CA2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24D0-3A1D-4558-8436-A759AB75C6A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4388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AE7D8-70C1-450C-A251-2FFD9B511CA2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24D0-3A1D-4558-8436-A759AB75C6A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6799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AE7D8-70C1-450C-A251-2FFD9B511CA2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24D0-3A1D-4558-8436-A759AB75C6A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1937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AE7D8-70C1-450C-A251-2FFD9B511CA2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24D0-3A1D-4558-8436-A759AB75C6A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4254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AE7D8-70C1-450C-A251-2FFD9B511CA2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24D0-3A1D-4558-8436-A759AB75C6A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842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AE7D8-70C1-450C-A251-2FFD9B511CA2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24D0-3A1D-4558-8436-A759AB75C6A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86122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AE7D8-70C1-450C-A251-2FFD9B511CA2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A24D0-3A1D-4558-8436-A759AB75C6A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8026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4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4.jpeg"/><Relationship Id="rId7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1.jpeg"/><Relationship Id="rId7" Type="http://schemas.openxmlformats.org/officeDocument/2006/relationships/image" Target="../media/image2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4.png"/><Relationship Id="rId4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10" Type="http://schemas.openxmlformats.org/officeDocument/2006/relationships/image" Target="../media/image32.jpeg"/><Relationship Id="rId4" Type="http://schemas.openxmlformats.org/officeDocument/2006/relationships/image" Target="../media/image27.jpe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3" Type="http://schemas.openxmlformats.org/officeDocument/2006/relationships/image" Target="../media/image33.jpeg"/><Relationship Id="rId7" Type="http://schemas.openxmlformats.org/officeDocument/2006/relationships/image" Target="../media/image3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4.png"/><Relationship Id="rId4" Type="http://schemas.openxmlformats.org/officeDocument/2006/relationships/image" Target="../media/image3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026" name="Picture 2" descr="Resultado de imagen para bordes de matematicas para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4" y="25602"/>
            <a:ext cx="9113686" cy="683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755576" y="4437112"/>
            <a:ext cx="748883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32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Ámbito: </a:t>
            </a:r>
            <a:r>
              <a:rPr lang="es-ES" sz="3200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Interacción y comprensión del Entorno </a:t>
            </a:r>
          </a:p>
          <a:p>
            <a:r>
              <a:rPr lang="es-ES" sz="3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Núcleo: </a:t>
            </a:r>
            <a:r>
              <a:rPr lang="es-ES" sz="32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 </a:t>
            </a:r>
            <a:r>
              <a:rPr lang="es-ES" sz="3200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Pensamiento matemático.</a:t>
            </a:r>
            <a:endParaRPr lang="es-ES" sz="3200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pic>
        <p:nvPicPr>
          <p:cNvPr id="1028" name="Picture 4" descr="Resultado de imagen para manzana dibuj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657291"/>
            <a:ext cx="2004420" cy="172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dibujo de platan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702101"/>
            <a:ext cx="1681135" cy="147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934125" y="1124744"/>
            <a:ext cx="53060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Creando patrones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038" name="Picture 14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317" y="2165540"/>
            <a:ext cx="1365754" cy="203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Resultado de imagen para manzana dibuj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897" y="2702101"/>
            <a:ext cx="2004420" cy="172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7533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de matematicas para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4" y="25602"/>
            <a:ext cx="9113686" cy="683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124743"/>
            <a:ext cx="2854422" cy="3515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Llamada ovalada"/>
          <p:cNvSpPr/>
          <p:nvPr/>
        </p:nvSpPr>
        <p:spPr>
          <a:xfrm>
            <a:off x="2051720" y="852557"/>
            <a:ext cx="3816424" cy="2045827"/>
          </a:xfrm>
          <a:prstGeom prst="wedgeEllipseCallout">
            <a:avLst>
              <a:gd name="adj1" fmla="val 64478"/>
              <a:gd name="adj2" fmla="val 30906"/>
            </a:avLst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Objetivo a de aprendizaje:  Crear patrones sonores, visuales,  gestuales, corporales u otros, de dos o tres elementos.</a:t>
            </a:r>
            <a:endParaRPr lang="es-CL" dirty="0"/>
          </a:p>
        </p:txBody>
      </p:sp>
      <p:sp>
        <p:nvSpPr>
          <p:cNvPr id="6" name="5 Rectángulo"/>
          <p:cNvSpPr/>
          <p:nvPr/>
        </p:nvSpPr>
        <p:spPr>
          <a:xfrm>
            <a:off x="1308230" y="4640334"/>
            <a:ext cx="5750292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rush Script MT" pitchFamily="66" charset="0"/>
              </a:rPr>
              <a:t>Jugando aprendo</a:t>
            </a:r>
            <a:endParaRPr lang="es-ES" sz="80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rush Script MT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217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de matematicas para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4" y="25602"/>
            <a:ext cx="9113686" cy="683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475656" y="1124744"/>
            <a:ext cx="6696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Encierra el dibujo correspondiente para completar el patrón visual. </a:t>
            </a:r>
            <a:endParaRPr lang="es-CL" b="1" dirty="0"/>
          </a:p>
        </p:txBody>
      </p:sp>
      <p:pic>
        <p:nvPicPr>
          <p:cNvPr id="10242" name="Picture 2" descr="Resultado de imagen para dibujo de perr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30" t="9262" r="19369" b="9107"/>
          <a:stretch/>
        </p:blipFill>
        <p:spPr bwMode="auto">
          <a:xfrm>
            <a:off x="539552" y="2293819"/>
            <a:ext cx="2064328" cy="1911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3" r="8592"/>
          <a:stretch/>
        </p:blipFill>
        <p:spPr bwMode="auto">
          <a:xfrm>
            <a:off x="2481266" y="2255120"/>
            <a:ext cx="2105891" cy="2015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Resultado de imagen para dibujo de perr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30" t="9262" r="19369" b="9107"/>
          <a:stretch/>
        </p:blipFill>
        <p:spPr bwMode="auto">
          <a:xfrm>
            <a:off x="4547438" y="2358488"/>
            <a:ext cx="2064328" cy="1911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6732240" y="2358488"/>
            <a:ext cx="1872208" cy="18315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1" name="Picture 14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7280" y="2625575"/>
            <a:ext cx="1249135" cy="1274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Imagen relacionad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3" r="8592"/>
          <a:stretch/>
        </p:blipFill>
        <p:spPr bwMode="auto">
          <a:xfrm>
            <a:off x="2799655" y="4767439"/>
            <a:ext cx="1469112" cy="1405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Resultado de imagen para dibujo de perro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30" t="9262" r="19369" b="9107"/>
          <a:stretch/>
        </p:blipFill>
        <p:spPr bwMode="auto">
          <a:xfrm>
            <a:off x="4547438" y="4731179"/>
            <a:ext cx="1596276" cy="1478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961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de matematicas para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4" y="25602"/>
            <a:ext cx="9113686" cy="683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Resultado de imagen para dibujo de circul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634911"/>
            <a:ext cx="1756592" cy="1613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Resultado de imagen para dibujo de cuadrado col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577704"/>
            <a:ext cx="1728192" cy="1728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circul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861" y="2665865"/>
            <a:ext cx="1756592" cy="1613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5433761" y="2453379"/>
            <a:ext cx="1872208" cy="18315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9" name="Picture 14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297" y="2669726"/>
            <a:ext cx="1249135" cy="1274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sultado de imagen para dibujo de circul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4725144"/>
            <a:ext cx="1756592" cy="1613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Resultado de imagen para dibujo de cuadrado col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010" y="4550577"/>
            <a:ext cx="1728192" cy="1728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12 Rectángulo"/>
          <p:cNvSpPr/>
          <p:nvPr/>
        </p:nvSpPr>
        <p:spPr>
          <a:xfrm>
            <a:off x="971600" y="1124744"/>
            <a:ext cx="75370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Completando patrones visuales</a:t>
            </a:r>
            <a:endParaRPr lang="es-ES" sz="4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827584" y="4869160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Alternativas: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83780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de matematicas para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4" y="25602"/>
            <a:ext cx="9113686" cy="683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71600" y="1124744"/>
            <a:ext cx="75370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Completando patrones visuales</a:t>
            </a:r>
            <a:endParaRPr lang="es-ES" sz="4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8194" name="Picture 2" descr="Resultado de imagen para cara tris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861723"/>
            <a:ext cx="1452961" cy="1452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cara tris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485" y="2810531"/>
            <a:ext cx="1555343" cy="155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esultado de imagen para cara feliz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4521" y="2688103"/>
            <a:ext cx="1805489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Resultado de imagen para cara feliz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828" y="2697587"/>
            <a:ext cx="1805489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9465" y="2930869"/>
            <a:ext cx="1249135" cy="1274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sultado de imagen para cara tris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529" y="4742310"/>
            <a:ext cx="1452961" cy="1452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Resultado de imagen para cara feliz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609" y="4532985"/>
            <a:ext cx="1805489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13 CuadroTexto"/>
          <p:cNvSpPr txBox="1"/>
          <p:nvPr/>
        </p:nvSpPr>
        <p:spPr>
          <a:xfrm>
            <a:off x="827584" y="4869160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Alternativas: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15822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de matematicas para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4" y="25602"/>
            <a:ext cx="9113686" cy="683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71600" y="1124744"/>
            <a:ext cx="75370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Completando patrones visuales</a:t>
            </a:r>
            <a:endParaRPr lang="es-ES" sz="4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7170" name="Picture 2" descr="Resultado de imagen para 1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1"/>
          <a:stretch/>
        </p:blipFill>
        <p:spPr bwMode="auto">
          <a:xfrm>
            <a:off x="994136" y="2477628"/>
            <a:ext cx="1477358" cy="224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3175" y="2656081"/>
            <a:ext cx="1853040" cy="185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Resultado de imagen para 1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57"/>
          <a:stretch/>
        </p:blipFill>
        <p:spPr bwMode="auto">
          <a:xfrm>
            <a:off x="3491880" y="2382271"/>
            <a:ext cx="1413926" cy="2330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4587157" y="2526022"/>
            <a:ext cx="1872208" cy="18315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" name="Picture 14" descr="Imagen relacionad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806" y="2656081"/>
            <a:ext cx="1249135" cy="1492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sultado de imagen para 1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1"/>
          <a:stretch/>
        </p:blipFill>
        <p:spPr bwMode="auto">
          <a:xfrm>
            <a:off x="3203848" y="4576975"/>
            <a:ext cx="1065369" cy="1620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Imagen relacionada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891" y="4725143"/>
            <a:ext cx="1324418" cy="1324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12 CuadroTexto"/>
          <p:cNvSpPr txBox="1"/>
          <p:nvPr/>
        </p:nvSpPr>
        <p:spPr>
          <a:xfrm>
            <a:off x="909079" y="5238492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Alternativas: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68617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de matematicas para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4" y="0"/>
            <a:ext cx="9113686" cy="683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71600" y="1124744"/>
            <a:ext cx="75370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Completando patrones visuales</a:t>
            </a:r>
            <a:endParaRPr lang="es-ES" sz="4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1026" name="Picture 2" descr="Resultado de imagen para dibujo de dinosauri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18" y="2792471"/>
            <a:ext cx="2048626" cy="1604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dibujo de dinosauri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865305"/>
            <a:ext cx="1862666" cy="1459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Resultado de imagen para dibujo de dinosauri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410" y="2885909"/>
            <a:ext cx="1836363" cy="1438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6156176" y="2572193"/>
            <a:ext cx="1872208" cy="18315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1" name="Picture 14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712" y="2741472"/>
            <a:ext cx="1249135" cy="1492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Resultado de imagen para dibujo de dinosauri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510" y="4622462"/>
            <a:ext cx="2048626" cy="1604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Resultado de imagen para dibujo de dinosauri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157" y="4695297"/>
            <a:ext cx="1862666" cy="1459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13 CuadroTexto"/>
          <p:cNvSpPr txBox="1"/>
          <p:nvPr/>
        </p:nvSpPr>
        <p:spPr>
          <a:xfrm>
            <a:off x="827584" y="4869160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Alternativas: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006410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de matematicas para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4" y="25602"/>
            <a:ext cx="9113686" cy="683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98689"/>
            <a:ext cx="1184143" cy="1252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157" y="1998688"/>
            <a:ext cx="1184143" cy="1252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049489"/>
            <a:ext cx="1184143" cy="1252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883" y="2103166"/>
            <a:ext cx="1002076" cy="1198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21" y="2110175"/>
            <a:ext cx="1002076" cy="1198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1753854"/>
            <a:ext cx="1301252" cy="1555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4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4077072"/>
            <a:ext cx="1301252" cy="1555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13 Rectángulo"/>
          <p:cNvSpPr/>
          <p:nvPr/>
        </p:nvSpPr>
        <p:spPr>
          <a:xfrm>
            <a:off x="2173312" y="984413"/>
            <a:ext cx="513358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¿ Quién viene ahora?</a:t>
            </a:r>
            <a:endParaRPr lang="es-ES" sz="4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1034" name="Picture 10" descr="Resultado de imagen para gato dibuj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31" y="4225608"/>
            <a:ext cx="1583864" cy="140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n para dibujo de pez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539" y="4405627"/>
            <a:ext cx="1336232" cy="104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2" descr="Resultado de imagen para dibujo de pez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7815" y="4405626"/>
            <a:ext cx="1336232" cy="104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Resultado de imagen para gato dibujo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915" y="4267052"/>
            <a:ext cx="1297563" cy="1152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6410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de matematicas para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4" y="25602"/>
            <a:ext cx="9113686" cy="683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esultado de imagen para dibujo de per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391094"/>
            <a:ext cx="1226637" cy="1427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n para dibujo de manzan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91" t="6683" r="20204" b="7592"/>
          <a:stretch/>
        </p:blipFill>
        <p:spPr bwMode="auto">
          <a:xfrm>
            <a:off x="2270245" y="1471471"/>
            <a:ext cx="1126152" cy="1266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per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8534" y="1391094"/>
            <a:ext cx="1247611" cy="145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Resultado de imagen para dibujo de manzan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91" t="6683" r="20204" b="7592"/>
          <a:stretch/>
        </p:blipFill>
        <p:spPr bwMode="auto">
          <a:xfrm>
            <a:off x="4475927" y="1432372"/>
            <a:ext cx="1217379" cy="1369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Resultado de imagen para dibujo de manzan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91" t="6683" r="20204" b="7592"/>
          <a:stretch/>
        </p:blipFill>
        <p:spPr bwMode="auto">
          <a:xfrm>
            <a:off x="583563" y="2904009"/>
            <a:ext cx="1217379" cy="1369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sultado de imagen para dibujo de manzan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91" t="6683" r="20204" b="7592"/>
          <a:stretch/>
        </p:blipFill>
        <p:spPr bwMode="auto">
          <a:xfrm>
            <a:off x="1814464" y="2904009"/>
            <a:ext cx="1217379" cy="1369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n relacionad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7337" y="2904009"/>
            <a:ext cx="1498590" cy="1498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Resultado de imagen para dibujo de manzan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91" t="6683" r="20204" b="7592"/>
          <a:stretch/>
        </p:blipFill>
        <p:spPr bwMode="auto">
          <a:xfrm>
            <a:off x="4475927" y="3033390"/>
            <a:ext cx="1217379" cy="1369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Resultado de imagen para dibujo de manzan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91" t="6683" r="20204" b="7592"/>
          <a:stretch/>
        </p:blipFill>
        <p:spPr bwMode="auto">
          <a:xfrm>
            <a:off x="5692877" y="3033390"/>
            <a:ext cx="1217379" cy="1369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Resultado de imagen para dibujo de per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3306" y="1403297"/>
            <a:ext cx="1226637" cy="1427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Imagen relacionada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79" y="1410417"/>
            <a:ext cx="1146993" cy="1370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4" descr="Imagen relacionada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8453" y="3212976"/>
            <a:ext cx="1042751" cy="124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17 Rectángulo"/>
          <p:cNvSpPr/>
          <p:nvPr/>
        </p:nvSpPr>
        <p:spPr>
          <a:xfrm>
            <a:off x="1909134" y="621653"/>
            <a:ext cx="513358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¿ Quién viene ahora?</a:t>
            </a:r>
            <a:endParaRPr lang="es-ES" sz="4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2056" name="Picture 8" descr="Imagen relacionada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82" y="4498955"/>
            <a:ext cx="1468015" cy="1484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Resultado de imagen para dibujo de frutilla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287" y="4526091"/>
            <a:ext cx="1117112" cy="1526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 descr="Imagen relacionada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025" y="4651355"/>
            <a:ext cx="1468015" cy="1484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Resultado de imagen para dibujo de frutilla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512" y="4609022"/>
            <a:ext cx="1117112" cy="1526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4" descr="Imagen relacionada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024" y="4770317"/>
            <a:ext cx="1042751" cy="124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6410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de matematicas para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4" y="25602"/>
            <a:ext cx="9113686" cy="683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Resultado de imagen para dibujo de circul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32" t="8283" r="28872" b="8709"/>
          <a:stretch/>
        </p:blipFill>
        <p:spPr bwMode="auto">
          <a:xfrm>
            <a:off x="1031598" y="959489"/>
            <a:ext cx="1380162" cy="1332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para dibujo de circul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08" t="8283" r="28873" b="8709"/>
          <a:stretch/>
        </p:blipFill>
        <p:spPr bwMode="auto">
          <a:xfrm>
            <a:off x="3539405" y="1006610"/>
            <a:ext cx="1198914" cy="12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31" t="25799" r="44515" b="11941"/>
          <a:stretch/>
        </p:blipFill>
        <p:spPr bwMode="auto">
          <a:xfrm>
            <a:off x="2401532" y="1063543"/>
            <a:ext cx="1126754" cy="116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31" t="25799" r="44515" b="11941"/>
          <a:stretch/>
        </p:blipFill>
        <p:spPr bwMode="auto">
          <a:xfrm>
            <a:off x="4737963" y="1006610"/>
            <a:ext cx="1126754" cy="116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3622" y="976209"/>
            <a:ext cx="1301252" cy="1253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sultado de imagen para dibujo de corazon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5" y="3039120"/>
            <a:ext cx="1222615" cy="111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Resultado de imagen para dibujo de corazon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243" y="3039120"/>
            <a:ext cx="1222615" cy="111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Resultado de imagen para dibujo de estrella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64" r="21308"/>
          <a:stretch/>
        </p:blipFill>
        <p:spPr bwMode="auto">
          <a:xfrm>
            <a:off x="3262858" y="2541284"/>
            <a:ext cx="1703707" cy="1615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Resultado de imagen para dibujo de corazon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565" y="3039120"/>
            <a:ext cx="1222615" cy="111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Resultado de imagen para dibujo de corazon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259" y="3039120"/>
            <a:ext cx="1222615" cy="111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7274" y="3039120"/>
            <a:ext cx="994568" cy="95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sultado de imagen para dibujo de triangulo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124" y="4581128"/>
            <a:ext cx="1440408" cy="1246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0" descr="Resultado de imagen para dibujo de triangulo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411760" y="4654818"/>
            <a:ext cx="1391553" cy="120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Resultado de imagen para dibujo de triangulo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530" y="4581128"/>
            <a:ext cx="1440408" cy="1246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0" descr="Resultado de imagen para dibujo de triangulo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5217938" y="4612524"/>
            <a:ext cx="1440408" cy="1246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4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7" y="4882790"/>
            <a:ext cx="1046117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298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de matematicas para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4" y="25602"/>
            <a:ext cx="9113686" cy="683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Resultado de imagen para flechas dibuj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0" r="15076" b="39130"/>
          <a:stretch/>
        </p:blipFill>
        <p:spPr bwMode="auto">
          <a:xfrm>
            <a:off x="971601" y="1772816"/>
            <a:ext cx="1296143" cy="93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para flechas dibuj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0" r="15076" b="39130"/>
          <a:stretch/>
        </p:blipFill>
        <p:spPr bwMode="auto">
          <a:xfrm rot="16200000">
            <a:off x="3260748" y="1772816"/>
            <a:ext cx="1296143" cy="93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flechas dibuj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0" r="15076" b="39130"/>
          <a:stretch/>
        </p:blipFill>
        <p:spPr bwMode="auto">
          <a:xfrm rot="5400000">
            <a:off x="2087156" y="1772816"/>
            <a:ext cx="1296143" cy="93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Resultado de imagen para flechas dibuj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0" r="15076" b="39130"/>
          <a:stretch/>
        </p:blipFill>
        <p:spPr bwMode="auto">
          <a:xfrm>
            <a:off x="4376304" y="1921559"/>
            <a:ext cx="1296143" cy="93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sultado de imagen para flechas dibuj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0" r="15076" b="39130"/>
          <a:stretch/>
        </p:blipFill>
        <p:spPr bwMode="auto">
          <a:xfrm rot="5400000">
            <a:off x="5428470" y="1772816"/>
            <a:ext cx="1296143" cy="93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488" y="1592227"/>
            <a:ext cx="1188949" cy="1145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sultado de imagen para flechas dibuj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0" r="15076" b="39130"/>
          <a:stretch/>
        </p:blipFill>
        <p:spPr bwMode="auto">
          <a:xfrm rot="5400000">
            <a:off x="791013" y="3321556"/>
            <a:ext cx="1296143" cy="93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Resultado de imagen para flechas dibuj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0" r="15076" b="39130"/>
          <a:stretch/>
        </p:blipFill>
        <p:spPr bwMode="auto">
          <a:xfrm rot="5400000">
            <a:off x="2554639" y="3321556"/>
            <a:ext cx="1296143" cy="93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Resultado de imagen para flechas dibuj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0" r="15076" b="39130"/>
          <a:stretch/>
        </p:blipFill>
        <p:spPr bwMode="auto">
          <a:xfrm rot="5400000">
            <a:off x="4376303" y="3226265"/>
            <a:ext cx="1296143" cy="93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Resultado de imagen para flechas dibuj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0" r="15076" b="39130"/>
          <a:stretch/>
        </p:blipFill>
        <p:spPr bwMode="auto">
          <a:xfrm rot="16200000">
            <a:off x="1630837" y="3220437"/>
            <a:ext cx="1296143" cy="93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Resultado de imagen para flechas dibuj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0" r="15076" b="39130"/>
          <a:stretch/>
        </p:blipFill>
        <p:spPr bwMode="auto">
          <a:xfrm rot="16200000">
            <a:off x="3422171" y="3220437"/>
            <a:ext cx="1296143" cy="93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Resultado de imagen para flechas dibuj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0" r="15076" b="39130"/>
          <a:stretch/>
        </p:blipFill>
        <p:spPr bwMode="auto">
          <a:xfrm rot="16200000">
            <a:off x="5311271" y="3220438"/>
            <a:ext cx="1296143" cy="93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692" y="3284984"/>
            <a:ext cx="1151807" cy="110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Resultado de imagen para flechas dibuj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0" r="15076" b="39130"/>
          <a:stretch/>
        </p:blipFill>
        <p:spPr bwMode="auto">
          <a:xfrm>
            <a:off x="791012" y="4797152"/>
            <a:ext cx="1296143" cy="93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Resultado de imagen para flechas dibuj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0" r="15076" b="39130"/>
          <a:stretch/>
        </p:blipFill>
        <p:spPr bwMode="auto">
          <a:xfrm>
            <a:off x="2098321" y="4797152"/>
            <a:ext cx="1296143" cy="93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Resultado de imagen para flechas dibuj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0" r="15076" b="39130"/>
          <a:stretch/>
        </p:blipFill>
        <p:spPr bwMode="auto">
          <a:xfrm rot="5400000">
            <a:off x="3213876" y="4797152"/>
            <a:ext cx="1296143" cy="93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Resultado de imagen para flechas dibuj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0" r="15076" b="39130"/>
          <a:stretch/>
        </p:blipFill>
        <p:spPr bwMode="auto">
          <a:xfrm>
            <a:off x="4316106" y="4797152"/>
            <a:ext cx="1296143" cy="93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Resultado de imagen para flechas dibuj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0" r="15076" b="39130"/>
          <a:stretch/>
        </p:blipFill>
        <p:spPr bwMode="auto">
          <a:xfrm>
            <a:off x="5672447" y="4797152"/>
            <a:ext cx="1296143" cy="93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488" y="4859443"/>
            <a:ext cx="964389" cy="929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26 Rectángulo"/>
          <p:cNvSpPr/>
          <p:nvPr/>
        </p:nvSpPr>
        <p:spPr>
          <a:xfrm>
            <a:off x="1909134" y="621653"/>
            <a:ext cx="513358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¿ Quién viene ahora?</a:t>
            </a:r>
            <a:endParaRPr lang="es-ES" sz="4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28" name="27 Conector recto"/>
          <p:cNvCxnSpPr/>
          <p:nvPr/>
        </p:nvCxnSpPr>
        <p:spPr>
          <a:xfrm>
            <a:off x="467544" y="2888372"/>
            <a:ext cx="820891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28 Arco"/>
          <p:cNvSpPr/>
          <p:nvPr/>
        </p:nvSpPr>
        <p:spPr>
          <a:xfrm>
            <a:off x="-1836712" y="25602"/>
            <a:ext cx="3024336" cy="3547414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2" name="31 Conector recto"/>
          <p:cNvCxnSpPr/>
          <p:nvPr/>
        </p:nvCxnSpPr>
        <p:spPr>
          <a:xfrm>
            <a:off x="443478" y="4623191"/>
            <a:ext cx="823297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1163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2114</TotalTime>
  <Words>86</Words>
  <Application>Microsoft Office PowerPoint</Application>
  <PresentationFormat>Presentación en pantalla (4:3)</PresentationFormat>
  <Paragraphs>17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16</cp:revision>
  <dcterms:created xsi:type="dcterms:W3CDTF">2019-04-17T00:17:45Z</dcterms:created>
  <dcterms:modified xsi:type="dcterms:W3CDTF">2019-06-20T01:03:51Z</dcterms:modified>
</cp:coreProperties>
</file>