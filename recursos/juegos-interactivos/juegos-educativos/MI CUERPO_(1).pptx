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1" r:id="rId4"/>
    <p:sldId id="257" r:id="rId5"/>
    <p:sldId id="259" r:id="rId6"/>
    <p:sldId id="258" r:id="rId7"/>
    <p:sldId id="260" r:id="rId8"/>
    <p:sldId id="265" r:id="rId9"/>
    <p:sldId id="262" r:id="rId10"/>
    <p:sldId id="263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759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227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72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672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380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95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918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652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934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620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91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38C99-1133-4F7A-9D63-15060571EC3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94C36-7E50-4B1D-A2C5-2BED06CC4C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456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bordes de niÃ±os animad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79"/>
          <a:stretch/>
        </p:blipFill>
        <p:spPr bwMode="auto">
          <a:xfrm>
            <a:off x="323528" y="260647"/>
            <a:ext cx="8352928" cy="6192689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539319" y="692696"/>
            <a:ext cx="7921345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El </a:t>
            </a:r>
            <a:r>
              <a:rPr lang="es-ES" sz="6000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cuerpo humano</a:t>
            </a:r>
            <a:endParaRPr lang="es-ES" sz="60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53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sultado de imagen para el cuerpo actividades preescol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9" y="13645"/>
            <a:ext cx="9134191" cy="692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95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993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6063" y="980728"/>
            <a:ext cx="61918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El cuerpo de divide en 3 partes: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6" name="Picture 2" descr="Resultado de imagen para dibujo de cabez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t="7166" r="24010" b="7762"/>
          <a:stretch/>
        </p:blipFill>
        <p:spPr bwMode="auto">
          <a:xfrm>
            <a:off x="1212242" y="1500490"/>
            <a:ext cx="1822972" cy="218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de tronco cuerp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4" t="18823" r="10349" b="11690"/>
          <a:stretch/>
        </p:blipFill>
        <p:spPr bwMode="auto">
          <a:xfrm>
            <a:off x="5765712" y="1876830"/>
            <a:ext cx="1902239" cy="196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686" y="4123526"/>
            <a:ext cx="1277686" cy="158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8" r="16866"/>
          <a:stretch/>
        </p:blipFill>
        <p:spPr bwMode="auto">
          <a:xfrm>
            <a:off x="2843620" y="4083151"/>
            <a:ext cx="1683658" cy="215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716016" y="5340854"/>
            <a:ext cx="2448272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dirty="0" smtClean="0"/>
              <a:t>Extremidades</a:t>
            </a:r>
            <a:endParaRPr lang="es-CL" sz="28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5508105" y="3861916"/>
            <a:ext cx="212462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dirty="0" smtClean="0"/>
              <a:t>       tronco</a:t>
            </a:r>
            <a:endParaRPr lang="es-CL" sz="2800" dirty="0"/>
          </a:p>
        </p:txBody>
      </p:sp>
      <p:sp>
        <p:nvSpPr>
          <p:cNvPr id="15" name="14 CuadroTexto"/>
          <p:cNvSpPr txBox="1"/>
          <p:nvPr/>
        </p:nvSpPr>
        <p:spPr>
          <a:xfrm>
            <a:off x="3086573" y="2905780"/>
            <a:ext cx="180498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dirty="0" smtClean="0"/>
              <a:t>Cabeza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16270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el cuerpo humano para niÃ±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72816"/>
            <a:ext cx="3060340" cy="43514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89256" y="824239"/>
            <a:ext cx="5188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Partes del cuerpo</a:t>
            </a:r>
            <a:endParaRPr lang="es-ES" sz="54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054" name="Picture 6" descr="Resultado de imagen para el esqueleto humano y sus partes para preescol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72816"/>
            <a:ext cx="2736304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03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Resultado de imagen para partes del cuerpo para preescol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Resultado de imagen para partes del cuerpo para preescola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8" descr="Resultado de imagen para partes del cuerpo para preescola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10" descr="Resultado de imagen para partes del cuerpo para preescolar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204" name="Picture 1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577" y="1412776"/>
            <a:ext cx="6205767" cy="428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462577" y="764704"/>
            <a:ext cx="5557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Nombra las partes del cuerpo.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19782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Resultado de imagen para partes del cuerpo para preescolar la ca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92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Resultado de imagen para partes del cuerpo para preescol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4457110" y="2321362"/>
            <a:ext cx="3479117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331640" y="836712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Observa la imagen y dibuja las partes que le faltan. </a:t>
            </a:r>
            <a:endParaRPr lang="es-CL" dirty="0"/>
          </a:p>
        </p:txBody>
      </p:sp>
      <p:pic>
        <p:nvPicPr>
          <p:cNvPr id="7176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15483"/>
            <a:ext cx="1811760" cy="181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Resultado de imagen para la nariz dibuj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714" y="1559724"/>
            <a:ext cx="1523277" cy="152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17" b="32899"/>
          <a:stretch/>
        </p:blipFill>
        <p:spPr bwMode="auto">
          <a:xfrm>
            <a:off x="1187624" y="3573016"/>
            <a:ext cx="3026714" cy="9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Resultado de imagen para cejas dibuj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77" y="4952277"/>
            <a:ext cx="3006874" cy="98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34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el tronco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8" t="8729" r="11393" b="15123"/>
          <a:stretch/>
        </p:blipFill>
        <p:spPr bwMode="auto">
          <a:xfrm>
            <a:off x="1187624" y="692696"/>
            <a:ext cx="676875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54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sultado de imagen para extremidades inferiores para niÃ±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764704"/>
            <a:ext cx="6336704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05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colores para f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" y="0"/>
            <a:ext cx="9128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343154" y="764704"/>
            <a:ext cx="56658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Cuántos tengo…?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 descr="Resultado de imagen para cabeza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4" t="7137" r="22593" b="8994"/>
          <a:stretch/>
        </p:blipFill>
        <p:spPr bwMode="auto">
          <a:xfrm>
            <a:off x="1331640" y="2983924"/>
            <a:ext cx="1368152" cy="162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dibujo de man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983923"/>
            <a:ext cx="1585348" cy="162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para pie dibuj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29" y="3212976"/>
            <a:ext cx="1582737" cy="125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para brazos dibuj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210" y="3212976"/>
            <a:ext cx="1846963" cy="144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lipse"/>
          <p:cNvSpPr/>
          <p:nvPr/>
        </p:nvSpPr>
        <p:spPr>
          <a:xfrm>
            <a:off x="1353564" y="5013176"/>
            <a:ext cx="1346227" cy="1034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Elipse"/>
          <p:cNvSpPr/>
          <p:nvPr/>
        </p:nvSpPr>
        <p:spPr>
          <a:xfrm>
            <a:off x="3048400" y="5013176"/>
            <a:ext cx="1346227" cy="1034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Elipse"/>
          <p:cNvSpPr/>
          <p:nvPr/>
        </p:nvSpPr>
        <p:spPr>
          <a:xfrm>
            <a:off x="4697983" y="5013176"/>
            <a:ext cx="1346227" cy="1034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Elipse"/>
          <p:cNvSpPr/>
          <p:nvPr/>
        </p:nvSpPr>
        <p:spPr>
          <a:xfrm>
            <a:off x="6335886" y="5013176"/>
            <a:ext cx="1346227" cy="1034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CuadroTexto"/>
          <p:cNvSpPr txBox="1"/>
          <p:nvPr/>
        </p:nvSpPr>
        <p:spPr>
          <a:xfrm>
            <a:off x="1353563" y="1688034"/>
            <a:ext cx="6746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 </a:t>
            </a:r>
            <a:r>
              <a:rPr lang="es-CL" sz="2400" dirty="0" smtClean="0"/>
              <a:t>Observa la imagen y escribe el número en el espacio asignado.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94528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57</Words>
  <Application>Microsoft Office PowerPoint</Application>
  <PresentationFormat>Presentación en pantalla 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2019-02-19T03:32:31Z</dcterms:created>
  <dcterms:modified xsi:type="dcterms:W3CDTF">2019-03-16T22:22:21Z</dcterms:modified>
</cp:coreProperties>
</file>