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  <p:sldId id="273" r:id="rId20"/>
    <p:sldId id="274" r:id="rId21"/>
    <p:sldId id="276" r:id="rId22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88C-1F16-4924-83CD-99E40C3413F8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CCDE-22C5-421C-8D14-2A52A67FD1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30469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88C-1F16-4924-83CD-99E40C3413F8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CCDE-22C5-421C-8D14-2A52A67FD1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8241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88C-1F16-4924-83CD-99E40C3413F8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CCDE-22C5-421C-8D14-2A52A67FD1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2069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88C-1F16-4924-83CD-99E40C3413F8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CCDE-22C5-421C-8D14-2A52A67FD1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418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88C-1F16-4924-83CD-99E40C3413F8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CCDE-22C5-421C-8D14-2A52A67FD1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1600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88C-1F16-4924-83CD-99E40C3413F8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CCDE-22C5-421C-8D14-2A52A67FD1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0423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88C-1F16-4924-83CD-99E40C3413F8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CCDE-22C5-421C-8D14-2A52A67FD1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2897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88C-1F16-4924-83CD-99E40C3413F8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CCDE-22C5-421C-8D14-2A52A67FD1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67083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88C-1F16-4924-83CD-99E40C3413F8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CCDE-22C5-421C-8D14-2A52A67FD1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611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88C-1F16-4924-83CD-99E40C3413F8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CCDE-22C5-421C-8D14-2A52A67FD1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817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88C-1F16-4924-83CD-99E40C3413F8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CCDE-22C5-421C-8D14-2A52A67FD1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1327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5488C-1F16-4924-83CD-99E40C3413F8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DCCDE-22C5-421C-8D14-2A52A67FD1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3770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e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488"/>
            <a:ext cx="9144000" cy="6842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1187624" y="1052736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Ámbito: </a:t>
            </a:r>
            <a:r>
              <a:rPr lang="es-CL" sz="2400" dirty="0" smtClean="0"/>
              <a:t>Interacción y comprensión del Entorno. </a:t>
            </a:r>
          </a:p>
          <a:p>
            <a:r>
              <a:rPr lang="es-CL" sz="2400" b="1" dirty="0" smtClean="0"/>
              <a:t>Núcleo: </a:t>
            </a:r>
            <a:r>
              <a:rPr lang="es-CL" sz="2400" dirty="0" smtClean="0"/>
              <a:t>Pensamiento Matemático.</a:t>
            </a:r>
            <a:endParaRPr lang="es-CL" sz="2400" dirty="0"/>
          </a:p>
        </p:txBody>
      </p:sp>
      <p:sp>
        <p:nvSpPr>
          <p:cNvPr id="3" name="2 Rectángulo"/>
          <p:cNvSpPr/>
          <p:nvPr/>
        </p:nvSpPr>
        <p:spPr>
          <a:xfrm>
            <a:off x="830275" y="2510817"/>
            <a:ext cx="74834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B0F0"/>
                </a:solidFill>
                <a:effectLst>
                  <a:reflection blurRad="12700" stA="28000" endPos="45000" dist="1000" dir="5400000" sy="-100000" algn="bl" rotWithShape="0"/>
                </a:effectLst>
                <a:latin typeface="Bookman Old Style" pitchFamily="18" charset="0"/>
              </a:rPr>
              <a:t>Cuantificadores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00B0F0"/>
              </a:solidFill>
              <a:effectLst>
                <a:reflection blurRad="12700" stA="28000" endPos="45000" dist="1000" dir="5400000" sy="-100000" algn="bl" rotWithShape="0"/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48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962908" y="1340768"/>
            <a:ext cx="72181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Objetivo de aprendizaje: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403648" y="2420888"/>
            <a:ext cx="56886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 smtClean="0"/>
              <a:t>Emplear cuantificadores, tales como: más/menos, mucho/poco, todo/ninguno, al comprar cantidades de objetos en situaciones cotidianas. </a:t>
            </a:r>
            <a:endParaRPr lang="es-CL" sz="2400" dirty="0"/>
          </a:p>
        </p:txBody>
      </p:sp>
      <p:pic>
        <p:nvPicPr>
          <p:cNvPr id="2050" name="Picture 2" descr="C:\Users\Manuel Alvarado\Documents\BORDES 2020\8c10907c3d30ab91753bc2b19fdb81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533" y="3429000"/>
            <a:ext cx="224790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30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de simbologia mas y men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0" t="34834" r="8028" b="22414"/>
          <a:stretch/>
        </p:blipFill>
        <p:spPr bwMode="auto">
          <a:xfrm>
            <a:off x="1020778" y="2132856"/>
            <a:ext cx="7007605" cy="170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Flecha arriba"/>
          <p:cNvSpPr/>
          <p:nvPr/>
        </p:nvSpPr>
        <p:spPr>
          <a:xfrm rot="10800000">
            <a:off x="3736718" y="3816942"/>
            <a:ext cx="546902" cy="92621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3 Flecha arriba"/>
          <p:cNvSpPr/>
          <p:nvPr/>
        </p:nvSpPr>
        <p:spPr>
          <a:xfrm rot="10800000">
            <a:off x="1670257" y="3844843"/>
            <a:ext cx="546902" cy="92621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2 Llamada de nube"/>
          <p:cNvSpPr/>
          <p:nvPr/>
        </p:nvSpPr>
        <p:spPr>
          <a:xfrm>
            <a:off x="842797" y="4869160"/>
            <a:ext cx="2232248" cy="1048757"/>
          </a:xfrm>
          <a:prstGeom prst="cloud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400" b="1" dirty="0" smtClean="0"/>
              <a:t>Mayor que</a:t>
            </a:r>
            <a:endParaRPr lang="es-CL" sz="2400" b="1" dirty="0"/>
          </a:p>
        </p:txBody>
      </p:sp>
      <p:sp>
        <p:nvSpPr>
          <p:cNvPr id="6" name="5 Llamada de nube"/>
          <p:cNvSpPr/>
          <p:nvPr/>
        </p:nvSpPr>
        <p:spPr>
          <a:xfrm>
            <a:off x="3212232" y="4877898"/>
            <a:ext cx="2232248" cy="1048757"/>
          </a:xfrm>
          <a:prstGeom prst="cloudCallou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400" b="1" dirty="0" smtClean="0"/>
              <a:t>Menor que </a:t>
            </a:r>
            <a:endParaRPr lang="es-CL" sz="2400" b="1" dirty="0"/>
          </a:p>
        </p:txBody>
      </p:sp>
      <p:sp>
        <p:nvSpPr>
          <p:cNvPr id="7" name="6 Llamada de nube"/>
          <p:cNvSpPr/>
          <p:nvPr/>
        </p:nvSpPr>
        <p:spPr>
          <a:xfrm>
            <a:off x="5760210" y="4672031"/>
            <a:ext cx="2232248" cy="1048757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400" b="1" dirty="0" smtClean="0"/>
              <a:t>Igua</a:t>
            </a:r>
            <a:r>
              <a:rPr lang="es-CL" b="1" dirty="0" smtClean="0"/>
              <a:t>l</a:t>
            </a:r>
            <a:endParaRPr lang="es-CL" b="1" dirty="0"/>
          </a:p>
        </p:txBody>
      </p:sp>
      <p:sp>
        <p:nvSpPr>
          <p:cNvPr id="8" name="7 Flecha arriba"/>
          <p:cNvSpPr/>
          <p:nvPr/>
        </p:nvSpPr>
        <p:spPr>
          <a:xfrm rot="10800000">
            <a:off x="6602883" y="3671267"/>
            <a:ext cx="546902" cy="92621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Rectángulo"/>
          <p:cNvSpPr/>
          <p:nvPr/>
        </p:nvSpPr>
        <p:spPr>
          <a:xfrm>
            <a:off x="1150113" y="980728"/>
            <a:ext cx="63564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Aprende los símbolos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9428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Llamada rectangular"/>
          <p:cNvSpPr/>
          <p:nvPr/>
        </p:nvSpPr>
        <p:spPr>
          <a:xfrm>
            <a:off x="4796408" y="2045715"/>
            <a:ext cx="3384376" cy="3096344"/>
          </a:xfrm>
          <a:prstGeom prst="wedgeRectCallout">
            <a:avLst/>
          </a:prstGeom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3 Llamada rectangular"/>
          <p:cNvSpPr/>
          <p:nvPr/>
        </p:nvSpPr>
        <p:spPr>
          <a:xfrm>
            <a:off x="1187624" y="2045715"/>
            <a:ext cx="3384376" cy="3096344"/>
          </a:xfrm>
          <a:prstGeom prst="wedgeRectCallout">
            <a:avLst/>
          </a:prstGeom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5" t="7241" r="21718" b="7241"/>
          <a:stretch/>
        </p:blipFill>
        <p:spPr bwMode="auto">
          <a:xfrm>
            <a:off x="1349723" y="2149043"/>
            <a:ext cx="1206053" cy="1356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5" t="7241" r="21718" b="7241"/>
          <a:stretch/>
        </p:blipFill>
        <p:spPr bwMode="auto">
          <a:xfrm>
            <a:off x="1401791" y="3597544"/>
            <a:ext cx="1219505" cy="1371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5" t="7241" r="21718" b="7241"/>
          <a:stretch/>
        </p:blipFill>
        <p:spPr bwMode="auto">
          <a:xfrm>
            <a:off x="3343230" y="2149043"/>
            <a:ext cx="1122754" cy="1263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5" t="7241" r="21718" b="7241"/>
          <a:stretch/>
        </p:blipFill>
        <p:spPr bwMode="auto">
          <a:xfrm>
            <a:off x="3272852" y="3553444"/>
            <a:ext cx="1193132" cy="1342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5" t="7241" r="21718" b="7241"/>
          <a:stretch/>
        </p:blipFill>
        <p:spPr bwMode="auto">
          <a:xfrm>
            <a:off x="4932040" y="2196634"/>
            <a:ext cx="1206053" cy="1356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5" t="7241" r="21718" b="7241"/>
          <a:stretch/>
        </p:blipFill>
        <p:spPr bwMode="auto">
          <a:xfrm>
            <a:off x="6660232" y="2301443"/>
            <a:ext cx="1206053" cy="1356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5" t="7241" r="21718" b="7241"/>
          <a:stretch/>
        </p:blipFill>
        <p:spPr bwMode="auto">
          <a:xfrm>
            <a:off x="5652120" y="3532284"/>
            <a:ext cx="1206053" cy="1356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340045" y="1122385"/>
            <a:ext cx="691272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¿Dónde hay más manzanas?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129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Llamada rectangular"/>
          <p:cNvSpPr/>
          <p:nvPr/>
        </p:nvSpPr>
        <p:spPr>
          <a:xfrm>
            <a:off x="1210219" y="1952240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3" name="2 Llamada rectangular"/>
          <p:cNvSpPr/>
          <p:nvPr/>
        </p:nvSpPr>
        <p:spPr>
          <a:xfrm>
            <a:off x="4868394" y="2015352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141240"/>
            <a:ext cx="1672685" cy="1252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4" descr="Resultado de imagen de dibujo de lapi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297" y="3636862"/>
            <a:ext cx="1672685" cy="1252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766" y="2498016"/>
            <a:ext cx="1368152" cy="1024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511" y="2383963"/>
            <a:ext cx="1672685" cy="1252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125" y="3744305"/>
            <a:ext cx="1672685" cy="1252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1469504" y="1122385"/>
            <a:ext cx="665380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¿Dónde hay menos lápices?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046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Llamada rectangular"/>
          <p:cNvSpPr/>
          <p:nvPr/>
        </p:nvSpPr>
        <p:spPr>
          <a:xfrm>
            <a:off x="1069115" y="1891826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3" name="2 Llamada rectangular"/>
          <p:cNvSpPr/>
          <p:nvPr/>
        </p:nvSpPr>
        <p:spPr>
          <a:xfrm>
            <a:off x="4783328" y="1891826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pic>
        <p:nvPicPr>
          <p:cNvPr id="6146" name="Picture 2" descr="Resultado de imagen de dibujo de leg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94"/>
          <a:stretch/>
        </p:blipFill>
        <p:spPr bwMode="auto">
          <a:xfrm>
            <a:off x="1499241" y="2433037"/>
            <a:ext cx="2524125" cy="253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Resultado de imagen de dibujo de leg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09"/>
          <a:stretch/>
        </p:blipFill>
        <p:spPr bwMode="auto">
          <a:xfrm>
            <a:off x="5179372" y="2442700"/>
            <a:ext cx="2592288" cy="196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508086" y="908720"/>
            <a:ext cx="626357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¿Dónde hay menos legos?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069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Llamada rectangular"/>
          <p:cNvSpPr/>
          <p:nvPr/>
        </p:nvSpPr>
        <p:spPr>
          <a:xfrm>
            <a:off x="1115616" y="1863597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4" name="3 Llamada rectangular"/>
          <p:cNvSpPr/>
          <p:nvPr/>
        </p:nvSpPr>
        <p:spPr>
          <a:xfrm>
            <a:off x="4746727" y="1863596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48"/>
          <a:stretch/>
        </p:blipFill>
        <p:spPr bwMode="auto">
          <a:xfrm>
            <a:off x="1439652" y="2348880"/>
            <a:ext cx="2736304" cy="2736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18"/>
          <a:stretch/>
        </p:blipFill>
        <p:spPr bwMode="auto">
          <a:xfrm>
            <a:off x="5147351" y="2801069"/>
            <a:ext cx="2736304" cy="149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969992" y="980728"/>
            <a:ext cx="565283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¿Dónde hay más legos?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307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Llamada rectangular"/>
          <p:cNvSpPr/>
          <p:nvPr/>
        </p:nvSpPr>
        <p:spPr>
          <a:xfrm>
            <a:off x="1115616" y="1863597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3" name="2 Llamada rectangular"/>
          <p:cNvSpPr/>
          <p:nvPr/>
        </p:nvSpPr>
        <p:spPr>
          <a:xfrm>
            <a:off x="4788024" y="1842815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24" y="2099703"/>
            <a:ext cx="1044116" cy="142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576" y="2127590"/>
            <a:ext cx="1044116" cy="142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288" y="3679836"/>
            <a:ext cx="1044116" cy="142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557" y="3679835"/>
            <a:ext cx="1044116" cy="142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58" y="1924259"/>
            <a:ext cx="1044116" cy="142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038" y="3679834"/>
            <a:ext cx="1044116" cy="142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154" y="2865151"/>
            <a:ext cx="1044116" cy="142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327" y="1905678"/>
            <a:ext cx="1044116" cy="142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666" y="3579017"/>
            <a:ext cx="1044116" cy="142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12 Rectángulo"/>
          <p:cNvSpPr/>
          <p:nvPr/>
        </p:nvSpPr>
        <p:spPr>
          <a:xfrm>
            <a:off x="1262024" y="908720"/>
            <a:ext cx="685097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¿Dónde hay más mariposas?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8723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Llamada rectangular"/>
          <p:cNvSpPr/>
          <p:nvPr/>
        </p:nvSpPr>
        <p:spPr>
          <a:xfrm>
            <a:off x="1115616" y="1863597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3" name="2 Llamada rectangular"/>
          <p:cNvSpPr/>
          <p:nvPr/>
        </p:nvSpPr>
        <p:spPr>
          <a:xfrm>
            <a:off x="4788024" y="1851199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4" name="AutoShape 2" descr="Resultado de imagen de dibujo de gallinita pintadi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2284857"/>
            <a:ext cx="1440160" cy="1459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804" y="3563529"/>
            <a:ext cx="1440160" cy="1459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52" y="2076286"/>
            <a:ext cx="1440160" cy="1459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212" y="2076286"/>
            <a:ext cx="1440160" cy="1459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132" y="3563529"/>
            <a:ext cx="1440160" cy="1459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1282864" y="908720"/>
            <a:ext cx="68093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¿Dónde hay menos gallinas?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464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Llamada rectangular"/>
          <p:cNvSpPr/>
          <p:nvPr/>
        </p:nvSpPr>
        <p:spPr>
          <a:xfrm>
            <a:off x="1115616" y="1863597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3" name="2 Llamada rectangular"/>
          <p:cNvSpPr/>
          <p:nvPr/>
        </p:nvSpPr>
        <p:spPr>
          <a:xfrm>
            <a:off x="4860032" y="1863596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pic>
        <p:nvPicPr>
          <p:cNvPr id="10242" name="Picture 2" descr="Resultado de imagen de dibujo de mochil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982178"/>
            <a:ext cx="1313198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de dibujo de mochil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036050"/>
            <a:ext cx="1313198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de dibujo de mochil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554219"/>
            <a:ext cx="1313198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de dibujo de mochil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445" y="3554219"/>
            <a:ext cx="1313198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1072070" y="908720"/>
            <a:ext cx="723089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¿Dónde hay ninguna mochila?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833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Llamada rectangular"/>
          <p:cNvSpPr/>
          <p:nvPr/>
        </p:nvSpPr>
        <p:spPr>
          <a:xfrm>
            <a:off x="4903708" y="1904568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3" name="2 Llamada rectangular"/>
          <p:cNvSpPr/>
          <p:nvPr/>
        </p:nvSpPr>
        <p:spPr>
          <a:xfrm>
            <a:off x="1115616" y="1863597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4" name="AutoShape 2" descr="Resultado de imagen de dibujo de perro chocol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1994462"/>
            <a:ext cx="1080120" cy="1553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994462"/>
            <a:ext cx="1080120" cy="1553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568051"/>
            <a:ext cx="1080120" cy="1553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112" y="3548218"/>
            <a:ext cx="1080120" cy="1553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1130008" y="908720"/>
            <a:ext cx="711502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¿Dónde no hay ningún</a:t>
            </a:r>
            <a:r>
              <a:rPr lang="es-ES" sz="4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perro</a:t>
            </a:r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60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Llamada rectangular"/>
          <p:cNvSpPr/>
          <p:nvPr/>
        </p:nvSpPr>
        <p:spPr>
          <a:xfrm>
            <a:off x="1115616" y="1863597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3" name="2 Llamada rectangular"/>
          <p:cNvSpPr/>
          <p:nvPr/>
        </p:nvSpPr>
        <p:spPr>
          <a:xfrm>
            <a:off x="4860032" y="1863595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pic>
        <p:nvPicPr>
          <p:cNvPr id="11266" name="Picture 2" descr="Resultado de imagen de dibujo de estrell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11" b="20112"/>
          <a:stretch/>
        </p:blipFill>
        <p:spPr bwMode="auto">
          <a:xfrm>
            <a:off x="1259632" y="2060848"/>
            <a:ext cx="1323616" cy="122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Resultado de imagen de dibujo de estrell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11" b="20112"/>
          <a:stretch/>
        </p:blipFill>
        <p:spPr bwMode="auto">
          <a:xfrm>
            <a:off x="2807804" y="2192644"/>
            <a:ext cx="1323616" cy="122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de dibujo de estrell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11" b="20112"/>
          <a:stretch/>
        </p:blipFill>
        <p:spPr bwMode="auto">
          <a:xfrm>
            <a:off x="1410573" y="3441007"/>
            <a:ext cx="1323616" cy="122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de dibujo de estrell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11" b="20112"/>
          <a:stretch/>
        </p:blipFill>
        <p:spPr bwMode="auto">
          <a:xfrm>
            <a:off x="2987824" y="3789040"/>
            <a:ext cx="1323616" cy="122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718928" y="908720"/>
            <a:ext cx="793717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¿Dónde están todas las estrellas?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8669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Llamada rectangular"/>
          <p:cNvSpPr/>
          <p:nvPr/>
        </p:nvSpPr>
        <p:spPr>
          <a:xfrm>
            <a:off x="1115616" y="1863597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4" name="3 Llamada rectangular"/>
          <p:cNvSpPr/>
          <p:nvPr/>
        </p:nvSpPr>
        <p:spPr>
          <a:xfrm>
            <a:off x="4903708" y="1904568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589845" y="908720"/>
            <a:ext cx="61953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¿Dónde hay ninguna flor?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8"/>
          <a:stretch/>
        </p:blipFill>
        <p:spPr bwMode="auto">
          <a:xfrm>
            <a:off x="1259632" y="1946344"/>
            <a:ext cx="997793" cy="1260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8"/>
          <a:stretch/>
        </p:blipFill>
        <p:spPr bwMode="auto">
          <a:xfrm>
            <a:off x="3384802" y="1946344"/>
            <a:ext cx="997793" cy="1260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8"/>
          <a:stretch/>
        </p:blipFill>
        <p:spPr bwMode="auto">
          <a:xfrm>
            <a:off x="1403648" y="3717032"/>
            <a:ext cx="997793" cy="1260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8"/>
          <a:stretch/>
        </p:blipFill>
        <p:spPr bwMode="auto">
          <a:xfrm>
            <a:off x="3347864" y="3738170"/>
            <a:ext cx="997793" cy="1260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8"/>
          <a:stretch/>
        </p:blipFill>
        <p:spPr bwMode="auto">
          <a:xfrm>
            <a:off x="2483768" y="2918050"/>
            <a:ext cx="997793" cy="1260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2789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Llamada rectangular"/>
          <p:cNvSpPr/>
          <p:nvPr/>
        </p:nvSpPr>
        <p:spPr>
          <a:xfrm>
            <a:off x="1043608" y="2144192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3" name="2 Llamada rectangular"/>
          <p:cNvSpPr/>
          <p:nvPr/>
        </p:nvSpPr>
        <p:spPr>
          <a:xfrm>
            <a:off x="4932040" y="2144191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4" name="AutoShape 2" descr="Resultado de imagen de dibujo de niñ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460" y="3068960"/>
            <a:ext cx="2457450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utoShape 5" descr="Resultado de imagen de dibujo de grupo de niño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665" y="2426022"/>
            <a:ext cx="2905125" cy="2731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014161" y="1124744"/>
            <a:ext cx="730225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¿Dónde están todos los niños?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59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Llamada rectangular"/>
          <p:cNvSpPr/>
          <p:nvPr/>
        </p:nvSpPr>
        <p:spPr>
          <a:xfrm>
            <a:off x="1043608" y="1976709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3" name="2 Llamada rectangular"/>
          <p:cNvSpPr/>
          <p:nvPr/>
        </p:nvSpPr>
        <p:spPr>
          <a:xfrm>
            <a:off x="4788024" y="1976709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4" name="AutoShape 2" descr="Resultado de imagen de dibujo de grupo de hormiga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43"/>
          <a:stretch/>
        </p:blipFill>
        <p:spPr bwMode="auto">
          <a:xfrm>
            <a:off x="1430871" y="2330833"/>
            <a:ext cx="2609850" cy="2421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9" name="Picture 5" descr="Resultado de imagen de dibujo de grupo de hormigas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79" y="2348880"/>
            <a:ext cx="2394719" cy="262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079293" y="908720"/>
            <a:ext cx="721646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¿Dónde hay menos hormigas?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10744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Llamada rectangular"/>
          <p:cNvSpPr/>
          <p:nvPr/>
        </p:nvSpPr>
        <p:spPr>
          <a:xfrm>
            <a:off x="1069116" y="2144191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3" name="2 Llamada rectangular"/>
          <p:cNvSpPr/>
          <p:nvPr/>
        </p:nvSpPr>
        <p:spPr>
          <a:xfrm>
            <a:off x="4932040" y="2144192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5" y="2420888"/>
            <a:ext cx="1076325" cy="106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648" y="4074798"/>
            <a:ext cx="1076325" cy="106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481741"/>
            <a:ext cx="1076325" cy="106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4293096"/>
            <a:ext cx="1076325" cy="106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141" y="3543779"/>
            <a:ext cx="1076325" cy="106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827" y="2259900"/>
            <a:ext cx="1076325" cy="106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065" y="2801696"/>
            <a:ext cx="1076325" cy="106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753" y="2316207"/>
            <a:ext cx="1076325" cy="106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543779"/>
            <a:ext cx="1076325" cy="106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017" y="4293096"/>
            <a:ext cx="1076325" cy="106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3543779"/>
            <a:ext cx="1076325" cy="106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"/>
          <p:cNvSpPr/>
          <p:nvPr/>
        </p:nvSpPr>
        <p:spPr>
          <a:xfrm>
            <a:off x="1165405" y="1052736"/>
            <a:ext cx="704423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¿Dónde hay muchos pollitos?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1549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Llamada rectangular"/>
          <p:cNvSpPr/>
          <p:nvPr/>
        </p:nvSpPr>
        <p:spPr>
          <a:xfrm>
            <a:off x="1043608" y="2144192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sp>
        <p:nvSpPr>
          <p:cNvPr id="3" name="2 Llamada rectangular"/>
          <p:cNvSpPr/>
          <p:nvPr/>
        </p:nvSpPr>
        <p:spPr>
          <a:xfrm>
            <a:off x="4788024" y="2128881"/>
            <a:ext cx="3384376" cy="3369243"/>
          </a:xfrm>
          <a:prstGeom prst="wedgeRectCallout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2420888"/>
            <a:ext cx="1198463" cy="11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413" y="2420887"/>
            <a:ext cx="1198463" cy="11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005064"/>
            <a:ext cx="1198463" cy="11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413" y="3991038"/>
            <a:ext cx="1198463" cy="11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660" y="2276873"/>
            <a:ext cx="1008112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156" y="2276873"/>
            <a:ext cx="1008112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2276873"/>
            <a:ext cx="1008112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660" y="4118695"/>
            <a:ext cx="1008112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421" y="3646887"/>
            <a:ext cx="1008112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406" y="4293096"/>
            <a:ext cx="1008112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13 Rectángulo"/>
          <p:cNvSpPr/>
          <p:nvPr/>
        </p:nvSpPr>
        <p:spPr>
          <a:xfrm>
            <a:off x="1566542" y="908720"/>
            <a:ext cx="624196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¿Dónde hay menos tazas?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786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esultado de imagen de simbologia mas y men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0" t="34834" r="8028" b="22414"/>
          <a:stretch/>
        </p:blipFill>
        <p:spPr bwMode="auto">
          <a:xfrm>
            <a:off x="1259632" y="2712934"/>
            <a:ext cx="7007605" cy="170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141480" y="1124744"/>
            <a:ext cx="39844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REPASAMOS: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1697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Resultado de imagen de dibujo de mas y menos actividades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9461" name="Picture 5" descr="Resultado de imagen de numeros 1 al 5 color para ni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060848"/>
            <a:ext cx="1417639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3" name="Picture 7" descr="Resultado de imagen de numeros 1 al 5 color para ni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114114"/>
            <a:ext cx="1296144" cy="1514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7" name="Picture 11" descr="Resultado de imagen de numero 6 co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776" y="1883182"/>
            <a:ext cx="246697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71" name="Picture 15" descr="Resultado de imagen de numero 4 col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912" y="376144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Estrella de 10 puntas"/>
          <p:cNvSpPr/>
          <p:nvPr/>
        </p:nvSpPr>
        <p:spPr>
          <a:xfrm>
            <a:off x="3333037" y="1883182"/>
            <a:ext cx="2381739" cy="1833850"/>
          </a:xfrm>
          <a:prstGeom prst="star10">
            <a:avLst/>
          </a:prstGeom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10 Estrella de 10 puntas"/>
          <p:cNvSpPr/>
          <p:nvPr/>
        </p:nvSpPr>
        <p:spPr>
          <a:xfrm>
            <a:off x="3419872" y="4070721"/>
            <a:ext cx="2381739" cy="1833850"/>
          </a:xfrm>
          <a:prstGeom prst="star10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11 CuadroTexto"/>
          <p:cNvSpPr txBox="1"/>
          <p:nvPr/>
        </p:nvSpPr>
        <p:spPr>
          <a:xfrm>
            <a:off x="1082349" y="1086154"/>
            <a:ext cx="7056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Actividad:  Dibuja el símbolo mayor o </a:t>
            </a:r>
            <a:r>
              <a:rPr lang="es-CL" sz="2000" b="1" dirty="0" smtClean="0"/>
              <a:t>menor </a:t>
            </a:r>
            <a:r>
              <a:rPr lang="es-CL" sz="2000" b="1" dirty="0" smtClean="0"/>
              <a:t>que en las siguientes situaciones. </a:t>
            </a:r>
            <a:endParaRPr lang="es-CL" sz="2000" b="1" dirty="0"/>
          </a:p>
        </p:txBody>
      </p:sp>
    </p:spTree>
    <p:extLst>
      <p:ext uri="{BB962C8B-B14F-4D97-AF65-F5344CB8AC3E}">
        <p14:creationId xmlns:p14="http://schemas.microsoft.com/office/powerpoint/2010/main" val="10696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Estrella de 10 puntas"/>
          <p:cNvSpPr/>
          <p:nvPr/>
        </p:nvSpPr>
        <p:spPr>
          <a:xfrm>
            <a:off x="3333037" y="1883182"/>
            <a:ext cx="2381739" cy="1833850"/>
          </a:xfrm>
          <a:prstGeom prst="star10">
            <a:avLst/>
          </a:prstGeom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2 Estrella de 10 puntas"/>
          <p:cNvSpPr/>
          <p:nvPr/>
        </p:nvSpPr>
        <p:spPr>
          <a:xfrm>
            <a:off x="3485437" y="4077072"/>
            <a:ext cx="2381739" cy="1833850"/>
          </a:xfrm>
          <a:prstGeom prst="star10">
            <a:avLst/>
          </a:prstGeom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AutoShape 2" descr="Resultado de imagen de numero 1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943" y="2023819"/>
            <a:ext cx="2290113" cy="1333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utoShape 5" descr="Resultado de imagen de numero 8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1751102"/>
            <a:ext cx="1584176" cy="1605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712" y="4011369"/>
            <a:ext cx="1561169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9" name="Picture 9" descr="Resultado de imagen de numero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388" y="3717032"/>
            <a:ext cx="1781175" cy="225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CuadroTexto"/>
          <p:cNvSpPr txBox="1"/>
          <p:nvPr/>
        </p:nvSpPr>
        <p:spPr>
          <a:xfrm>
            <a:off x="1048819" y="1015119"/>
            <a:ext cx="7056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Actividad:  Dibuja el símbolo mayor o </a:t>
            </a:r>
            <a:r>
              <a:rPr lang="es-CL" sz="2000" b="1" dirty="0" smtClean="0"/>
              <a:t>menor </a:t>
            </a:r>
            <a:r>
              <a:rPr lang="es-CL" sz="2000" b="1" dirty="0" smtClean="0"/>
              <a:t>que en las siguientes situaciones. </a:t>
            </a:r>
            <a:endParaRPr lang="es-CL" sz="2000" b="1" dirty="0"/>
          </a:p>
        </p:txBody>
      </p:sp>
    </p:spTree>
    <p:extLst>
      <p:ext uri="{BB962C8B-B14F-4D97-AF65-F5344CB8AC3E}">
        <p14:creationId xmlns:p14="http://schemas.microsoft.com/office/powerpoint/2010/main" val="2251767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Estrella de 10 puntas"/>
          <p:cNvSpPr/>
          <p:nvPr/>
        </p:nvSpPr>
        <p:spPr>
          <a:xfrm>
            <a:off x="3419872" y="4070721"/>
            <a:ext cx="2381739" cy="1833850"/>
          </a:xfrm>
          <a:prstGeom prst="star10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2 Estrella de 10 puntas"/>
          <p:cNvSpPr/>
          <p:nvPr/>
        </p:nvSpPr>
        <p:spPr>
          <a:xfrm>
            <a:off x="3402926" y="2060848"/>
            <a:ext cx="2381739" cy="1833850"/>
          </a:xfrm>
          <a:prstGeom prst="star10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AutoShape 2" descr="Resultado de imagen de numero 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8514">
            <a:off x="1552067" y="1811504"/>
            <a:ext cx="1358536" cy="1936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utoShape 5" descr="Resultado de imagen de numero 4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255" y="2037056"/>
            <a:ext cx="1533097" cy="1752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1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69" t="8676" r="18444" b="10619"/>
          <a:stretch/>
        </p:blipFill>
        <p:spPr bwMode="auto">
          <a:xfrm>
            <a:off x="1475656" y="3894697"/>
            <a:ext cx="1728192" cy="2022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3" name="Picture 9" descr="Resultado de imagen de numero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770" y="4070721"/>
            <a:ext cx="1548898" cy="196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CuadroTexto"/>
          <p:cNvSpPr txBox="1"/>
          <p:nvPr/>
        </p:nvSpPr>
        <p:spPr>
          <a:xfrm>
            <a:off x="997884" y="1058833"/>
            <a:ext cx="7056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Actividad:  Dibuja el símbolo mayor </a:t>
            </a:r>
            <a:r>
              <a:rPr lang="es-CL" sz="2000" b="1" smtClean="0"/>
              <a:t>o </a:t>
            </a:r>
            <a:r>
              <a:rPr lang="es-CL" sz="2000" b="1" smtClean="0"/>
              <a:t>menor que </a:t>
            </a:r>
            <a:r>
              <a:rPr lang="es-CL" sz="2000" b="1" dirty="0" smtClean="0"/>
              <a:t>en las siguientes situaciones. </a:t>
            </a:r>
            <a:endParaRPr lang="es-CL" sz="2000" b="1" dirty="0"/>
          </a:p>
        </p:txBody>
      </p:sp>
    </p:spTree>
    <p:extLst>
      <p:ext uri="{BB962C8B-B14F-4D97-AF65-F5344CB8AC3E}">
        <p14:creationId xmlns:p14="http://schemas.microsoft.com/office/powerpoint/2010/main" val="2713434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7317</TotalTime>
  <Words>178</Words>
  <Application>Microsoft Office PowerPoint</Application>
  <PresentationFormat>Presentación en pantalla (4:3)</PresentationFormat>
  <Paragraphs>27</Paragraphs>
  <Slides>21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13</cp:revision>
  <dcterms:created xsi:type="dcterms:W3CDTF">2020-01-15T20:31:47Z</dcterms:created>
  <dcterms:modified xsi:type="dcterms:W3CDTF">2020-01-23T00:30:17Z</dcterms:modified>
</cp:coreProperties>
</file>