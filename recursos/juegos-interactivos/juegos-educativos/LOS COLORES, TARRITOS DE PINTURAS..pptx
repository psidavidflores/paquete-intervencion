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656" y="-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77A2F-5F82-443D-AD20-60E9441C0EA3}" type="datetimeFigureOut">
              <a:rPr lang="es-CL" smtClean="0"/>
              <a:t>30-12-2019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1EDE-5793-4CED-B8FD-DDCE0A095F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9895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77A2F-5F82-443D-AD20-60E9441C0EA3}" type="datetimeFigureOut">
              <a:rPr lang="es-CL" smtClean="0"/>
              <a:t>30-12-2019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1EDE-5793-4CED-B8FD-DDCE0A095F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1821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77A2F-5F82-443D-AD20-60E9441C0EA3}" type="datetimeFigureOut">
              <a:rPr lang="es-CL" smtClean="0"/>
              <a:t>30-12-2019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1EDE-5793-4CED-B8FD-DDCE0A095F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4227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77A2F-5F82-443D-AD20-60E9441C0EA3}" type="datetimeFigureOut">
              <a:rPr lang="es-CL" smtClean="0"/>
              <a:t>30-12-2019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1EDE-5793-4CED-B8FD-DDCE0A095F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063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77A2F-5F82-443D-AD20-60E9441C0EA3}" type="datetimeFigureOut">
              <a:rPr lang="es-CL" smtClean="0"/>
              <a:t>30-12-2019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1EDE-5793-4CED-B8FD-DDCE0A095F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6182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77A2F-5F82-443D-AD20-60E9441C0EA3}" type="datetimeFigureOut">
              <a:rPr lang="es-CL" smtClean="0"/>
              <a:t>30-12-2019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1EDE-5793-4CED-B8FD-DDCE0A095F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0712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77A2F-5F82-443D-AD20-60E9441C0EA3}" type="datetimeFigureOut">
              <a:rPr lang="es-CL" smtClean="0"/>
              <a:t>30-12-2019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1EDE-5793-4CED-B8FD-DDCE0A095F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660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77A2F-5F82-443D-AD20-60E9441C0EA3}" type="datetimeFigureOut">
              <a:rPr lang="es-CL" smtClean="0"/>
              <a:t>30-12-2019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1EDE-5793-4CED-B8FD-DDCE0A095F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76728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77A2F-5F82-443D-AD20-60E9441C0EA3}" type="datetimeFigureOut">
              <a:rPr lang="es-CL" smtClean="0"/>
              <a:t>30-12-2019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1EDE-5793-4CED-B8FD-DDCE0A095F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222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77A2F-5F82-443D-AD20-60E9441C0EA3}" type="datetimeFigureOut">
              <a:rPr lang="es-CL" smtClean="0"/>
              <a:t>30-12-2019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1EDE-5793-4CED-B8FD-DDCE0A095F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6902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77A2F-5F82-443D-AD20-60E9441C0EA3}" type="datetimeFigureOut">
              <a:rPr lang="es-CL" smtClean="0"/>
              <a:t>30-12-2019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1EDE-5793-4CED-B8FD-DDCE0A095F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679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77A2F-5F82-443D-AD20-60E9441C0EA3}" type="datetimeFigureOut">
              <a:rPr lang="es-CL" smtClean="0"/>
              <a:t>30-12-2019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C1EDE-5793-4CED-B8FD-DDCE0A095F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5331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image" Target="../media/image36.jpeg"/><Relationship Id="rId7" Type="http://schemas.openxmlformats.org/officeDocument/2006/relationships/image" Target="../media/image40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eg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7" Type="http://schemas.openxmlformats.org/officeDocument/2006/relationships/image" Target="../media/image47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7" Type="http://schemas.openxmlformats.org/officeDocument/2006/relationships/image" Target="../media/image53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7" Type="http://schemas.openxmlformats.org/officeDocument/2006/relationships/image" Target="../media/image59.jpeg"/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7" Type="http://schemas.openxmlformats.org/officeDocument/2006/relationships/image" Target="../media/image65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jpeg"/><Relationship Id="rId5" Type="http://schemas.openxmlformats.org/officeDocument/2006/relationships/image" Target="../media/image63.jpeg"/><Relationship Id="rId4" Type="http://schemas.openxmlformats.org/officeDocument/2006/relationships/image" Target="../media/image6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7" Type="http://schemas.openxmlformats.org/officeDocument/2006/relationships/image" Target="../media/image71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jpeg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77.jpeg"/><Relationship Id="rId7" Type="http://schemas.openxmlformats.org/officeDocument/2006/relationships/image" Target="../media/image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jpeg"/><Relationship Id="rId5" Type="http://schemas.openxmlformats.org/officeDocument/2006/relationships/image" Target="../media/image79.jpeg"/><Relationship Id="rId4" Type="http://schemas.openxmlformats.org/officeDocument/2006/relationships/image" Target="../media/image78.jpeg"/><Relationship Id="rId9" Type="http://schemas.openxmlformats.org/officeDocument/2006/relationships/image" Target="../media/image4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81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7" Type="http://schemas.openxmlformats.org/officeDocument/2006/relationships/image" Target="../media/image43.jpe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jpeg"/><Relationship Id="rId5" Type="http://schemas.openxmlformats.org/officeDocument/2006/relationships/image" Target="../media/image66.png"/><Relationship Id="rId4" Type="http://schemas.openxmlformats.org/officeDocument/2006/relationships/image" Target="../media/image5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anuel Alvarado\Documents\BORDES 2020\0550ec6e4a7390696ace592e80ccb82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70161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18119" y="692696"/>
            <a:ext cx="610776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Freestyle Script" pitchFamily="66" charset="0"/>
              </a:rPr>
              <a:t>Hoy aprenderemos:</a:t>
            </a:r>
            <a:endParaRPr lang="es-ES" sz="9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Freestyle Script" pitchFamily="66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325405" y="2475861"/>
            <a:ext cx="6493189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800" cap="none" spc="0" dirty="0" smtClean="0">
                <a:ln w="11430"/>
                <a:solidFill>
                  <a:srgbClr val="7030A0"/>
                </a:solidFill>
                <a:latin typeface="Cooper Black" pitchFamily="18" charset="0"/>
              </a:rPr>
              <a:t>Los colores</a:t>
            </a:r>
            <a:endParaRPr lang="es-ES" sz="8800" cap="none" spc="0" dirty="0">
              <a:ln w="11430"/>
              <a:solidFill>
                <a:srgbClr val="7030A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39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dibujo colores roj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341231"/>
            <a:ext cx="1887188" cy="152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para dibujo colores roj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022" y="3087804"/>
            <a:ext cx="1561355" cy="156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dibujo colores roj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9" t="14085" r="12954" b="9937"/>
          <a:stretch/>
        </p:blipFill>
        <p:spPr bwMode="auto">
          <a:xfrm>
            <a:off x="6643860" y="4102727"/>
            <a:ext cx="1528540" cy="1724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Resultado de imagen para dibujo colores roj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281" y="935039"/>
            <a:ext cx="2216119" cy="217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sultado de imagen para dibujo manzan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4" t="7681" r="16339" b="6594"/>
          <a:stretch/>
        </p:blipFill>
        <p:spPr bwMode="auto">
          <a:xfrm>
            <a:off x="1187624" y="935039"/>
            <a:ext cx="1932152" cy="191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12" descr="Resultado de imagen para dibujo de guind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3" name="AutoShape 14" descr="Resultado de imagen para dibujo de guind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6" descr="Resultado de imagen para dibujo de guind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3089" name="Picture 1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195" y="1906167"/>
            <a:ext cx="2419350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90" name="Picture 18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6" r="16634"/>
          <a:stretch/>
        </p:blipFill>
        <p:spPr bwMode="auto">
          <a:xfrm>
            <a:off x="2991918" y="4761723"/>
            <a:ext cx="1496281" cy="1322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004697" y="571033"/>
            <a:ext cx="3196837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latin typeface="Cooper Black" pitchFamily="18" charset="0"/>
              </a:rPr>
              <a:t>ROJO</a:t>
            </a:r>
            <a:endParaRPr lang="es-ES" sz="8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53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85875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495" y="3373821"/>
            <a:ext cx="2419350" cy="243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 descr="Resultado de imagen para verde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1791314"/>
            <a:ext cx="1788418" cy="190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220" y="3933056"/>
            <a:ext cx="1823219" cy="2022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845" y="3286136"/>
            <a:ext cx="2347292" cy="2722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11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4033" y="1617781"/>
            <a:ext cx="1668104" cy="166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2578363" y="571033"/>
            <a:ext cx="4049507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solidFill>
                  <a:srgbClr val="00B050"/>
                </a:solidFill>
                <a:latin typeface="Cooper Black" pitchFamily="18" charset="0"/>
              </a:rPr>
              <a:t>VERDE</a:t>
            </a:r>
            <a:endParaRPr lang="es-ES" sz="8000" b="1" cap="none" spc="0" dirty="0">
              <a:ln w="11430"/>
              <a:solidFill>
                <a:srgbClr val="00B05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27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esultado de imagen para dibujo azu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1762125" cy="176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Resultado de imagen para dibujo color azu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5126" name="Picture 6" descr="Resultado de imagen para dibujo color azu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3" y="3955857"/>
            <a:ext cx="2065412" cy="206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Resultado de imagen para dibujo color azu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928277">
            <a:off x="6202544" y="3939353"/>
            <a:ext cx="2880320" cy="1165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Resultado de imagen para dibujo color azu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717" y="4293096"/>
            <a:ext cx="2087546" cy="193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Imagen relacionad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01"/>
          <a:stretch/>
        </p:blipFill>
        <p:spPr bwMode="auto">
          <a:xfrm>
            <a:off x="6322061" y="1048067"/>
            <a:ext cx="1775384" cy="151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Resultado de imagen para dibujo color azul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2" r="16405"/>
          <a:stretch/>
        </p:blipFill>
        <p:spPr bwMode="auto">
          <a:xfrm>
            <a:off x="3606956" y="2380748"/>
            <a:ext cx="2068653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Imagen relacionada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93"/>
          <a:stretch/>
        </p:blipFill>
        <p:spPr bwMode="auto">
          <a:xfrm>
            <a:off x="3489154" y="4521899"/>
            <a:ext cx="1152129" cy="103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2989532" y="571033"/>
            <a:ext cx="3227167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dirty="0" smtClean="0">
                <a:ln w="11430"/>
                <a:solidFill>
                  <a:srgbClr val="0070C0"/>
                </a:solidFill>
                <a:latin typeface="Cooper Black" pitchFamily="18" charset="0"/>
              </a:rPr>
              <a:t>AZUL</a:t>
            </a:r>
            <a:endParaRPr lang="es-ES" sz="8000" b="1" cap="none" spc="0" dirty="0">
              <a:ln w="11430"/>
              <a:solidFill>
                <a:srgbClr val="0070C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72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284" y="1695416"/>
            <a:ext cx="1643108" cy="177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21"/>
          <a:stretch/>
        </p:blipFill>
        <p:spPr bwMode="auto">
          <a:xfrm>
            <a:off x="1475656" y="3501008"/>
            <a:ext cx="1903298" cy="2292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33036"/>
            <a:ext cx="1402085" cy="1402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 descr="Resultado de imagen para dibujo color amarill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341" y="3801426"/>
            <a:ext cx="2147035" cy="1992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Resultado de imagen para dibujo color amarill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554270" y="4182920"/>
            <a:ext cx="2052228" cy="116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Resultado de imagen para dibujo color amarillo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4" t="10545" r="9645" b="8600"/>
          <a:stretch/>
        </p:blipFill>
        <p:spPr bwMode="auto">
          <a:xfrm>
            <a:off x="3995936" y="1695416"/>
            <a:ext cx="1670126" cy="166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2154881" y="571033"/>
            <a:ext cx="489646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dirty="0" smtClean="0">
                <a:ln w="11430"/>
                <a:solidFill>
                  <a:srgbClr val="FFFF00"/>
                </a:solidFill>
                <a:latin typeface="Cooper Black" pitchFamily="18" charset="0"/>
              </a:rPr>
              <a:t>Amarillo</a:t>
            </a:r>
            <a:endParaRPr lang="es-ES" sz="8000" b="1" cap="none" spc="0" dirty="0">
              <a:ln w="11430"/>
              <a:solidFill>
                <a:srgbClr val="FFFF0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33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Resultado de imagen para dibujo color naran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3" name="AutoShape 4" descr="Resultado de imagen para dibujo color naranj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717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800"/>
            <a:ext cx="2420959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246" y="3501008"/>
            <a:ext cx="2313183" cy="220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657905"/>
            <a:ext cx="2021210" cy="2207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9" name="Picture 11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809" y="4077072"/>
            <a:ext cx="2525266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1" name="Picture 13" descr="Resultado de imagen para dibujo color naranj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851811"/>
            <a:ext cx="1298290" cy="184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3" name="Picture 15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739742">
            <a:off x="3416740" y="4338658"/>
            <a:ext cx="2529447" cy="95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1421187" y="571033"/>
            <a:ext cx="636385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dirty="0" smtClean="0">
                <a:ln w="11430"/>
                <a:solidFill>
                  <a:schemeClr val="accent6">
                    <a:lumMod val="60000"/>
                    <a:lumOff val="40000"/>
                  </a:schemeClr>
                </a:solidFill>
                <a:latin typeface="Cooper Black" pitchFamily="18" charset="0"/>
              </a:rPr>
              <a:t>Anaranjado</a:t>
            </a:r>
            <a:endParaRPr lang="es-ES" sz="8000" b="1" cap="none" spc="0" dirty="0">
              <a:ln w="11430"/>
              <a:solidFill>
                <a:schemeClr val="accent6">
                  <a:lumMod val="60000"/>
                  <a:lumOff val="40000"/>
                </a:schemeClr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22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376" y="1900588"/>
            <a:ext cx="1752599" cy="1752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flor mor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763361"/>
            <a:ext cx="1960834" cy="232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esultado de imagen para uvas mor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628402"/>
            <a:ext cx="2318979" cy="154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8" descr="Resultado de imagen para dibujo de berenje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3" name="AutoShape 10" descr="Resultado de imagen para dibujo de berenjen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2" descr="Resultado de imagen para dibujo de berenjen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8205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354" y="4193694"/>
            <a:ext cx="1978216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utoShape 15" descr="Resultado de imagen para color morado objetos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17" descr="Resultado de imagen para color morado objetos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8211" name="Picture 19" descr="Resultado de imagen para color morado objeto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506" y="4293096"/>
            <a:ext cx="2661139" cy="1796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3" name="Picture 21" descr="Resultado de imagen para color morado objeto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042" y="1855169"/>
            <a:ext cx="1770558" cy="177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5" name="Picture 23" descr="Resultado de imagen para color morado objetos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4" b="7852"/>
          <a:stretch/>
        </p:blipFill>
        <p:spPr bwMode="auto">
          <a:xfrm>
            <a:off x="4943581" y="3221343"/>
            <a:ext cx="3243541" cy="101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13 Rectángulo"/>
          <p:cNvSpPr/>
          <p:nvPr/>
        </p:nvSpPr>
        <p:spPr>
          <a:xfrm>
            <a:off x="2024526" y="571033"/>
            <a:ext cx="515718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dirty="0" smtClean="0">
                <a:ln w="11430"/>
                <a:solidFill>
                  <a:srgbClr val="7030A0"/>
                </a:solidFill>
                <a:latin typeface="Cooper Black" pitchFamily="18" charset="0"/>
              </a:rPr>
              <a:t>MORADO</a:t>
            </a:r>
            <a:endParaRPr lang="es-ES" sz="8000" b="1" cap="none" spc="0" dirty="0">
              <a:ln w="11430"/>
              <a:solidFill>
                <a:srgbClr val="7030A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88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Resultado de imagen para pantera ros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962814"/>
            <a:ext cx="1613791" cy="2402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Resultado de imagen para dibujo de cerd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3" name="AutoShape 6" descr="Resultado de imagen para dibujo de cerd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8" descr="Resultado de imagen para dibujo de cerdo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10" descr="Resultado de imagen para dibujo de cerdo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228" name="Picture 12" descr="Resultado de imagen para dibujo de cer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3" y="1757705"/>
            <a:ext cx="1488561" cy="187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Resultado de imagen para rosa ros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0" t="13034" r="6895" b="15995"/>
          <a:stretch/>
        </p:blipFill>
        <p:spPr bwMode="auto">
          <a:xfrm>
            <a:off x="1054699" y="4280653"/>
            <a:ext cx="2585545" cy="176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2" name="Picture 16" descr="Resultado de imagen para lapiz rosado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2" r="12507"/>
          <a:stretch/>
        </p:blipFill>
        <p:spPr bwMode="auto">
          <a:xfrm>
            <a:off x="4252591" y="4072889"/>
            <a:ext cx="1543545" cy="200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4" name="Picture 18" descr="Resultado de imagen para color rosado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1" r="22612" b="21870"/>
          <a:stretch/>
        </p:blipFill>
        <p:spPr bwMode="auto">
          <a:xfrm>
            <a:off x="3851919" y="2123088"/>
            <a:ext cx="1808551" cy="194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6" name="Picture 20" descr="Resultado de imagen para color rosado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1" r="20648"/>
          <a:stretch/>
        </p:blipFill>
        <p:spPr bwMode="auto">
          <a:xfrm>
            <a:off x="6276144" y="3654109"/>
            <a:ext cx="1800641" cy="246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1 Rectángulo"/>
          <p:cNvSpPr/>
          <p:nvPr/>
        </p:nvSpPr>
        <p:spPr>
          <a:xfrm>
            <a:off x="2168444" y="571033"/>
            <a:ext cx="486934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solidFill>
                  <a:srgbClr val="BC0499"/>
                </a:solidFill>
                <a:latin typeface="Cooper Black" pitchFamily="18" charset="0"/>
              </a:rPr>
              <a:t>ROSADO</a:t>
            </a:r>
            <a:endParaRPr lang="es-ES" sz="8000" b="1" cap="none" spc="0" dirty="0">
              <a:ln w="11430"/>
              <a:solidFill>
                <a:srgbClr val="BC0499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7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Resultado de imagen para color  caf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9" r="15417"/>
          <a:stretch/>
        </p:blipFill>
        <p:spPr bwMode="auto">
          <a:xfrm>
            <a:off x="6156176" y="1916832"/>
            <a:ext cx="1656184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Resultado de imagen para color  caf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67" b="54904"/>
          <a:stretch/>
        </p:blipFill>
        <p:spPr bwMode="auto">
          <a:xfrm>
            <a:off x="1613734" y="1917674"/>
            <a:ext cx="1446098" cy="179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6" descr="Resultado de imagen para color  caf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248" name="Picture 8" descr="Resultado de imagen para color  cafe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7" r="19725"/>
          <a:stretch/>
        </p:blipFill>
        <p:spPr bwMode="auto">
          <a:xfrm>
            <a:off x="1331640" y="3717032"/>
            <a:ext cx="1728192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Resultado de imagen para color  caf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932607"/>
            <a:ext cx="1872208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 descr="Resultado de imagen para color  caf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292885"/>
            <a:ext cx="3337884" cy="180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Resultado de imagen para chocolat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274185"/>
            <a:ext cx="2436031" cy="206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3066211" y="764704"/>
            <a:ext cx="314829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dirty="0" smtClean="0">
                <a:ln w="11430"/>
                <a:solidFill>
                  <a:schemeClr val="bg2">
                    <a:lumMod val="25000"/>
                  </a:schemeClr>
                </a:solidFill>
                <a:latin typeface="Cooper Black" pitchFamily="18" charset="0"/>
              </a:rPr>
              <a:t>CAFÈ</a:t>
            </a:r>
            <a:endParaRPr lang="es-ES" sz="8000" b="1" cap="none" spc="0" dirty="0">
              <a:ln w="11430"/>
              <a:solidFill>
                <a:schemeClr val="bg2">
                  <a:lumMod val="25000"/>
                </a:schemeClr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70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sultado de imagen para dibujo de niev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630" y="2015264"/>
            <a:ext cx="1728192" cy="159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Resultado de imagen para dibujo de niev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611838"/>
            <a:ext cx="2219743" cy="2392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Resultado de imagen para dibujo de color blanc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1187624" y="4077072"/>
            <a:ext cx="1836204" cy="2016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Resultado de imagen para dibujo de mue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077072"/>
            <a:ext cx="1779622" cy="1952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 descr="Resultado de imagen para dibujo de nub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543" y="2024856"/>
            <a:ext cx="254317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6" name="Picture 12" descr="Resultado de imagen para dibujo de taza blanc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367" y="1965398"/>
            <a:ext cx="2052228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2241347" y="691825"/>
            <a:ext cx="4814267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dirty="0">
                <a:ln w="11430"/>
                <a:solidFill>
                  <a:schemeClr val="bg1">
                    <a:lumMod val="95000"/>
                  </a:schemeClr>
                </a:solidFill>
                <a:latin typeface="Cooper Black" pitchFamily="18" charset="0"/>
              </a:rPr>
              <a:t>B</a:t>
            </a:r>
            <a:r>
              <a:rPr lang="es-ES" sz="8000" b="1" dirty="0" smtClean="0">
                <a:ln w="11430"/>
                <a:solidFill>
                  <a:schemeClr val="bg1">
                    <a:lumMod val="95000"/>
                  </a:schemeClr>
                </a:solidFill>
                <a:latin typeface="Cooper Black" pitchFamily="18" charset="0"/>
              </a:rPr>
              <a:t>LANCO</a:t>
            </a:r>
            <a:endParaRPr lang="es-ES" sz="8000" b="1" cap="none" spc="0" dirty="0">
              <a:ln w="11430"/>
              <a:solidFill>
                <a:schemeClr val="bg1">
                  <a:lumMod val="95000"/>
                </a:schemeClr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59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Resultado de imagen para dibujo gato neg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110300"/>
            <a:ext cx="1957978" cy="205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Resultado de imagen para objetos negr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168921"/>
            <a:ext cx="1444395" cy="207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Resultado de imagen para objetos negro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325554"/>
            <a:ext cx="2330254" cy="178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8" name="Picture 10" descr="Resultado de imagen para objetos negro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6" r="21790"/>
          <a:stretch/>
        </p:blipFill>
        <p:spPr bwMode="auto">
          <a:xfrm>
            <a:off x="3498000" y="2095856"/>
            <a:ext cx="2218487" cy="2003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12" descr="Imagen de ZAPATILLA ADIDAS X_PLR NIÑ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3" name="AutoShape 14" descr="Zapato De Vestir Aadhya Negro TuoTuo - Dafiti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2304" name="Picture 16" descr="Resultado de imagen para dibujo zapatos negro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65" y="4168921"/>
            <a:ext cx="1921396" cy="192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6" name="Picture 18" descr="Resultado de imagen para guantes negro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46"/>
          <a:stretch/>
        </p:blipFill>
        <p:spPr bwMode="auto">
          <a:xfrm>
            <a:off x="3365794" y="4113465"/>
            <a:ext cx="2280971" cy="209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2973892" y="806558"/>
            <a:ext cx="4131387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dirty="0" smtClean="0">
                <a:ln w="11430"/>
                <a:latin typeface="Cooper Black" pitchFamily="18" charset="0"/>
              </a:rPr>
              <a:t>NEGRO</a:t>
            </a:r>
            <a:endParaRPr lang="es-ES" sz="8000" b="1" cap="none" spc="0" dirty="0">
              <a:ln w="11430"/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29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Resultado de imagen para objetos celes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3" name="AutoShape 4" descr="Resultado de imagen para objetos celest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19" t="7060" r="30796" b="13277"/>
          <a:stretch/>
        </p:blipFill>
        <p:spPr bwMode="auto">
          <a:xfrm>
            <a:off x="1458965" y="2132856"/>
            <a:ext cx="1442406" cy="1915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1" name="Picture 9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057" y="2276872"/>
            <a:ext cx="1440160" cy="200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3" name="Picture 11" descr="Resultado de imagen para objetos celest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95" b="15613"/>
          <a:stretch/>
        </p:blipFill>
        <p:spPr bwMode="auto">
          <a:xfrm>
            <a:off x="5652120" y="4361765"/>
            <a:ext cx="2514600" cy="1626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5" name="Picture 13" descr="Resultado de imagen para objetos celest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72" b="9378"/>
          <a:stretch/>
        </p:blipFill>
        <p:spPr bwMode="auto">
          <a:xfrm>
            <a:off x="1115616" y="4087522"/>
            <a:ext cx="2499783" cy="187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7" name="Picture 15" descr="Resultado de imagen para objetos celeste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7" r="13851"/>
          <a:stretch/>
        </p:blipFill>
        <p:spPr bwMode="auto">
          <a:xfrm>
            <a:off x="4053499" y="3602544"/>
            <a:ext cx="1598621" cy="2198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9" name="Picture 17" descr="Resultado de imagen para objetos celest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318" y="1948590"/>
            <a:ext cx="2373941" cy="1780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2180168" y="809417"/>
            <a:ext cx="509107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solidFill>
                  <a:srgbClr val="00B0F0"/>
                </a:solidFill>
                <a:latin typeface="Cooper Black" pitchFamily="18" charset="0"/>
              </a:rPr>
              <a:t>CELESTE</a:t>
            </a:r>
            <a:endParaRPr lang="es-ES" sz="8000" b="1" cap="none" spc="0" dirty="0">
              <a:ln w="11430"/>
              <a:solidFill>
                <a:srgbClr val="00B0F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66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Imagen relacionad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284983"/>
            <a:ext cx="2304256" cy="2790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Resultado de imagen para dibujo de mue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621142"/>
            <a:ext cx="2137110" cy="2344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2" descr="Resultado de imagen para dibujo de cer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284984"/>
            <a:ext cx="2136633" cy="272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827584" y="119675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 smtClean="0"/>
              <a:t>Actividad: </a:t>
            </a:r>
            <a:r>
              <a:rPr lang="es-CL" sz="3600" dirty="0" smtClean="0"/>
              <a:t>Nombra el color de cada elemento</a:t>
            </a:r>
            <a:r>
              <a:rPr lang="es-CL" sz="2400" dirty="0" smtClean="0"/>
              <a:t>. 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84970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119810"/>
            <a:ext cx="2448272" cy="2722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10" descr="Resultado de imagen para dibujo manzan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4" t="7681" r="16339" b="6594"/>
          <a:stretch/>
        </p:blipFill>
        <p:spPr bwMode="auto">
          <a:xfrm>
            <a:off x="3258883" y="3089086"/>
            <a:ext cx="2609261" cy="280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9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191159"/>
            <a:ext cx="2229758" cy="2722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827584" y="119675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 smtClean="0"/>
              <a:t>Actividad: </a:t>
            </a:r>
            <a:r>
              <a:rPr lang="es-CL" sz="3600" dirty="0" smtClean="0"/>
              <a:t>Nombra el color de cada elemento</a:t>
            </a:r>
            <a:r>
              <a:rPr lang="es-CL" sz="2400" dirty="0" smtClean="0"/>
              <a:t>. 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372995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161" y="3173396"/>
            <a:ext cx="2160240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016712"/>
            <a:ext cx="2313183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01"/>
          <a:stretch/>
        </p:blipFill>
        <p:spPr bwMode="auto">
          <a:xfrm>
            <a:off x="5589039" y="3160729"/>
            <a:ext cx="2583363" cy="290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827584" y="1196752"/>
            <a:ext cx="7488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 smtClean="0"/>
              <a:t>Actividad: </a:t>
            </a:r>
            <a:r>
              <a:rPr lang="es-CL" sz="3600" dirty="0" smtClean="0"/>
              <a:t>Nombra el color de cada elemento</a:t>
            </a:r>
            <a:r>
              <a:rPr lang="es-CL" sz="2400" dirty="0" smtClean="0"/>
              <a:t>. 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58664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 descr="Resultado de imagen para colores tarrito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93" b="6434"/>
          <a:stretch/>
        </p:blipFill>
        <p:spPr bwMode="auto">
          <a:xfrm>
            <a:off x="1259632" y="1688862"/>
            <a:ext cx="1497849" cy="177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6" b="5478"/>
          <a:stretch/>
        </p:blipFill>
        <p:spPr bwMode="auto">
          <a:xfrm>
            <a:off x="2915816" y="1614079"/>
            <a:ext cx="1564504" cy="1884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5" b="6759"/>
          <a:stretch/>
        </p:blipFill>
        <p:spPr bwMode="auto">
          <a:xfrm>
            <a:off x="4572000" y="1643200"/>
            <a:ext cx="1645810" cy="181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6" name="Picture 10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06" b="5555"/>
          <a:stretch/>
        </p:blipFill>
        <p:spPr bwMode="auto">
          <a:xfrm>
            <a:off x="6444208" y="1616388"/>
            <a:ext cx="1652037" cy="184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9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734" y="4077072"/>
            <a:ext cx="1622082" cy="1980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Resultado de imagen para dibujo manzana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4" t="7681" r="16339" b="6594"/>
          <a:stretch/>
        </p:blipFill>
        <p:spPr bwMode="auto">
          <a:xfrm>
            <a:off x="4723943" y="4124678"/>
            <a:ext cx="1891768" cy="203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n relacionad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801" y="4031901"/>
            <a:ext cx="1591228" cy="212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Resultado de imagen para dibujo de cerdo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295" y="4109752"/>
            <a:ext cx="1488561" cy="187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293734" y="980728"/>
            <a:ext cx="6549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Une cada tarro de pintura con el elemento de igual color. </a:t>
            </a:r>
            <a:endParaRPr lang="es-CL" sz="1200" dirty="0"/>
          </a:p>
        </p:txBody>
      </p:sp>
    </p:spTree>
    <p:extLst>
      <p:ext uri="{BB962C8B-B14F-4D97-AF65-F5344CB8AC3E}">
        <p14:creationId xmlns:p14="http://schemas.microsoft.com/office/powerpoint/2010/main" val="95485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Imagen relacionada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5" b="6759"/>
          <a:stretch/>
        </p:blipFill>
        <p:spPr bwMode="auto">
          <a:xfrm>
            <a:off x="1331640" y="1988840"/>
            <a:ext cx="1645810" cy="181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801" y="4031901"/>
            <a:ext cx="1591228" cy="212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2" descr="Resultado de imagen para dibujo de cer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1772816"/>
            <a:ext cx="1488561" cy="187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 descr="Resultado de imagen para rosa ros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0" t="13034" r="6895" b="15995"/>
          <a:stretch/>
        </p:blipFill>
        <p:spPr bwMode="auto">
          <a:xfrm>
            <a:off x="1054699" y="4280653"/>
            <a:ext cx="2585545" cy="176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8" descr="Resultado de imagen para color rosado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1" r="22612" b="21870"/>
          <a:stretch/>
        </p:blipFill>
        <p:spPr bwMode="auto">
          <a:xfrm>
            <a:off x="3851919" y="2123088"/>
            <a:ext cx="1808551" cy="194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4052314"/>
            <a:ext cx="1521095" cy="1988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55576" y="1312754"/>
            <a:ext cx="7903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b="1" dirty="0" smtClean="0"/>
              <a:t>Actividad:  Marca con una (x)  los elementos  iguales  al color del tarro de pintura.</a:t>
            </a:r>
            <a:endParaRPr lang="es-CL" sz="1200" dirty="0"/>
          </a:p>
        </p:txBody>
      </p:sp>
    </p:spTree>
    <p:extLst>
      <p:ext uri="{BB962C8B-B14F-4D97-AF65-F5344CB8AC3E}">
        <p14:creationId xmlns:p14="http://schemas.microsoft.com/office/powerpoint/2010/main" val="278387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11560" y="1312754"/>
            <a:ext cx="7903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b="1" dirty="0" smtClean="0"/>
              <a:t>Actividad:  Marca con una (x)  los elementos  iguales  al color del tarro de pintura.</a:t>
            </a:r>
            <a:endParaRPr lang="es-CL" sz="1200" dirty="0"/>
          </a:p>
        </p:txBody>
      </p:sp>
      <p:pic>
        <p:nvPicPr>
          <p:cNvPr id="1843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44824"/>
            <a:ext cx="2466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 descr="Resultado de imagen para dibujo de taza blanc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81" y="4226074"/>
            <a:ext cx="2052228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Resultado de imagen para dibujo de color blanc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3645277" y="1877469"/>
            <a:ext cx="1836204" cy="2016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19" t="7060" r="30796" b="13277"/>
          <a:stretch/>
        </p:blipFill>
        <p:spPr bwMode="auto">
          <a:xfrm>
            <a:off x="3645277" y="3920886"/>
            <a:ext cx="1442406" cy="1915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9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245712"/>
            <a:ext cx="1622082" cy="1980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Resultado de imagen para dibujo de cerd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767" y="4221717"/>
            <a:ext cx="1488561" cy="187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10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22" r="3128"/>
          <a:stretch/>
        </p:blipFill>
        <p:spPr bwMode="auto">
          <a:xfrm>
            <a:off x="4427984" y="1412776"/>
            <a:ext cx="3816424" cy="460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755576" y="1052736"/>
            <a:ext cx="7488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</a:t>
            </a:r>
            <a:r>
              <a:rPr lang="es-CL" sz="2400" dirty="0" smtClean="0"/>
              <a:t>Ayuda a  Juanito a nombrar el color de cada tarro de pintura</a:t>
            </a:r>
            <a:r>
              <a:rPr lang="es-CL" dirty="0" smtClean="0"/>
              <a:t>. </a:t>
            </a:r>
            <a:endParaRPr lang="es-CL" dirty="0"/>
          </a:p>
        </p:txBody>
      </p:sp>
      <p:pic>
        <p:nvPicPr>
          <p:cNvPr id="20484" name="Picture 4" descr="Resultado de imagen para dibujo pintor niñ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44823"/>
            <a:ext cx="3384376" cy="417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71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10196</TotalTime>
  <Words>108</Words>
  <Application>Microsoft Office PowerPoint</Application>
  <PresentationFormat>Presentación en pantalla (4:3)</PresentationFormat>
  <Paragraphs>20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20</cp:revision>
  <dcterms:created xsi:type="dcterms:W3CDTF">2019-12-30T21:42:03Z</dcterms:created>
  <dcterms:modified xsi:type="dcterms:W3CDTF">2020-01-06T23:38:47Z</dcterms:modified>
</cp:coreProperties>
</file>