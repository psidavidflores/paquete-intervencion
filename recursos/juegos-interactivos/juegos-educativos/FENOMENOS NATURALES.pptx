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81" r:id="rId4"/>
    <p:sldId id="269" r:id="rId5"/>
    <p:sldId id="272" r:id="rId6"/>
    <p:sldId id="271" r:id="rId7"/>
    <p:sldId id="270" r:id="rId8"/>
    <p:sldId id="274" r:id="rId9"/>
    <p:sldId id="273" r:id="rId10"/>
    <p:sldId id="276" r:id="rId11"/>
    <p:sldId id="275" r:id="rId12"/>
    <p:sldId id="277" r:id="rId13"/>
    <p:sldId id="279" r:id="rId14"/>
    <p:sldId id="282" r:id="rId15"/>
    <p:sldId id="283" r:id="rId16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>
      <p:cViewPr>
        <p:scale>
          <a:sx n="70" d="100"/>
          <a:sy n="70" d="100"/>
        </p:scale>
        <p:origin x="-1404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326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488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696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7531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021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573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521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995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971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870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1101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FD43D-D4FF-457A-8C4D-5ED070AA3DB7}" type="datetimeFigureOut">
              <a:rPr lang="es-CL" smtClean="0"/>
              <a:t>15-03-2019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D2CDD-5A9D-4248-AD84-91147C99B2D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2383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03"/>
            <a:ext cx="9394346" cy="684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03854" y="3140968"/>
            <a:ext cx="8760540" cy="1015663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  <a:prstDash val="dashDot"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b="0" cap="none" spc="0" dirty="0" smtClean="0">
                <a:ln w="18415" cmpd="sng">
                  <a:solidFill>
                    <a:srgbClr val="7030A0"/>
                  </a:solidFill>
                  <a:prstDash val="solid"/>
                </a:ln>
                <a:solidFill>
                  <a:srgbClr val="7030A0"/>
                </a:solidFill>
                <a:latin typeface="Cooper Black" pitchFamily="18" charset="0"/>
              </a:rPr>
              <a:t>Fenómenos Naturales </a:t>
            </a:r>
            <a:endParaRPr lang="es-ES" sz="6000" b="0" cap="none" spc="0" dirty="0">
              <a:ln w="18415" cmpd="sng">
                <a:solidFill>
                  <a:srgbClr val="7030A0"/>
                </a:solidFill>
                <a:prstDash val="solid"/>
              </a:ln>
              <a:solidFill>
                <a:srgbClr val="7030A0"/>
              </a:solidFill>
              <a:latin typeface="Cooper Black" pitchFamily="18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511802" y="4498223"/>
            <a:ext cx="6984776" cy="830997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Ámbito: </a:t>
            </a:r>
            <a:r>
              <a:rPr lang="es-CL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Interacción y Comprensión del Entorno </a:t>
            </a:r>
          </a:p>
          <a:p>
            <a:pPr algn="ctr"/>
            <a:r>
              <a:rPr lang="es-CL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Núcleo:  Exploración del Entorno Natural </a:t>
            </a:r>
            <a:endParaRPr lang="es-CL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904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132856"/>
            <a:ext cx="21621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079788" y="548680"/>
            <a:ext cx="7296741" cy="923330"/>
          </a:xfrm>
          <a:prstGeom prst="rect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Objetivo de Aprendizaje:</a:t>
            </a:r>
            <a:endParaRPr lang="es-ES" sz="5400" b="1" cap="none" spc="0" dirty="0">
              <a:ln w="11430"/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5 Nube"/>
          <p:cNvSpPr/>
          <p:nvPr/>
        </p:nvSpPr>
        <p:spPr>
          <a:xfrm>
            <a:off x="2771202" y="1772816"/>
            <a:ext cx="5616624" cy="3024336"/>
          </a:xfrm>
          <a:prstGeom prst="cloud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b="1" dirty="0" smtClean="0"/>
              <a:t>Formular conjeturas y predicciones acerca de las causas o consecuencias de fenómenos naturales que observa, a partir de sus conocimientos y experiencias previas.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140613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1" y="0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25135" y="764704"/>
            <a:ext cx="829842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Qué son los fenómenos naturales?</a:t>
            </a:r>
            <a:endParaRPr lang="es-ES" sz="3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5362" name="Picture 2" descr="Resultado de imagen para dibujo de niÃ±o pensand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98" r="38254"/>
          <a:stretch/>
        </p:blipFill>
        <p:spPr bwMode="auto">
          <a:xfrm>
            <a:off x="539552" y="3645024"/>
            <a:ext cx="3427270" cy="2604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Llamada ovalada"/>
          <p:cNvSpPr/>
          <p:nvPr/>
        </p:nvSpPr>
        <p:spPr>
          <a:xfrm>
            <a:off x="3275856" y="1628800"/>
            <a:ext cx="4608512" cy="2611688"/>
          </a:xfrm>
          <a:prstGeom prst="wedgeEllipseCallout">
            <a:avLst>
              <a:gd name="adj1" fmla="val -42590"/>
              <a:gd name="adj2" fmla="val 55189"/>
            </a:avLst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000" dirty="0" smtClean="0"/>
              <a:t>Los </a:t>
            </a:r>
            <a:r>
              <a:rPr lang="es-MX" sz="2000" b="1" dirty="0" smtClean="0"/>
              <a:t>fenómenos naturales</a:t>
            </a:r>
            <a:r>
              <a:rPr lang="es-MX" sz="2000" dirty="0" smtClean="0"/>
              <a:t> son todos aquellos que se producen por razones naturales sin la participación directa del hombre.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166459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755577" y="404664"/>
            <a:ext cx="7560840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4000" b="1" dirty="0" smtClean="0">
                <a:ln w="1143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Fenómenos naturales</a:t>
            </a:r>
            <a:r>
              <a:rPr lang="es-ES" sz="40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4340" name="Picture 4" descr="Resultado de imagen para fenomenos naturales para niÃ±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55"/>
          <a:stretch/>
        </p:blipFill>
        <p:spPr bwMode="auto">
          <a:xfrm>
            <a:off x="607633" y="1112550"/>
            <a:ext cx="7920880" cy="51160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607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Resultado de imagen para volcan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4" descr="Resultado de imagen para volcane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1270" name="Picture 6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42" y="1412776"/>
            <a:ext cx="4264588" cy="223224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Resultado de imagen para volcan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3645024"/>
            <a:ext cx="3518793" cy="25922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0" descr="Resultado de imagen para desastre volcane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1276" name="Picture 12" descr="Resultado de imagen para desastre volcane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714" y="1412775"/>
            <a:ext cx="3853742" cy="268252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8" name="Picture 14" descr="Resultado de imagen para desastre volcan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732" y="4077072"/>
            <a:ext cx="3467100" cy="23812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082958" y="315200"/>
            <a:ext cx="7233458" cy="92333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Volcanes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8607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082958" y="315200"/>
            <a:ext cx="7233458" cy="92333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TERREMOTO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2290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5" y="1412776"/>
            <a:ext cx="3996445" cy="266429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Resultado de imagen para TERREMOTO CHI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54" y="4064140"/>
            <a:ext cx="3971465" cy="25202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Resultado de imagen para TERREMOTO CHI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424" y="1412776"/>
            <a:ext cx="3681008" cy="266429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064140"/>
            <a:ext cx="3600400" cy="2280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607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082958" y="315200"/>
            <a:ext cx="7233458" cy="92333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DESPRENDIMIENTO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3314" name="Picture 2" descr="Resultado de imagen para DESPRENDIMIENTO DE TIERRA DESAST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7" y="1484784"/>
            <a:ext cx="3944110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78" y="3861048"/>
            <a:ext cx="4116410" cy="240693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Resultado de imagen para DESPRENDIMIENTO DE TIERRA DESAST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7" y="3663436"/>
            <a:ext cx="3692017" cy="260455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Imagen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645" y="1484784"/>
            <a:ext cx="3776419" cy="212423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607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082958" y="315200"/>
            <a:ext cx="7233458" cy="92333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HURACANES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9218" name="Picture 2" descr="Resultado de imagen para huracanes desastr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484784"/>
            <a:ext cx="3841170" cy="230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esultado de imagen para huracanes desastr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071" y="1484784"/>
            <a:ext cx="3755361" cy="302433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933056"/>
            <a:ext cx="3600400" cy="2449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Resultado de imagen para huracanes desastre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332" y="4509120"/>
            <a:ext cx="3590084" cy="181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607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Resultado de imagen para INUNDACIONES DESASTR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33" y="1422707"/>
            <a:ext cx="4133194" cy="230425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Resultado de imagen para INUNDACIONES DESASTR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19" y="3789040"/>
            <a:ext cx="4120028" cy="25922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Resultado de imagen para INUNDACIONES DESASTR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422707"/>
            <a:ext cx="3714913" cy="237279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5" b="12679"/>
          <a:stretch/>
        </p:blipFill>
        <p:spPr bwMode="auto">
          <a:xfrm>
            <a:off x="4758003" y="3829785"/>
            <a:ext cx="3858929" cy="263010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082958" y="315200"/>
            <a:ext cx="7233458" cy="92333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INUNDACIO</a:t>
            </a:r>
            <a:r>
              <a:rPr lang="es-ES" sz="5400" b="1" cap="none" spc="0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NES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8607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082958" y="315200"/>
            <a:ext cx="7233458" cy="92333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TSUNAMI</a:t>
            </a:r>
            <a:endParaRPr lang="es-ES" sz="54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170" name="Picture 2" descr="Resultado de imagen para tsunam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6" y="1238530"/>
            <a:ext cx="4016121" cy="276445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tsunami en Chi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6" y="4221088"/>
            <a:ext cx="4252204" cy="220478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esultado de imagen para tsunami en Chi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687" y="1297810"/>
            <a:ext cx="3837614" cy="249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Resultado de imagen para tsunami en Chil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616" y="3933481"/>
            <a:ext cx="3565685" cy="2226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607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07" y="1412775"/>
            <a:ext cx="4125267" cy="23239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SEQUIAS DESASTR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97" y="3861048"/>
            <a:ext cx="4320480" cy="240026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SEQUIAS DESASTR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292" y="1572042"/>
            <a:ext cx="4081164" cy="216463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Imagen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685" y="3840377"/>
            <a:ext cx="3879771" cy="261295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1082958" y="315200"/>
            <a:ext cx="7233458" cy="92333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SEQUIAS</a:t>
            </a:r>
            <a:endParaRPr lang="es-ES" sz="54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8607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082958" y="315200"/>
            <a:ext cx="7233458" cy="92333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Tormentas eléctricas</a:t>
            </a:r>
            <a:endParaRPr lang="es-ES" sz="54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148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863" y="1484784"/>
            <a:ext cx="7252015" cy="505934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607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082958" y="315200"/>
            <a:ext cx="7233458" cy="923330"/>
          </a:xfrm>
          <a:prstGeom prst="rect">
            <a:avLst/>
          </a:prstGeom>
          <a:solidFill>
            <a:srgbClr val="FFFF00"/>
          </a:solidFill>
          <a:ln w="38100">
            <a:solidFill>
              <a:srgbClr val="FFFF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Granizos </a:t>
            </a:r>
            <a:endParaRPr lang="es-ES" sz="54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16"/>
          <a:stretch/>
        </p:blipFill>
        <p:spPr bwMode="auto">
          <a:xfrm>
            <a:off x="528330" y="1556792"/>
            <a:ext cx="4065093" cy="410445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074" y="1772816"/>
            <a:ext cx="4036374" cy="4320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8607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082958" y="315200"/>
            <a:ext cx="7233458" cy="923330"/>
          </a:xfrm>
          <a:prstGeom prst="rect">
            <a:avLst/>
          </a:prstGeom>
          <a:solidFill>
            <a:srgbClr val="FFFF00"/>
          </a:solidFill>
          <a:ln w="38100">
            <a:solidFill>
              <a:srgbClr val="FFFF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NEVADAS </a:t>
            </a:r>
            <a:r>
              <a:rPr lang="es-ES" sz="5400" b="1" cap="none" spc="0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7410" name="Picture 2" descr="Resultado de imagen para fenÃ³menos naturales nevad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99" y="1551052"/>
            <a:ext cx="4067175" cy="30384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984" y="1700606"/>
            <a:ext cx="4007993" cy="267652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 descr="Resultado de imagen para fenÃ³menos naturales nevada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686" y="4509120"/>
            <a:ext cx="3832753" cy="19599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078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50" y="-6928"/>
            <a:ext cx="9151849" cy="686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 descr="Resultado de imagen para ola de calor FENOMENO NATUR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44" y="1455458"/>
            <a:ext cx="4607147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Resultado de imagen para incendio natura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42" y="4032115"/>
            <a:ext cx="4968552" cy="249930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Resultado de imagen para incendio natur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194" y="1612353"/>
            <a:ext cx="3164426" cy="478524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1082958" y="315200"/>
            <a:ext cx="7233458" cy="923330"/>
          </a:xfrm>
          <a:prstGeom prst="rect">
            <a:avLst/>
          </a:prstGeom>
          <a:solidFill>
            <a:srgbClr val="FFFF00"/>
          </a:solidFill>
          <a:ln w="38100">
            <a:solidFill>
              <a:srgbClr val="FFFF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INCENDIOS NATURALES </a:t>
            </a:r>
            <a:r>
              <a:rPr lang="es-ES" sz="5400" b="1" cap="none" spc="0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13744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67</Words>
  <Application>Microsoft Office PowerPoint</Application>
  <PresentationFormat>Presentación en pantalla (4:3)</PresentationFormat>
  <Paragraphs>19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11</cp:revision>
  <dcterms:created xsi:type="dcterms:W3CDTF">2019-03-15T21:46:14Z</dcterms:created>
  <dcterms:modified xsi:type="dcterms:W3CDTF">2019-03-15T23:43:10Z</dcterms:modified>
</cp:coreProperties>
</file>