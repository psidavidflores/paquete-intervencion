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9" r:id="rId9"/>
    <p:sldId id="270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857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942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558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305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643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538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6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830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90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574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732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9C61F-ACD6-435E-BADC-B5D23FCEFB35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91B33-084C-4B1A-A691-3BB4B82CC8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978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fondo de ca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" y="0"/>
            <a:ext cx="9142931" cy="6858000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79512" y="5517232"/>
            <a:ext cx="6471643" cy="1107996"/>
          </a:xfrm>
          <a:prstGeom prst="rect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La casa de las sílabas</a:t>
            </a:r>
            <a:endParaRPr lang="es-ES" sz="6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-11538" y="116632"/>
            <a:ext cx="92431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Hoy aprenderemos: </a:t>
            </a:r>
            <a:r>
              <a:rPr lang="es-ES" sz="4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</a:t>
            </a:r>
            <a:endParaRPr lang="es-E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679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Onda"/>
          <p:cNvSpPr/>
          <p:nvPr/>
        </p:nvSpPr>
        <p:spPr>
          <a:xfrm>
            <a:off x="1331640" y="1412776"/>
            <a:ext cx="6696744" cy="1440160"/>
          </a:xfrm>
          <a:prstGeom prst="wav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Actividad:  </a:t>
            </a:r>
            <a:r>
              <a:rPr lang="es-CL" dirty="0" smtClean="0"/>
              <a:t>Cuenta cuántas sílabas tiene cada objeto. Marca con una (x) el número de sílabas. </a:t>
            </a:r>
            <a:endParaRPr lang="es-CL" dirty="0"/>
          </a:p>
        </p:txBody>
      </p:sp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43168"/>
            <a:ext cx="2207161" cy="282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577119" y="3284984"/>
            <a:ext cx="4824536" cy="146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71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3074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53"/>
          <a:stretch/>
        </p:blipFill>
        <p:spPr bwMode="auto">
          <a:xfrm>
            <a:off x="2555776" y="1988840"/>
            <a:ext cx="4608512" cy="270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899592" y="1628800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647290" y="4696691"/>
            <a:ext cx="6425484" cy="118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24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098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618" y="2474574"/>
            <a:ext cx="4464496" cy="2207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99592" y="1628800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691680" y="4682069"/>
            <a:ext cx="6425484" cy="118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78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122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para dibujo de refrigerad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04864"/>
            <a:ext cx="5276507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908332" y="1221119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621247" y="4725144"/>
            <a:ext cx="6425484" cy="108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0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146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de hervid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3" t="9634" r="12542" b="11146"/>
          <a:stretch/>
        </p:blipFill>
        <p:spPr bwMode="auto">
          <a:xfrm>
            <a:off x="3419872" y="2093681"/>
            <a:ext cx="2448272" cy="248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99592" y="1262683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359258" y="4797152"/>
            <a:ext cx="6425484" cy="100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61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dibujo de ca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04864"/>
            <a:ext cx="3600400" cy="282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99592" y="1628800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666528" y="5025178"/>
            <a:ext cx="6425484" cy="87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05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Resultado de imagen para dibujo de cortin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276872"/>
            <a:ext cx="3714192" cy="300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99592" y="1628800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560170" y="5085184"/>
            <a:ext cx="6425484" cy="85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583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908830"/>
            <a:ext cx="3240360" cy="304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43608" y="1213301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730328" y="4949169"/>
            <a:ext cx="6425484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58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194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de olla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578" y="2019190"/>
            <a:ext cx="5184576" cy="2756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99592" y="1412776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693524" y="4581128"/>
            <a:ext cx="6425484" cy="130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08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9218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6311" y="-39131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para dibujo de plan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8" b="9774"/>
          <a:stretch/>
        </p:blipFill>
        <p:spPr bwMode="auto">
          <a:xfrm>
            <a:off x="2654814" y="1889494"/>
            <a:ext cx="3816424" cy="271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786878" y="1213301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497124" y="4696328"/>
            <a:ext cx="6425484" cy="101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7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99592" y="1231015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244" name="Picture 4" descr="Resultado de imagen para dibujo de computado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81" b="19014"/>
          <a:stretch/>
        </p:blipFill>
        <p:spPr bwMode="auto">
          <a:xfrm>
            <a:off x="2843808" y="2060848"/>
            <a:ext cx="3813910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359258" y="4437112"/>
            <a:ext cx="6425484" cy="130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49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1266" name="Picture 2" descr="C:\Users\Manuel Alvarado\Desktop\BORDES\3832be9b00eae2a3370f3bb615f3f7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1463" y="-209550"/>
            <a:ext cx="9686926" cy="727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99592" y="1344167"/>
            <a:ext cx="762054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Cuántas sílabas tiene.. 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1268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3" b="13115"/>
          <a:stretch/>
        </p:blipFill>
        <p:spPr bwMode="auto">
          <a:xfrm>
            <a:off x="2495303" y="2189018"/>
            <a:ext cx="4429125" cy="24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359258" y="4668980"/>
            <a:ext cx="6425484" cy="130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194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</TotalTime>
  <Words>96</Words>
  <Application>Microsoft Office PowerPoint</Application>
  <PresentationFormat>Presentación en pantalla (4:3)</PresentationFormat>
  <Paragraphs>14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7</cp:revision>
  <dcterms:created xsi:type="dcterms:W3CDTF">2019-05-21T01:12:57Z</dcterms:created>
  <dcterms:modified xsi:type="dcterms:W3CDTF">2019-06-17T20:08:29Z</dcterms:modified>
</cp:coreProperties>
</file>