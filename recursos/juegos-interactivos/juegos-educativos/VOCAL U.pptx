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771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1325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335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140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4865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644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582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002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004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7843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692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E3799-D2D8-472B-940D-C636A7539C84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2F93E-9B56-4AF1-9570-FC97B689AB3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502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8" y="0"/>
            <a:ext cx="9144000" cy="6872775"/>
          </a:xfrm>
          <a:prstGeom prst="rect">
            <a:avLst/>
          </a:prstGeom>
          <a:noFill/>
          <a:ln w="76200">
            <a:solidFill>
              <a:srgbClr val="0070C0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 descr="Resultado de imagen para vocal u colo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3" t="11545" r="6182"/>
          <a:stretch/>
        </p:blipFill>
        <p:spPr bwMode="auto">
          <a:xfrm>
            <a:off x="2511694" y="2615812"/>
            <a:ext cx="2073424" cy="14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9" b="12120"/>
          <a:stretch/>
        </p:blipFill>
        <p:spPr bwMode="auto">
          <a:xfrm>
            <a:off x="4555955" y="2904398"/>
            <a:ext cx="2496122" cy="271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221087"/>
            <a:ext cx="1035646" cy="146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1" descr="Resultado de imagen para vocal u col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5 Rectángulo"/>
          <p:cNvSpPr/>
          <p:nvPr/>
        </p:nvSpPr>
        <p:spPr>
          <a:xfrm>
            <a:off x="1829959" y="1867398"/>
            <a:ext cx="583159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Aprenderemos la vocal: 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74754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640" y="2574278"/>
            <a:ext cx="2022144" cy="32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Llamada ovalada"/>
          <p:cNvSpPr/>
          <p:nvPr/>
        </p:nvSpPr>
        <p:spPr>
          <a:xfrm>
            <a:off x="1979712" y="1196752"/>
            <a:ext cx="5400600" cy="1512168"/>
          </a:xfrm>
          <a:prstGeom prst="wedgeEllipseCallout">
            <a:avLst>
              <a:gd name="adj1" fmla="val -29681"/>
              <a:gd name="adj2" fmla="val 82045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000" b="1" dirty="0" smtClean="0">
                <a:latin typeface="Arial" pitchFamily="34" charset="0"/>
                <a:cs typeface="Arial" pitchFamily="34" charset="0"/>
              </a:rPr>
              <a:t>Amiguitos: En la clase de hoy aprenderemos una nueva vocal. Llamada:</a:t>
            </a:r>
            <a:endParaRPr lang="es-CL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2" name="Picture 4" descr="Resultado de imagen para vocal 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996951"/>
            <a:ext cx="3096344" cy="2815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Resultado de imagen para grafomotricidad vocal u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70" b="65958"/>
          <a:stretch/>
        </p:blipFill>
        <p:spPr bwMode="auto">
          <a:xfrm>
            <a:off x="1213398" y="2348880"/>
            <a:ext cx="3502617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31433" y="1196752"/>
            <a:ext cx="81427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Cómo dibujamos la vocal?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2292" name="Picture 4" descr="Resultado de imagen para dibujo de uv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804" y="2320961"/>
            <a:ext cx="3209556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5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n relacionad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4" descr="Imagen relacionad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10" descr="Resultado de imagen para uva dibuj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84" name="Picture 1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5" b="16810"/>
          <a:stretch/>
        </p:blipFill>
        <p:spPr bwMode="auto">
          <a:xfrm>
            <a:off x="1069975" y="1969961"/>
            <a:ext cx="2348463" cy="146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Resultado de imagen para uña dibuj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46" r="36043"/>
          <a:stretch/>
        </p:blipFill>
        <p:spPr bwMode="auto">
          <a:xfrm>
            <a:off x="1403648" y="3748121"/>
            <a:ext cx="1199340" cy="232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Resultado de imagen para dibujo de unicornio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80"/>
          <a:stretch/>
        </p:blipFill>
        <p:spPr bwMode="auto">
          <a:xfrm>
            <a:off x="4828024" y="922338"/>
            <a:ext cx="2104637" cy="218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8" descr="Resultado de imagen para dibujo de uslero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20" descr="Resultado de imagen para dibujo de uslero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22" descr="Resultado de imagen para dibujo de uslero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96" name="Picture 24" descr="Resultado de imagen para dibujo de usler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442" y="3748121"/>
            <a:ext cx="2481722" cy="153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936381" y="1177637"/>
            <a:ext cx="21338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</a:t>
            </a:r>
            <a:r>
              <a:rPr lang="es-CL" sz="4400" b="1" dirty="0" smtClean="0">
                <a:latin typeface="Arial" pitchFamily="34" charset="0"/>
                <a:cs typeface="Arial" pitchFamily="34" charset="0"/>
              </a:rPr>
              <a:t>va</a:t>
            </a:r>
            <a:endParaRPr lang="es-CL" sz="4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4197272" y="3053822"/>
            <a:ext cx="2909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</a:t>
            </a:r>
            <a:r>
              <a:rPr lang="es-CL" sz="4400" b="1" dirty="0" smtClean="0">
                <a:latin typeface="Arial" pitchFamily="34" charset="0"/>
                <a:cs typeface="Arial" pitchFamily="34" charset="0"/>
              </a:rPr>
              <a:t>nicornio</a:t>
            </a:r>
            <a:endParaRPr lang="es-CL" sz="4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5436096" y="5272800"/>
            <a:ext cx="21338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</a:t>
            </a:r>
            <a:r>
              <a:rPr lang="es-CL" sz="4400" b="1" dirty="0" smtClean="0">
                <a:latin typeface="Arial" pitchFamily="34" charset="0"/>
                <a:cs typeface="Arial" pitchFamily="34" charset="0"/>
              </a:rPr>
              <a:t>slero</a:t>
            </a:r>
            <a:endParaRPr lang="es-CL" sz="4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2491045" y="5286089"/>
            <a:ext cx="21338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</a:t>
            </a:r>
            <a:r>
              <a:rPr lang="es-CL" sz="4400" b="1" dirty="0" smtClean="0">
                <a:latin typeface="Arial" pitchFamily="34" charset="0"/>
                <a:cs typeface="Arial" pitchFamily="34" charset="0"/>
              </a:rPr>
              <a:t>ña</a:t>
            </a:r>
            <a:endParaRPr lang="es-CL" sz="4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50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dibujo de univers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40768"/>
            <a:ext cx="2592288" cy="19486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187624" y="3269228"/>
            <a:ext cx="32028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U</a:t>
            </a:r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</a:rPr>
              <a:t>niverso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6620865" y="5227312"/>
            <a:ext cx="15616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U</a:t>
            </a:r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</a:rPr>
              <a:t>no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AutoShape 4" descr="Resultado de imagen para dibujo de un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6" descr="Resultado de imagen para dibujo de un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04" name="Picture 8" descr="Resultado de imagen para dibujo de un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2" t="6051" r="19716" b="11617"/>
          <a:stretch/>
        </p:blipFill>
        <p:spPr bwMode="auto">
          <a:xfrm>
            <a:off x="6665789" y="3573016"/>
            <a:ext cx="1357745" cy="18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para dibujo de urn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192558"/>
            <a:ext cx="1775314" cy="177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3438882" y="4771016"/>
            <a:ext cx="19030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U</a:t>
            </a:r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</a:rPr>
              <a:t>rna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" name="Picture 2" descr="Resultado de imagen para dibujo de urrac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068856"/>
            <a:ext cx="2482703" cy="171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5065156" y="2780928"/>
            <a:ext cx="26146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U</a:t>
            </a:r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</a:rPr>
              <a:t>rraca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168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n para DIBUJO DE NIÑ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4" descr="Resultado de imagen para DIBUJO DE NIÑ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6" descr="Resultado de imagen para DIBUJO DE NIÑ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176" name="Picture 8" descr="Resultado de imagen para DIBUJO DE NIÑ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5" t="2012" r="17208" b="4017"/>
          <a:stretch/>
        </p:blipFill>
        <p:spPr bwMode="auto">
          <a:xfrm>
            <a:off x="1069828" y="2420888"/>
            <a:ext cx="2350043" cy="350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987824" y="908720"/>
            <a:ext cx="37111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actividad: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043608" y="1628800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Redondea todas las vocales U que encuentres en los nombres de los /as niños/as. Escribe en el espacio la cantidad de U encontrada en el nombre.</a:t>
            </a:r>
            <a:endParaRPr lang="es-CL" dirty="0"/>
          </a:p>
        </p:txBody>
      </p:sp>
      <p:sp>
        <p:nvSpPr>
          <p:cNvPr id="7" name="6 Rectángulo"/>
          <p:cNvSpPr/>
          <p:nvPr/>
        </p:nvSpPr>
        <p:spPr>
          <a:xfrm>
            <a:off x="3442110" y="2852936"/>
            <a:ext cx="294824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Lucia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7 Explosión 1"/>
          <p:cNvSpPr/>
          <p:nvPr/>
        </p:nvSpPr>
        <p:spPr>
          <a:xfrm>
            <a:off x="3635896" y="4422596"/>
            <a:ext cx="2754457" cy="1505381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874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923927" y="2348880"/>
            <a:ext cx="375077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Úrsula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AutoShape 2" descr="Resultado de imagen para DIBUJO DE NIÑ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196" name="Picture 4" descr="Resultado de imagen para DIBUJO DE NIÑ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6" r="22935"/>
          <a:stretch/>
        </p:blipFill>
        <p:spPr bwMode="auto">
          <a:xfrm>
            <a:off x="1001508" y="2348880"/>
            <a:ext cx="2922419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44908" y="1196752"/>
            <a:ext cx="66541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Jugamos con los nombres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Explosión 1"/>
          <p:cNvSpPr/>
          <p:nvPr/>
        </p:nvSpPr>
        <p:spPr>
          <a:xfrm>
            <a:off x="4283967" y="3789040"/>
            <a:ext cx="2754457" cy="2016224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837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244908" y="1196752"/>
            <a:ext cx="66541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Jugamos con los nombres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9218" name="Picture 2" descr="Resultado de imagen para dibujo de niñ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908" y="1817440"/>
            <a:ext cx="2880320" cy="427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125228" y="2060848"/>
            <a:ext cx="34740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Ulises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Explosión 1"/>
          <p:cNvSpPr/>
          <p:nvPr/>
        </p:nvSpPr>
        <p:spPr>
          <a:xfrm>
            <a:off x="4541026" y="3630509"/>
            <a:ext cx="2754457" cy="2462788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966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1" r="18189"/>
          <a:stretch/>
        </p:blipFill>
        <p:spPr bwMode="auto">
          <a:xfrm>
            <a:off x="1149925" y="1988840"/>
            <a:ext cx="2774003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592195" y="2204864"/>
            <a:ext cx="423705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Paulina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244908" y="1196752"/>
            <a:ext cx="66541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Jugamos con los nombres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5" name="4 Explosión 1"/>
          <p:cNvSpPr/>
          <p:nvPr/>
        </p:nvSpPr>
        <p:spPr>
          <a:xfrm>
            <a:off x="4333494" y="3933057"/>
            <a:ext cx="2754457" cy="2071734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446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357859" y="2150546"/>
            <a:ext cx="454124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Eugenio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1266" name="Picture 2" descr="Resultado de imagen para dibujo de niñ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779" y="2132856"/>
            <a:ext cx="2281213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44908" y="1196752"/>
            <a:ext cx="665419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Jugamos con los nombres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5" name="4 Explosión 1"/>
          <p:cNvSpPr/>
          <p:nvPr/>
        </p:nvSpPr>
        <p:spPr>
          <a:xfrm>
            <a:off x="4067944" y="3720206"/>
            <a:ext cx="2754457" cy="2116685"/>
          </a:xfrm>
          <a:prstGeom prst="irregularSeal1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0704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245107" y="1196752"/>
            <a:ext cx="66538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Buscador de las vocales U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3314" name="Picture 2" descr="Resultado de imagen para niña con lup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07" y="1894441"/>
            <a:ext cx="2143749" cy="293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3388856" y="2060848"/>
            <a:ext cx="4423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Actividad: Marca con una ( x) todas las U </a:t>
            </a:r>
            <a:endParaRPr lang="es-CL" dirty="0"/>
          </a:p>
        </p:txBody>
      </p:sp>
      <p:pic>
        <p:nvPicPr>
          <p:cNvPr id="13316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020" y="2564904"/>
            <a:ext cx="864991" cy="12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429" y="4222055"/>
            <a:ext cx="864991" cy="12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369" y="4961990"/>
            <a:ext cx="864991" cy="12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579" y="3789179"/>
            <a:ext cx="738337" cy="104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618" y="4834191"/>
            <a:ext cx="864991" cy="12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114135"/>
            <a:ext cx="864991" cy="12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Resultado de imagen para letra 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219" y="2644895"/>
            <a:ext cx="1266227" cy="127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Resultado de imagen para letra v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15580"/>
            <a:ext cx="1065609" cy="106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Resultado de imagen para letra 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105" y="4537838"/>
            <a:ext cx="1266227" cy="127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Resultado de imagen para letra v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691" y="4943725"/>
            <a:ext cx="1001858" cy="100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Resultado de imagen para letra 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633" y="2430180"/>
            <a:ext cx="1266227" cy="127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638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87624" y="1090473"/>
            <a:ext cx="63738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¿ Quién es el intruso?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effectLst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71600" y="2013803"/>
            <a:ext cx="678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Actividad: identifica el objeto que no comienza con la </a:t>
            </a:r>
            <a:r>
              <a:rPr lang="es-CL" sz="2000" b="1" smtClean="0"/>
              <a:t>vocal u. </a:t>
            </a:r>
            <a:endParaRPr lang="es-CL" sz="2000" b="1" dirty="0"/>
          </a:p>
        </p:txBody>
      </p:sp>
      <p:sp>
        <p:nvSpPr>
          <p:cNvPr id="4" name="AutoShape 2" descr="Resultado de imagen para dibujo de un oj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4340" name="Picture 4" descr="Imagen relacionada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5" t="27482" r="15135" b="33753"/>
          <a:stretch/>
        </p:blipFill>
        <p:spPr bwMode="auto">
          <a:xfrm>
            <a:off x="971600" y="2636912"/>
            <a:ext cx="2564935" cy="1421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6" descr="Resultado de imagen para dibujo de unicorni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80"/>
          <a:stretch/>
        </p:blipFill>
        <p:spPr bwMode="auto">
          <a:xfrm>
            <a:off x="1435656" y="4221088"/>
            <a:ext cx="1696184" cy="175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5" b="16810"/>
          <a:stretch/>
        </p:blipFill>
        <p:spPr bwMode="auto">
          <a:xfrm>
            <a:off x="5580111" y="4359701"/>
            <a:ext cx="2348463" cy="146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Resultado de imagen para dibujo och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8" descr="Resultado de imagen para dibujo och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4346" name="Picture 10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344" y="4359701"/>
            <a:ext cx="1243135" cy="17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083" y="2393801"/>
            <a:ext cx="1969045" cy="196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Resultado de imagen para dibujo uña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0" r="33553" b="54576"/>
          <a:stretch/>
        </p:blipFill>
        <p:spPr bwMode="auto">
          <a:xfrm>
            <a:off x="6061638" y="2636911"/>
            <a:ext cx="1665145" cy="1594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020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31640" y="980728"/>
            <a:ext cx="2242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Dibuja:</a:t>
            </a:r>
            <a:endParaRPr lang="es-ES" sz="5400" b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pic>
        <p:nvPicPr>
          <p:cNvPr id="15362" name="Picture 2" descr="Imagen relacionada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2" r="18514"/>
          <a:stretch/>
        </p:blipFill>
        <p:spPr bwMode="auto">
          <a:xfrm rot="971287">
            <a:off x="6094843" y="1217106"/>
            <a:ext cx="1546875" cy="199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054283" y="1891356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Dibuja en el espacio asignado un elemento que comience con la vocal</a:t>
            </a:r>
            <a:endParaRPr lang="es-CL" b="1" dirty="0"/>
          </a:p>
        </p:txBody>
      </p:sp>
      <p:sp>
        <p:nvSpPr>
          <p:cNvPr id="5" name="4 Pantalla"/>
          <p:cNvSpPr/>
          <p:nvPr/>
        </p:nvSpPr>
        <p:spPr>
          <a:xfrm>
            <a:off x="1259632" y="3384957"/>
            <a:ext cx="2016224" cy="1440160"/>
          </a:xfrm>
          <a:prstGeom prst="flowChartDisplay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Pantalla"/>
          <p:cNvSpPr/>
          <p:nvPr/>
        </p:nvSpPr>
        <p:spPr>
          <a:xfrm>
            <a:off x="3707904" y="3384957"/>
            <a:ext cx="2016224" cy="1440160"/>
          </a:xfrm>
          <a:prstGeom prst="flowChartDisp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Pantalla"/>
          <p:cNvSpPr/>
          <p:nvPr/>
        </p:nvSpPr>
        <p:spPr>
          <a:xfrm>
            <a:off x="6094843" y="3294723"/>
            <a:ext cx="2016224" cy="1440160"/>
          </a:xfrm>
          <a:prstGeom prst="flowChartDisplay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9" b="12120"/>
          <a:stretch/>
        </p:blipFill>
        <p:spPr bwMode="auto">
          <a:xfrm>
            <a:off x="2056261" y="5034616"/>
            <a:ext cx="839938" cy="91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9" b="12120"/>
          <a:stretch/>
        </p:blipFill>
        <p:spPr bwMode="auto">
          <a:xfrm>
            <a:off x="4296047" y="5034617"/>
            <a:ext cx="839938" cy="91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7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9" b="12120"/>
          <a:stretch/>
        </p:blipFill>
        <p:spPr bwMode="auto">
          <a:xfrm>
            <a:off x="6868280" y="4901270"/>
            <a:ext cx="839938" cy="91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048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sultado de imagen para grafomotricidad vocal u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70" b="65958"/>
          <a:stretch/>
        </p:blipFill>
        <p:spPr bwMode="auto">
          <a:xfrm>
            <a:off x="1331640" y="2276872"/>
            <a:ext cx="324036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75112" y="1052736"/>
            <a:ext cx="69604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</a:t>
            </a:r>
            <a:r>
              <a:rPr lang="es-E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Qué elementos comienzan con la vocal u</a:t>
            </a:r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?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5" name="Picture 1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45" b="16810"/>
          <a:stretch/>
        </p:blipFill>
        <p:spPr bwMode="auto">
          <a:xfrm>
            <a:off x="3923928" y="1949101"/>
            <a:ext cx="2348463" cy="146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406" y="3573016"/>
            <a:ext cx="2023728" cy="160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9580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144</Words>
  <Application>Microsoft Office PowerPoint</Application>
  <PresentationFormat>Presentación en pantalla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7</cp:revision>
  <dcterms:created xsi:type="dcterms:W3CDTF">2019-12-21T20:38:32Z</dcterms:created>
  <dcterms:modified xsi:type="dcterms:W3CDTF">2019-12-21T21:51:34Z</dcterms:modified>
</cp:coreProperties>
</file>