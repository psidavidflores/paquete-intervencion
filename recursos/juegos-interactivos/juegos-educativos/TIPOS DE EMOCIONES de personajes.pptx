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111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4048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57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256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205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517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3821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0778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767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042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688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55B1-F0E7-4185-B408-E2E409679387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39881-4425-4540-A9EA-5CE02CBF13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880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671659" y="5229200"/>
            <a:ext cx="61877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b="1" dirty="0" smtClean="0"/>
              <a:t>Ámbito: </a:t>
            </a:r>
            <a:r>
              <a:rPr lang="es-MX" sz="3200" dirty="0" smtClean="0"/>
              <a:t>Desarrollo Personal y Social</a:t>
            </a:r>
            <a:endParaRPr lang="es-CL" sz="3200" dirty="0"/>
          </a:p>
        </p:txBody>
      </p:sp>
      <p:sp>
        <p:nvSpPr>
          <p:cNvPr id="5" name="4 Rectángulo"/>
          <p:cNvSpPr/>
          <p:nvPr/>
        </p:nvSpPr>
        <p:spPr>
          <a:xfrm>
            <a:off x="683568" y="1124744"/>
            <a:ext cx="81639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4000" dirty="0" smtClean="0">
                <a:latin typeface="Cooper Black" pitchFamily="18" charset="0"/>
              </a:rPr>
              <a:t>Núcleo Identidad y Autonomía</a:t>
            </a:r>
            <a:endParaRPr lang="es-CL" sz="4000" dirty="0">
              <a:latin typeface="Cooper Black" pitchFamily="18" charset="0"/>
            </a:endParaRPr>
          </a:p>
        </p:txBody>
      </p:sp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3" t="3501" r="4451" b="7507"/>
          <a:stretch/>
        </p:blipFill>
        <p:spPr bwMode="auto">
          <a:xfrm>
            <a:off x="1907704" y="2708920"/>
            <a:ext cx="5544615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2503777" y="1835092"/>
            <a:ext cx="43524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Las Emociones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780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Resultado de imagen para dibujo de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174" y="0"/>
            <a:ext cx="916117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99592" y="980728"/>
            <a:ext cx="74168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i="1" dirty="0" smtClean="0">
                <a:latin typeface="Arial" pitchFamily="34" charset="0"/>
                <a:cs typeface="Arial" pitchFamily="34" charset="0"/>
              </a:rPr>
              <a:t>Objetivo de aprendizaje: </a:t>
            </a:r>
          </a:p>
          <a:p>
            <a:r>
              <a:rPr lang="es-MX" sz="2400" dirty="0" smtClean="0"/>
              <a:t>Reconocer en sí mismo, en otras personas y en personajes de cuentos, emociones tales como: tristeza, miedo, alegría, pena y rabia.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118942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Resultado de imagen para patito feo llorand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r="19366"/>
          <a:stretch/>
        </p:blipFill>
        <p:spPr bwMode="auto">
          <a:xfrm>
            <a:off x="1619672" y="1835200"/>
            <a:ext cx="5832648" cy="38260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71600" y="879107"/>
            <a:ext cx="777686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Qué emoción tiene patito feo?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9059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Resultado de imagen para los tres chanchitos asustad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4" t="2509" r="11631" b="21599"/>
          <a:stretch/>
        </p:blipFill>
        <p:spPr bwMode="auto">
          <a:xfrm>
            <a:off x="1403647" y="1633628"/>
            <a:ext cx="6264697" cy="38836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611560" y="892819"/>
            <a:ext cx="835292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Qué emoción tienen los cerditos?</a:t>
            </a:r>
            <a:endParaRPr lang="es-ES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5373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83" y="0"/>
            <a:ext cx="9168083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Resultado de imagen para hansel y gret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340" y="1750140"/>
            <a:ext cx="6407020" cy="37670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559946" y="921485"/>
            <a:ext cx="84639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Qué emoción </a:t>
            </a:r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sienten los </a:t>
            </a:r>
            <a:r>
              <a:rPr lang="es-ES" sz="4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niños?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250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Resultado de imagen para emociones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3" r="49091" b="11780"/>
          <a:stretch/>
        </p:blipFill>
        <p:spPr bwMode="auto">
          <a:xfrm>
            <a:off x="2540002" y="1930055"/>
            <a:ext cx="4552278" cy="401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61126" y="1124744"/>
            <a:ext cx="763702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8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8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190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Resultado de imagen para emociones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7" t="15992" b="12530"/>
          <a:stretch/>
        </p:blipFill>
        <p:spPr bwMode="auto">
          <a:xfrm>
            <a:off x="1907704" y="1628800"/>
            <a:ext cx="547260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29159" y="980728"/>
            <a:ext cx="70182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3507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niÃ±o feliz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88840"/>
            <a:ext cx="5472608" cy="382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29159" y="980728"/>
            <a:ext cx="70182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0925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700808"/>
            <a:ext cx="3744416" cy="43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29159" y="980728"/>
            <a:ext cx="70182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3357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060848"/>
            <a:ext cx="4248472" cy="385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29159" y="980728"/>
            <a:ext cx="70182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421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4" r="15640"/>
          <a:stretch/>
        </p:blipFill>
        <p:spPr bwMode="auto">
          <a:xfrm>
            <a:off x="2843808" y="1772816"/>
            <a:ext cx="4072167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29159" y="980728"/>
            <a:ext cx="70182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077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sultado de imagen para dibujo niÃ±o enoja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060848"/>
            <a:ext cx="3566365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29159" y="980728"/>
            <a:ext cx="70182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6852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anuel Alvarado\Desktop\BORDES\9990faad188b7806137c3265198fa4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88"/>
            <a:ext cx="9143999" cy="6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700808"/>
            <a:ext cx="3600400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29159" y="980728"/>
            <a:ext cx="70182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emoción tiene el niño?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056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2905</TotalTime>
  <Words>121</Words>
  <Application>Microsoft Office PowerPoint</Application>
  <PresentationFormat>Presentación en pantalla (4:3)</PresentationFormat>
  <Paragraphs>16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2019-04-03T01:37:47Z</dcterms:created>
  <dcterms:modified xsi:type="dcterms:W3CDTF">2019-06-17T19:56:46Z</dcterms:modified>
</cp:coreProperties>
</file>