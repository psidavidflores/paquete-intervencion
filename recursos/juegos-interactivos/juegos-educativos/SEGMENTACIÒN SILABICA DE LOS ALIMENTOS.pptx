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92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553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611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65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943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043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449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113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082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2516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699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5FF40-F596-405E-A92E-97D5260BA614}" type="datetimeFigureOut">
              <a:rPr lang="es-CL" smtClean="0"/>
              <a:t>19-06-2019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68DAB-93E8-4BAE-8977-5537591D6B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7762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gif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4.jpe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5.jpe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9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10" Type="http://schemas.openxmlformats.org/officeDocument/2006/relationships/image" Target="../media/image25.jpeg"/><Relationship Id="rId4" Type="http://schemas.openxmlformats.org/officeDocument/2006/relationships/image" Target="../media/image33.jpeg"/><Relationship Id="rId9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9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7.gif"/><Relationship Id="rId10" Type="http://schemas.openxmlformats.org/officeDocument/2006/relationships/image" Target="../media/image44.jpeg"/><Relationship Id="rId4" Type="http://schemas.openxmlformats.org/officeDocument/2006/relationships/image" Target="../media/image40.jpeg"/><Relationship Id="rId9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ln w="127000" cap="sq">
            <a:solidFill>
              <a:srgbClr val="7030A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707904" y="476672"/>
            <a:ext cx="440024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</a:t>
            </a:r>
          </a:p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silábica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131694" y="5661248"/>
            <a:ext cx="537198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lin Sans FB" pitchFamily="34" charset="0"/>
              </a:rPr>
              <a:t>El banquete</a:t>
            </a:r>
            <a:endParaRPr lang="es-ES" sz="80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erlin Sans FB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30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5" descr="Resultado de imagen para dibujo de cociner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6 CuadroTexto"/>
          <p:cNvSpPr txBox="1"/>
          <p:nvPr/>
        </p:nvSpPr>
        <p:spPr>
          <a:xfrm>
            <a:off x="1171925" y="1052736"/>
            <a:ext cx="7085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Cuenta la cantidad de sílabas de cada alimento y únelos con la olla correspondiente. </a:t>
            </a:r>
            <a:endParaRPr lang="es-CL" dirty="0"/>
          </a:p>
        </p:txBody>
      </p:sp>
      <p:pic>
        <p:nvPicPr>
          <p:cNvPr id="8" name="Picture 4" descr="Resultado de imagen para dibujo de cocine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705638"/>
            <a:ext cx="2871155" cy="277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1" t="5782" r="80894" b="50000"/>
          <a:stretch/>
        </p:blipFill>
        <p:spPr bwMode="auto">
          <a:xfrm>
            <a:off x="1331640" y="3861048"/>
            <a:ext cx="1512168" cy="170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2" r="60336" b="50000"/>
          <a:stretch/>
        </p:blipFill>
        <p:spPr bwMode="auto">
          <a:xfrm>
            <a:off x="2699792" y="1810550"/>
            <a:ext cx="1475336" cy="184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00" r="40833" b="50000"/>
          <a:stretch/>
        </p:blipFill>
        <p:spPr bwMode="auto">
          <a:xfrm>
            <a:off x="3930756" y="3861048"/>
            <a:ext cx="1584176" cy="159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79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2" descr="Resultado de imagen para dibujo de cociner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246" name="Picture 6" descr="Resultado de imagen para dibujo de oll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4" b="18074"/>
          <a:stretch/>
        </p:blipFill>
        <p:spPr bwMode="auto">
          <a:xfrm>
            <a:off x="1043608" y="4077073"/>
            <a:ext cx="2185104" cy="174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para dibujo de oll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4" b="18074"/>
          <a:stretch/>
        </p:blipFill>
        <p:spPr bwMode="auto">
          <a:xfrm>
            <a:off x="5940153" y="4077074"/>
            <a:ext cx="2160240" cy="174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Resultado de imagen para dibujo de oll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4" b="18074"/>
          <a:stretch/>
        </p:blipFill>
        <p:spPr bwMode="auto">
          <a:xfrm>
            <a:off x="3635896" y="4387424"/>
            <a:ext cx="2185104" cy="163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2" r="60336" b="50000"/>
          <a:stretch/>
        </p:blipFill>
        <p:spPr bwMode="auto">
          <a:xfrm>
            <a:off x="4419469" y="5135324"/>
            <a:ext cx="677688" cy="73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1" t="5782" r="80894" b="50000"/>
          <a:stretch/>
        </p:blipFill>
        <p:spPr bwMode="auto">
          <a:xfrm>
            <a:off x="1804420" y="4951693"/>
            <a:ext cx="682386" cy="768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00" r="40833" b="50000"/>
          <a:stretch/>
        </p:blipFill>
        <p:spPr bwMode="auto">
          <a:xfrm>
            <a:off x="6631488" y="4896530"/>
            <a:ext cx="786015" cy="790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4" name="Picture 14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18" y="2023946"/>
            <a:ext cx="1503590" cy="150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Resultado de imagen para dibujo de pan marraquet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645" y="3212254"/>
            <a:ext cx="1256928" cy="125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8" name="Picture 18" descr="Resultado de imagen para dibujo de manzan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0" t="7721" r="21180" b="8207"/>
          <a:stretch/>
        </p:blipFill>
        <p:spPr bwMode="auto">
          <a:xfrm>
            <a:off x="2643178" y="3212254"/>
            <a:ext cx="1171068" cy="133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0" name="Picture 20" descr="Resultado de imagen para dibujo de pollo asad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593" y="1879065"/>
            <a:ext cx="1587960" cy="125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2" name="Picture 22" descr="Resultado de imagen para dibujo de brocoli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3" r="12202"/>
          <a:stretch/>
        </p:blipFill>
        <p:spPr bwMode="auto">
          <a:xfrm>
            <a:off x="3635896" y="2292515"/>
            <a:ext cx="1190757" cy="123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095893" y="828651"/>
            <a:ext cx="550535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silábica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64" name="Picture 24" descr="Resultado de imagen para dibujo de frutill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953" y="2879700"/>
            <a:ext cx="1219784" cy="136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24 CuadroTexto"/>
          <p:cNvSpPr txBox="1"/>
          <p:nvPr/>
        </p:nvSpPr>
        <p:spPr>
          <a:xfrm>
            <a:off x="807834" y="1413326"/>
            <a:ext cx="7085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Cuenta la cantidad de sílabas de cada alimento y únelos con la olla correspondiente.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8493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 descr="Resultado de imagen para dibujo de oll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4" b="18074"/>
          <a:stretch/>
        </p:blipFill>
        <p:spPr bwMode="auto">
          <a:xfrm>
            <a:off x="1547664" y="3676138"/>
            <a:ext cx="2842872" cy="217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esultado de imagen para dibujo de oll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4" b="18074"/>
          <a:stretch/>
        </p:blipFill>
        <p:spPr bwMode="auto">
          <a:xfrm>
            <a:off x="4932039" y="3676137"/>
            <a:ext cx="2980581" cy="217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691365" y="821420"/>
            <a:ext cx="593258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Segmentación silábica</a:t>
            </a:r>
            <a:endParaRPr lang="es-ES" sz="40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8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r="40774" b="50000"/>
          <a:stretch/>
        </p:blipFill>
        <p:spPr bwMode="auto">
          <a:xfrm>
            <a:off x="2627784" y="4730474"/>
            <a:ext cx="983674" cy="8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5" r="20388" b="50000"/>
          <a:stretch/>
        </p:blipFill>
        <p:spPr bwMode="auto">
          <a:xfrm>
            <a:off x="6156176" y="4724160"/>
            <a:ext cx="801998" cy="901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Resultado de imagen para dibujo de hamburgues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724" y="1852472"/>
            <a:ext cx="1787897" cy="178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247" y="2062242"/>
            <a:ext cx="1192552" cy="146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Resultado de imagen para dibujo de platan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41" y="2112620"/>
            <a:ext cx="1521936" cy="141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Resultado de imagen para dibujo de tomat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299" y="2124888"/>
            <a:ext cx="1393821" cy="141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16 CuadroTexto"/>
          <p:cNvSpPr txBox="1"/>
          <p:nvPr/>
        </p:nvSpPr>
        <p:spPr>
          <a:xfrm>
            <a:off x="1264328" y="1421217"/>
            <a:ext cx="7085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Cuenta  cuantas  sílabas tiene cada alimento y únelos con la olla correspondiente.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2774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379053" y="908720"/>
            <a:ext cx="65099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Segmentación silábica</a:t>
            </a:r>
            <a:endParaRPr lang="es-ES" sz="44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8194" name="Picture 2" descr="Resultado de imagen para dibujo de cebol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510" y="4483694"/>
            <a:ext cx="1367834" cy="133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dibujo de papa verdur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8" r="14079"/>
          <a:stretch/>
        </p:blipFill>
        <p:spPr bwMode="auto">
          <a:xfrm>
            <a:off x="5402055" y="4603013"/>
            <a:ext cx="1551709" cy="138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 de pepin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167" y="4401459"/>
            <a:ext cx="2304256" cy="1725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061052"/>
            <a:ext cx="1786197" cy="130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Resultado de imagen para dibujo de lechug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051705"/>
            <a:ext cx="1855543" cy="176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1187624" y="1678161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Marca con una (x) todos los alimentos que contengan 3 sílabas. </a:t>
            </a:r>
            <a:endParaRPr lang="es-CL" dirty="0"/>
          </a:p>
        </p:txBody>
      </p:sp>
      <p:pic>
        <p:nvPicPr>
          <p:cNvPr id="8206" name="Picture 14" descr="Imagen relacionad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54" b="12071"/>
          <a:stretch/>
        </p:blipFill>
        <p:spPr bwMode="auto">
          <a:xfrm>
            <a:off x="3216126" y="3061052"/>
            <a:ext cx="2070230" cy="129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r="40774" b="50000"/>
          <a:stretch/>
        </p:blipFill>
        <p:spPr bwMode="auto">
          <a:xfrm>
            <a:off x="1531882" y="2052041"/>
            <a:ext cx="1699168" cy="154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12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379053" y="764704"/>
            <a:ext cx="65099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Segmentación silábica</a:t>
            </a:r>
            <a:endParaRPr lang="es-ES" sz="44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971600" y="1522051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/>
              <a:t> </a:t>
            </a:r>
            <a:r>
              <a:rPr lang="es-CL" dirty="0" smtClean="0"/>
              <a:t>Cuenta cuántas sílabas tiene cada alimento y únelos con el número que corresponda.  </a:t>
            </a:r>
            <a:endParaRPr lang="es-CL" dirty="0"/>
          </a:p>
        </p:txBody>
      </p:sp>
      <p:pic>
        <p:nvPicPr>
          <p:cNvPr id="7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13" b="50000"/>
          <a:stretch/>
        </p:blipFill>
        <p:spPr bwMode="auto">
          <a:xfrm>
            <a:off x="1619671" y="4725144"/>
            <a:ext cx="6269305" cy="1060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250" y="2713923"/>
            <a:ext cx="1601395" cy="128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n para ajo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4" t="18032" r="5952" b="13636"/>
          <a:stretch/>
        </p:blipFill>
        <p:spPr bwMode="auto">
          <a:xfrm>
            <a:off x="1466596" y="2497072"/>
            <a:ext cx="1690388" cy="164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sultado de imagen para manzan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5" r="7660" b="11539"/>
          <a:stretch/>
        </p:blipFill>
        <p:spPr bwMode="auto">
          <a:xfrm>
            <a:off x="4895234" y="2468490"/>
            <a:ext cx="1326439" cy="143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Resultado de imagen para chirimoy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909" y="2497072"/>
            <a:ext cx="1678067" cy="1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39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Resultado de imagen para dibujo de verdura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1" r="9974"/>
          <a:stretch/>
        </p:blipFill>
        <p:spPr bwMode="auto">
          <a:xfrm>
            <a:off x="1672693" y="2420888"/>
            <a:ext cx="1800200" cy="184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918" y="2420888"/>
            <a:ext cx="201136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para dibujo de zanahori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4" t="5192" b="10459"/>
          <a:stretch/>
        </p:blipFill>
        <p:spPr bwMode="auto">
          <a:xfrm rot="20378359">
            <a:off x="3401819" y="2211396"/>
            <a:ext cx="2340362" cy="191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1475656" y="4469279"/>
            <a:ext cx="1512168" cy="120340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Elipse"/>
          <p:cNvSpPr/>
          <p:nvPr/>
        </p:nvSpPr>
        <p:spPr>
          <a:xfrm>
            <a:off x="3789186" y="4614608"/>
            <a:ext cx="1512168" cy="120340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Elipse"/>
          <p:cNvSpPr/>
          <p:nvPr/>
        </p:nvSpPr>
        <p:spPr>
          <a:xfrm>
            <a:off x="6271113" y="4581128"/>
            <a:ext cx="1512168" cy="120340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Rectángulo"/>
          <p:cNvSpPr/>
          <p:nvPr/>
        </p:nvSpPr>
        <p:spPr>
          <a:xfrm>
            <a:off x="1475656" y="980728"/>
            <a:ext cx="65099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Segmentación silábica</a:t>
            </a:r>
            <a:endParaRPr lang="es-ES" sz="44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988546" y="1743387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Cuenta cuántas sílabas tiene cada alimento y escribe el número en el espacio.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6848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 descr="Resultado de imagen para dibujo de naranj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4" r="13658"/>
          <a:stretch/>
        </p:blipFill>
        <p:spPr bwMode="auto">
          <a:xfrm>
            <a:off x="1333593" y="2847375"/>
            <a:ext cx="1796293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5" t="8847" r="5980" b="6850"/>
          <a:stretch/>
        </p:blipFill>
        <p:spPr bwMode="auto">
          <a:xfrm>
            <a:off x="5925669" y="2797461"/>
            <a:ext cx="1691170" cy="164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esultado de imagen para dibujo de melon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t="8818" r="6593" b="7217"/>
          <a:stretch/>
        </p:blipFill>
        <p:spPr bwMode="auto">
          <a:xfrm>
            <a:off x="3153900" y="2667165"/>
            <a:ext cx="2707338" cy="190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Elipse"/>
          <p:cNvSpPr/>
          <p:nvPr/>
        </p:nvSpPr>
        <p:spPr>
          <a:xfrm>
            <a:off x="1591256" y="4602305"/>
            <a:ext cx="1512168" cy="120340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10 Elipse"/>
          <p:cNvSpPr/>
          <p:nvPr/>
        </p:nvSpPr>
        <p:spPr>
          <a:xfrm>
            <a:off x="6100091" y="4663462"/>
            <a:ext cx="1512168" cy="120340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Elipse"/>
          <p:cNvSpPr/>
          <p:nvPr/>
        </p:nvSpPr>
        <p:spPr>
          <a:xfrm>
            <a:off x="3815916" y="4774079"/>
            <a:ext cx="1512168" cy="120340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Rectángulo"/>
          <p:cNvSpPr/>
          <p:nvPr/>
        </p:nvSpPr>
        <p:spPr>
          <a:xfrm>
            <a:off x="1475656" y="980728"/>
            <a:ext cx="65099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Segmentación silábica</a:t>
            </a:r>
            <a:endParaRPr lang="es-ES" sz="44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988546" y="1743387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Cuenta cuántas sílabas tiene cada imagen y escribe el número en el espacio.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74018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70364" y="836712"/>
            <a:ext cx="65099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Segmentación silábica</a:t>
            </a:r>
            <a:endParaRPr lang="es-ES" sz="44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836894" y="1606153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Cuenta cuántas sílabas tiene cada imagen y marca con una (x) el dibujo que tenga más sílabas en cada fila.</a:t>
            </a:r>
            <a:endParaRPr lang="es-CL" dirty="0"/>
          </a:p>
        </p:txBody>
      </p:sp>
      <p:pic>
        <p:nvPicPr>
          <p:cNvPr id="4098" name="Picture 2" descr="Resultado de imagen para dibujo de per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53437"/>
            <a:ext cx="1464207" cy="170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Resultado de imagen para dibujo de sandÃ­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02" name="Picture 6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9" t="9282" r="13578" b="12708"/>
          <a:stretch/>
        </p:blipFill>
        <p:spPr bwMode="auto">
          <a:xfrm>
            <a:off x="2795846" y="2573935"/>
            <a:ext cx="1851211" cy="1462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para dibujo de mor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937" y="2217669"/>
            <a:ext cx="1368152" cy="19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453437"/>
            <a:ext cx="1464207" cy="1462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dibujo de verduras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1" r="9974"/>
          <a:stretch/>
        </p:blipFill>
        <p:spPr bwMode="auto">
          <a:xfrm>
            <a:off x="1470364" y="4361929"/>
            <a:ext cx="1372457" cy="1406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Imagen relacionad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5" t="8847" r="5980" b="6850"/>
          <a:stretch/>
        </p:blipFill>
        <p:spPr bwMode="auto">
          <a:xfrm>
            <a:off x="6588224" y="4355434"/>
            <a:ext cx="1581763" cy="153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Resultado de imagen para ajo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4" t="18032" r="5952" b="13636"/>
          <a:stretch/>
        </p:blipFill>
        <p:spPr bwMode="auto">
          <a:xfrm>
            <a:off x="4800968" y="4299584"/>
            <a:ext cx="1690388" cy="164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Resultado de imagen para chirimoya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990" y="4299584"/>
            <a:ext cx="1678067" cy="1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350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 descr="Resultado de imagen para DIBUJO DE VERDUR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364" y="2420888"/>
            <a:ext cx="6197980" cy="337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470363" y="882772"/>
            <a:ext cx="65099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Segmentación silábica</a:t>
            </a:r>
            <a:endParaRPr lang="es-ES" sz="44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836894" y="1665093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Cuenta cuántas sílabas tiene cada imagen y marca con una (x) el dibujo que tenga </a:t>
            </a:r>
            <a:r>
              <a:rPr lang="es-CL" b="1" u="sng" dirty="0" smtClean="0"/>
              <a:t>MENOS</a:t>
            </a:r>
            <a:r>
              <a:rPr lang="es-CL" dirty="0" smtClean="0"/>
              <a:t> sílabas.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9020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70363" y="882772"/>
            <a:ext cx="650992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Segmentación silábica</a:t>
            </a:r>
            <a:endParaRPr lang="es-ES" sz="44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836894" y="1665093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Cuenta cuántas sílabas tiene cada imagen y une los dibujos con igual cantidad de sílabas. </a:t>
            </a:r>
            <a:endParaRPr lang="es-CL" dirty="0"/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361" y="2346898"/>
            <a:ext cx="1733485" cy="161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DE uv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8" r="5133"/>
          <a:stretch/>
        </p:blipFill>
        <p:spPr bwMode="auto">
          <a:xfrm>
            <a:off x="6530191" y="2091913"/>
            <a:ext cx="1335633" cy="198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6" descr="Resultado de imagen para dibujo de pan marraquet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7" y="2265760"/>
            <a:ext cx="1760984" cy="176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265760"/>
            <a:ext cx="1314658" cy="158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sultado de imagen para dibujo de zanahori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4" t="5192" b="10459"/>
          <a:stretch/>
        </p:blipFill>
        <p:spPr bwMode="auto">
          <a:xfrm rot="20378359">
            <a:off x="1380635" y="4341454"/>
            <a:ext cx="1641399" cy="133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dibujo de per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4630191"/>
            <a:ext cx="1176175" cy="136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para dibujo de plÃ¡tano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5" y="4486418"/>
            <a:ext cx="1656185" cy="165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sultado de imagen para dibujo de miel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395" y="4486416"/>
            <a:ext cx="1152128" cy="176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5425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4483</TotalTime>
  <Words>200</Words>
  <Application>Microsoft Office PowerPoint</Application>
  <PresentationFormat>Presentación en pantalla (4:3)</PresentationFormat>
  <Paragraphs>22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21</cp:revision>
  <dcterms:created xsi:type="dcterms:W3CDTF">2019-06-14T17:52:10Z</dcterms:created>
  <dcterms:modified xsi:type="dcterms:W3CDTF">2019-06-20T01:44:30Z</dcterms:modified>
</cp:coreProperties>
</file>