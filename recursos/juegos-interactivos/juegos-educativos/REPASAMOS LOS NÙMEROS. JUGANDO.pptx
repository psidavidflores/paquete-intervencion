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56" r:id="rId3"/>
    <p:sldId id="266" r:id="rId4"/>
    <p:sldId id="277" r:id="rId5"/>
    <p:sldId id="267" r:id="rId6"/>
    <p:sldId id="26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8" r:id="rId15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D081-CC45-4E8C-90A3-9DAE6B052407}" type="datetimeFigureOut">
              <a:rPr lang="es-CL" smtClean="0"/>
              <a:t>25-03-2019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74BB-14E8-4C8F-985F-AC966B98754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5995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D081-CC45-4E8C-90A3-9DAE6B052407}" type="datetimeFigureOut">
              <a:rPr lang="es-CL" smtClean="0"/>
              <a:t>25-03-2019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74BB-14E8-4C8F-985F-AC966B98754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39106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D081-CC45-4E8C-90A3-9DAE6B052407}" type="datetimeFigureOut">
              <a:rPr lang="es-CL" smtClean="0"/>
              <a:t>25-03-2019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74BB-14E8-4C8F-985F-AC966B98754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027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D081-CC45-4E8C-90A3-9DAE6B052407}" type="datetimeFigureOut">
              <a:rPr lang="es-CL" smtClean="0"/>
              <a:t>25-03-2019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74BB-14E8-4C8F-985F-AC966B98754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7213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D081-CC45-4E8C-90A3-9DAE6B052407}" type="datetimeFigureOut">
              <a:rPr lang="es-CL" smtClean="0"/>
              <a:t>25-03-2019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74BB-14E8-4C8F-985F-AC966B98754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138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D081-CC45-4E8C-90A3-9DAE6B052407}" type="datetimeFigureOut">
              <a:rPr lang="es-CL" smtClean="0"/>
              <a:t>25-03-2019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74BB-14E8-4C8F-985F-AC966B98754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983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D081-CC45-4E8C-90A3-9DAE6B052407}" type="datetimeFigureOut">
              <a:rPr lang="es-CL" smtClean="0"/>
              <a:t>25-03-2019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74BB-14E8-4C8F-985F-AC966B98754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4696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D081-CC45-4E8C-90A3-9DAE6B052407}" type="datetimeFigureOut">
              <a:rPr lang="es-CL" smtClean="0"/>
              <a:t>25-03-2019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74BB-14E8-4C8F-985F-AC966B98754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981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D081-CC45-4E8C-90A3-9DAE6B052407}" type="datetimeFigureOut">
              <a:rPr lang="es-CL" smtClean="0"/>
              <a:t>25-03-2019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74BB-14E8-4C8F-985F-AC966B98754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1346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D081-CC45-4E8C-90A3-9DAE6B052407}" type="datetimeFigureOut">
              <a:rPr lang="es-CL" smtClean="0"/>
              <a:t>25-03-2019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74BB-14E8-4C8F-985F-AC966B98754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4929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BD081-CC45-4E8C-90A3-9DAE6B052407}" type="datetimeFigureOut">
              <a:rPr lang="es-CL" smtClean="0"/>
              <a:t>25-03-2019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D74BB-14E8-4C8F-985F-AC966B98754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799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BD081-CC45-4E8C-90A3-9DAE6B052407}" type="datetimeFigureOut">
              <a:rPr lang="es-CL" smtClean="0"/>
              <a:t>25-03-2019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D74BB-14E8-4C8F-985F-AC966B98754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3092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46" y="-2142"/>
            <a:ext cx="9152745" cy="6860141"/>
          </a:xfrm>
          <a:prstGeom prst="rect">
            <a:avLst/>
          </a:prstGeom>
          <a:noFill/>
          <a:ln w="762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979712" y="44244"/>
            <a:ext cx="716428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4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Repasamos: Los números </a:t>
            </a:r>
            <a:endParaRPr lang="es-ES" sz="4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82" r="60776" b="49600"/>
          <a:stretch/>
        </p:blipFill>
        <p:spPr bwMode="auto">
          <a:xfrm>
            <a:off x="2735707" y="816033"/>
            <a:ext cx="712426" cy="1368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87" t="50000"/>
          <a:stretch/>
        </p:blipFill>
        <p:spPr bwMode="auto">
          <a:xfrm>
            <a:off x="4427984" y="762085"/>
            <a:ext cx="752680" cy="1103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69" t="50072" r="22197"/>
          <a:stretch/>
        </p:blipFill>
        <p:spPr bwMode="auto">
          <a:xfrm>
            <a:off x="8028384" y="980728"/>
            <a:ext cx="790204" cy="141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85" r="42457" b="50000"/>
          <a:stretch/>
        </p:blipFill>
        <p:spPr bwMode="auto">
          <a:xfrm>
            <a:off x="3577140" y="2149013"/>
            <a:ext cx="892954" cy="936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6959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Resultado de imagen para fondo los numeros para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" y="27709"/>
            <a:ext cx="9143644" cy="6830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1922145" y="57880"/>
            <a:ext cx="52898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Jugando aprendo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3602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807844" y="1340768"/>
            <a:ext cx="729065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4800" b="1" spc="50" dirty="0" smtClean="0">
                <a:ln w="11430"/>
                <a:solidFill>
                  <a:srgbClr val="7030A0"/>
                </a:solidFill>
                <a:latin typeface="Cooper Black" pitchFamily="18" charset="0"/>
              </a:rPr>
              <a:t>¿ Cómo me siento hoy?</a:t>
            </a:r>
            <a:endParaRPr lang="es-ES" sz="4800" b="1" cap="none" spc="50" dirty="0">
              <a:ln w="11430"/>
              <a:solidFill>
                <a:srgbClr val="7030A0"/>
              </a:solidFill>
              <a:latin typeface="Cooper Black" pitchFamily="18" charset="0"/>
            </a:endParaRPr>
          </a:p>
        </p:txBody>
      </p:sp>
      <p:pic>
        <p:nvPicPr>
          <p:cNvPr id="1029" name="Picture 5" descr="Resultado de imagen para cara feliz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2235277"/>
            <a:ext cx="2273844" cy="227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798" y="3789040"/>
            <a:ext cx="2320135" cy="2320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Resultado de imagen para cara trist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181" y="2142127"/>
            <a:ext cx="2247900" cy="224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898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863" y="1556792"/>
            <a:ext cx="6428274" cy="4223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956341" y="649779"/>
            <a:ext cx="36434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Repasamos: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39365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27584" y="1079738"/>
            <a:ext cx="7488832" cy="8925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Actividad:</a:t>
            </a:r>
            <a:r>
              <a:rPr lang="es-ES" sz="2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r>
              <a:rPr lang="es-ES" sz="2400" cap="none" spc="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Pinta las pepitas de las frutillas según el número</a:t>
            </a:r>
            <a:endParaRPr lang="es-ES" sz="2400" b="1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" name="5 Imagen" descr="Resultado de imagen para frutillas dibujo a color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204864"/>
            <a:ext cx="26860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6 Imagen" descr="Resultado de imagen para frutillas dibujo a color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31295"/>
            <a:ext cx="268605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7 Elipse"/>
          <p:cNvSpPr/>
          <p:nvPr/>
        </p:nvSpPr>
        <p:spPr>
          <a:xfrm>
            <a:off x="2555776" y="4890914"/>
            <a:ext cx="1152128" cy="12241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6600" b="1" dirty="0"/>
              <a:t>6</a:t>
            </a:r>
          </a:p>
        </p:txBody>
      </p:sp>
      <p:sp>
        <p:nvSpPr>
          <p:cNvPr id="9" name="8 Elipse"/>
          <p:cNvSpPr/>
          <p:nvPr/>
        </p:nvSpPr>
        <p:spPr>
          <a:xfrm>
            <a:off x="5724128" y="4917345"/>
            <a:ext cx="1152128" cy="1224136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6600" b="1" dirty="0" smtClean="0"/>
              <a:t>2</a:t>
            </a:r>
            <a:endParaRPr lang="es-CL" sz="6600" b="1" dirty="0"/>
          </a:p>
        </p:txBody>
      </p:sp>
    </p:spTree>
    <p:extLst>
      <p:ext uri="{BB962C8B-B14F-4D97-AF65-F5344CB8AC3E}">
        <p14:creationId xmlns:p14="http://schemas.microsoft.com/office/powerpoint/2010/main" val="2324366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27584" y="1079738"/>
            <a:ext cx="748883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Actividad: </a:t>
            </a:r>
            <a:r>
              <a:rPr lang="es-ES" sz="2400" cap="none" spc="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Pinta los dientes según</a:t>
            </a:r>
            <a:r>
              <a:rPr lang="es-ES" sz="240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el número indicado</a:t>
            </a:r>
            <a:r>
              <a:rPr lang="es-ES" sz="24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.</a:t>
            </a:r>
            <a:endParaRPr lang="es-ES" sz="2400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" name="5 Imagen" descr="Resultado de imagen para dibujo niÃ±o mostrando dientes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2" t="20851" r="4554" b="19575"/>
          <a:stretch/>
        </p:blipFill>
        <p:spPr bwMode="auto">
          <a:xfrm>
            <a:off x="755576" y="1772947"/>
            <a:ext cx="2200275" cy="13303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6 Imagen" descr="Resultado de imagen para dibujo niÃ±o mostrando dientes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2" t="20851" r="4554" b="19575"/>
          <a:stretch/>
        </p:blipFill>
        <p:spPr bwMode="auto">
          <a:xfrm>
            <a:off x="3950211" y="3861048"/>
            <a:ext cx="2736304" cy="157380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7 Imagen" descr="Resultado de imagen para dibujo niÃ±o mostrando dientes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2" t="20851" r="4554" b="19575"/>
          <a:stretch/>
        </p:blipFill>
        <p:spPr bwMode="auto">
          <a:xfrm>
            <a:off x="827584" y="4005064"/>
            <a:ext cx="2592288" cy="158417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8 Imagen" descr="Resultado de imagen para dibujo niÃ±o mostrando dientes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2" t="20851" r="4554" b="19575"/>
          <a:stretch/>
        </p:blipFill>
        <p:spPr bwMode="auto">
          <a:xfrm>
            <a:off x="4212495" y="1988840"/>
            <a:ext cx="2592288" cy="168952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9 Elipse"/>
          <p:cNvSpPr/>
          <p:nvPr/>
        </p:nvSpPr>
        <p:spPr>
          <a:xfrm>
            <a:off x="2798083" y="2454228"/>
            <a:ext cx="1152128" cy="12241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6600" b="1" dirty="0"/>
              <a:t>4</a:t>
            </a:r>
            <a:endParaRPr lang="es-CL" sz="6600" b="1" dirty="0"/>
          </a:p>
        </p:txBody>
      </p:sp>
      <p:sp>
        <p:nvSpPr>
          <p:cNvPr id="11" name="10 Elipse"/>
          <p:cNvSpPr/>
          <p:nvPr/>
        </p:nvSpPr>
        <p:spPr>
          <a:xfrm>
            <a:off x="3060367" y="4893641"/>
            <a:ext cx="1152128" cy="12241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6600" b="1" dirty="0"/>
              <a:t>3</a:t>
            </a:r>
            <a:endParaRPr lang="es-CL" sz="6600" b="1" dirty="0"/>
          </a:p>
        </p:txBody>
      </p:sp>
      <p:sp>
        <p:nvSpPr>
          <p:cNvPr id="12" name="11 Elipse"/>
          <p:cNvSpPr/>
          <p:nvPr/>
        </p:nvSpPr>
        <p:spPr>
          <a:xfrm>
            <a:off x="6692164" y="2934517"/>
            <a:ext cx="1152128" cy="12241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6600" b="1" dirty="0"/>
              <a:t>2</a:t>
            </a:r>
            <a:endParaRPr lang="es-CL" sz="6600" b="1" dirty="0"/>
          </a:p>
        </p:txBody>
      </p:sp>
      <p:sp>
        <p:nvSpPr>
          <p:cNvPr id="13" name="12 Elipse"/>
          <p:cNvSpPr/>
          <p:nvPr/>
        </p:nvSpPr>
        <p:spPr>
          <a:xfrm>
            <a:off x="6116100" y="4899677"/>
            <a:ext cx="1152128" cy="12241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66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84287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111326"/>
            <a:ext cx="2328340" cy="3022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152325"/>
            <a:ext cx="2328339" cy="3022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827584" y="1079738"/>
            <a:ext cx="7488832" cy="8925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Actividad: </a:t>
            </a:r>
            <a:r>
              <a:rPr lang="es-ES" sz="240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Ayuda a los conejitos a dibujar los bigotes según el número</a:t>
            </a:r>
            <a:endParaRPr lang="es-ES" sz="2400" b="1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8" name="7 Elipse"/>
          <p:cNvSpPr/>
          <p:nvPr/>
        </p:nvSpPr>
        <p:spPr>
          <a:xfrm>
            <a:off x="2123728" y="5076700"/>
            <a:ext cx="1152128" cy="12241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6600" b="1" dirty="0"/>
              <a:t>5</a:t>
            </a:r>
          </a:p>
        </p:txBody>
      </p:sp>
      <p:sp>
        <p:nvSpPr>
          <p:cNvPr id="9" name="8 Elipse"/>
          <p:cNvSpPr/>
          <p:nvPr/>
        </p:nvSpPr>
        <p:spPr>
          <a:xfrm>
            <a:off x="5624798" y="5074352"/>
            <a:ext cx="1152128" cy="12241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66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04000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4 Imagen" descr="Resultado de imagen para panadero dibujo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10735"/>
            <a:ext cx="2664296" cy="3456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140967"/>
            <a:ext cx="4498734" cy="2160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Elipse"/>
          <p:cNvSpPr/>
          <p:nvPr/>
        </p:nvSpPr>
        <p:spPr>
          <a:xfrm>
            <a:off x="3419872" y="4542309"/>
            <a:ext cx="1152128" cy="122413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6600" b="1" dirty="0"/>
              <a:t>8</a:t>
            </a:r>
            <a:endParaRPr lang="es-CL" sz="6600" b="1" dirty="0"/>
          </a:p>
        </p:txBody>
      </p:sp>
      <p:sp>
        <p:nvSpPr>
          <p:cNvPr id="8" name="7 Rectángulo"/>
          <p:cNvSpPr/>
          <p:nvPr/>
        </p:nvSpPr>
        <p:spPr>
          <a:xfrm>
            <a:off x="827584" y="1079738"/>
            <a:ext cx="748883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8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Actividad: </a:t>
            </a:r>
            <a:r>
              <a:rPr lang="es-ES" sz="2000" b="1" cap="none" spc="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Ayuda </a:t>
            </a:r>
            <a:r>
              <a:rPr lang="es-ES" sz="2000" b="1" dirty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</a:t>
            </a:r>
            <a:r>
              <a:rPr lang="es-ES" sz="2000" b="1" cap="none" spc="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Juanito el panadero a dibujar pancitos según el número indicado.</a:t>
            </a:r>
            <a:endParaRPr lang="es-ES" sz="2000" b="1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9474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74438"/>
            <a:ext cx="6264696" cy="3758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827584" y="1079738"/>
            <a:ext cx="748883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Actividad: Marca con una ( x) el número que indica tu profesor/a. </a:t>
            </a:r>
            <a:endParaRPr lang="es-ES" sz="2400" b="1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15846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 descr="Resultado de imagen para dibujo de pec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1916832"/>
            <a:ext cx="4447852" cy="369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96" r="41243" b="50000"/>
          <a:stretch/>
        </p:blipFill>
        <p:spPr bwMode="auto">
          <a:xfrm>
            <a:off x="1115614" y="1916832"/>
            <a:ext cx="1961931" cy="336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827584" y="1079738"/>
            <a:ext cx="748883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Actividad: Encierra en un círculo la cantidad indicada.</a:t>
            </a:r>
            <a:endParaRPr lang="es-ES" sz="2400" b="1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52471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10" t="3317" r="4551" b="50798"/>
          <a:stretch/>
        </p:blipFill>
        <p:spPr bwMode="auto">
          <a:xfrm>
            <a:off x="831032" y="2204864"/>
            <a:ext cx="2012776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 descr="Resultado de imagen para dibujo de grupo de perrito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9" b="35212"/>
          <a:stretch/>
        </p:blipFill>
        <p:spPr bwMode="auto">
          <a:xfrm>
            <a:off x="2699792" y="2348880"/>
            <a:ext cx="5001351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827584" y="1079738"/>
            <a:ext cx="748883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Actividad: Encierra en un círculo la cantidad indicada.</a:t>
            </a:r>
            <a:endParaRPr lang="es-ES" sz="2400" b="1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47070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 descr="Resultado de imagen para dibujo de hormiga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57" t="4662" r="14988" b="7447"/>
          <a:stretch/>
        </p:blipFill>
        <p:spPr bwMode="auto">
          <a:xfrm>
            <a:off x="1116864" y="2434977"/>
            <a:ext cx="2160239" cy="288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n para dibujo de hojas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4" t="-2886" r="19871" b="3841"/>
          <a:stretch/>
        </p:blipFill>
        <p:spPr bwMode="auto">
          <a:xfrm>
            <a:off x="3907872" y="3189010"/>
            <a:ext cx="1008112" cy="125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Resultado de imagen para dibujo de hojas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4" t="-2886" r="19871" b="3841"/>
          <a:stretch/>
        </p:blipFill>
        <p:spPr bwMode="auto">
          <a:xfrm>
            <a:off x="4978896" y="3433784"/>
            <a:ext cx="1008112" cy="125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Resultado de imagen para dibujo de hojas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4" t="-2886" r="19871" b="3841"/>
          <a:stretch/>
        </p:blipFill>
        <p:spPr bwMode="auto">
          <a:xfrm>
            <a:off x="6139649" y="3433784"/>
            <a:ext cx="1008112" cy="125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sultado de imagen para dibujo de hojas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4" t="-2886" r="19871" b="3841"/>
          <a:stretch/>
        </p:blipFill>
        <p:spPr bwMode="auto">
          <a:xfrm>
            <a:off x="5635593" y="4688127"/>
            <a:ext cx="1008112" cy="125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para dibujo de hojas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4" t="-2886" r="19871" b="3841"/>
          <a:stretch/>
        </p:blipFill>
        <p:spPr bwMode="auto">
          <a:xfrm>
            <a:off x="4456049" y="4602029"/>
            <a:ext cx="1008112" cy="125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Resultado de imagen para dibujo de hojas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4" t="-2886" r="19871" b="3841"/>
          <a:stretch/>
        </p:blipFill>
        <p:spPr bwMode="auto">
          <a:xfrm>
            <a:off x="3300830" y="4431966"/>
            <a:ext cx="1008112" cy="1254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08" r="25997" b="50000"/>
          <a:stretch/>
        </p:blipFill>
        <p:spPr bwMode="auto">
          <a:xfrm>
            <a:off x="6523985" y="1570925"/>
            <a:ext cx="1058933" cy="1705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12 Rectángulo"/>
          <p:cNvSpPr/>
          <p:nvPr/>
        </p:nvSpPr>
        <p:spPr>
          <a:xfrm>
            <a:off x="827584" y="1079738"/>
            <a:ext cx="748883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Actividad: Marca con una ( x)la cantidad indicada.</a:t>
            </a:r>
            <a:endParaRPr lang="es-ES" sz="2400" b="1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31289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8" t="50000" r="79147"/>
          <a:stretch/>
        </p:blipFill>
        <p:spPr bwMode="auto">
          <a:xfrm>
            <a:off x="1066800" y="2441540"/>
            <a:ext cx="1560984" cy="278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Resultado de imagen para manzanas dibuj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4" r="15668"/>
          <a:stretch/>
        </p:blipFill>
        <p:spPr bwMode="auto">
          <a:xfrm>
            <a:off x="3075709" y="3068960"/>
            <a:ext cx="1039091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manzanas dibuj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4" r="15668"/>
          <a:stretch/>
        </p:blipFill>
        <p:spPr bwMode="auto">
          <a:xfrm>
            <a:off x="4052454" y="3526160"/>
            <a:ext cx="1039091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para manzanas dibuj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4" r="15668"/>
          <a:stretch/>
        </p:blipFill>
        <p:spPr bwMode="auto">
          <a:xfrm>
            <a:off x="6588224" y="4102224"/>
            <a:ext cx="1039091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sultado de imagen para manzanas dibuj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4" r="15668"/>
          <a:stretch/>
        </p:blipFill>
        <p:spPr bwMode="auto">
          <a:xfrm>
            <a:off x="5292080" y="3375039"/>
            <a:ext cx="1039091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sultado de imagen para manzanas dibuj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4" r="15668"/>
          <a:stretch/>
        </p:blipFill>
        <p:spPr bwMode="auto">
          <a:xfrm>
            <a:off x="5148064" y="4678288"/>
            <a:ext cx="1039091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n para manzanas dibuj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4" r="15668"/>
          <a:stretch/>
        </p:blipFill>
        <p:spPr bwMode="auto">
          <a:xfrm>
            <a:off x="3747654" y="4830688"/>
            <a:ext cx="1039091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esultado de imagen para manzanas dibuj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4" r="15668"/>
          <a:stretch/>
        </p:blipFill>
        <p:spPr bwMode="auto">
          <a:xfrm>
            <a:off x="2493818" y="4407024"/>
            <a:ext cx="1039091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Resultado de imagen para manzanas dibuj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4" r="15668"/>
          <a:stretch/>
        </p:blipFill>
        <p:spPr bwMode="auto">
          <a:xfrm>
            <a:off x="6331171" y="2852936"/>
            <a:ext cx="1039091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13 Rectángulo"/>
          <p:cNvSpPr/>
          <p:nvPr/>
        </p:nvSpPr>
        <p:spPr>
          <a:xfrm>
            <a:off x="827584" y="1079738"/>
            <a:ext cx="748883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Actividad: Marca con una ( x)la cantidad indicada.</a:t>
            </a:r>
            <a:endParaRPr lang="es-ES" sz="2400" b="1" cap="none" spc="0" dirty="0">
              <a:ln w="1905"/>
              <a:solidFill>
                <a:srgbClr val="7030A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8413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0" t="50000" r="40517"/>
          <a:stretch/>
        </p:blipFill>
        <p:spPr bwMode="auto">
          <a:xfrm>
            <a:off x="2743200" y="3861048"/>
            <a:ext cx="3196952" cy="2111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4" name="Picture 2" descr="https://www.mibebeyyo.com/images/galleries/dibujos-estrellas/dibujos-estrella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299" y="1929943"/>
            <a:ext cx="1368152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https://www.mibebeyyo.com/images/galleries/dibujos-estrellas/dibujos-estrella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879449"/>
            <a:ext cx="10801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https://www.mibebeyyo.com/images/galleries/dibujos-estrellas/dibujos-estrella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910254"/>
            <a:ext cx="10801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https://www.mibebeyyo.com/images/galleries/dibujos-estrellas/dibujos-estrella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280" y="2453324"/>
            <a:ext cx="10801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https://www.mibebeyyo.com/images/galleries/dibujos-estrellas/dibujos-estrella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120" y="2453324"/>
            <a:ext cx="10801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https://www.mibebeyyo.com/images/galleries/dibujos-estrellas/dibujos-estrella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811" y="3573016"/>
            <a:ext cx="10801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https://www.mibebeyyo.com/images/galleries/dibujos-estrellas/dibujos-estrella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2137850"/>
            <a:ext cx="10801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13 Rectángulo"/>
          <p:cNvSpPr/>
          <p:nvPr/>
        </p:nvSpPr>
        <p:spPr>
          <a:xfrm>
            <a:off x="827584" y="1079738"/>
            <a:ext cx="7488832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b="1" cap="none" spc="0" dirty="0" smtClean="0">
                <a:ln w="1905"/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Actividad: </a:t>
            </a:r>
            <a:r>
              <a:rPr lang="es-ES" sz="2400" cap="none" spc="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Cuenta y marca con una (x) el número </a:t>
            </a:r>
          </a:p>
          <a:p>
            <a:pPr algn="ctr"/>
            <a:r>
              <a:rPr lang="es-ES" sz="2400" dirty="0" smtClean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correcto.</a:t>
            </a:r>
            <a:endParaRPr lang="es-ES" sz="2400" cap="none" spc="0" dirty="0" smtClean="0">
              <a:ln w="1905"/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562165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142</Words>
  <Application>Microsoft Office PowerPoint</Application>
  <PresentationFormat>Presentación en pantalla (4:3)</PresentationFormat>
  <Paragraphs>24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12</cp:revision>
  <dcterms:created xsi:type="dcterms:W3CDTF">2018-08-23T03:56:51Z</dcterms:created>
  <dcterms:modified xsi:type="dcterms:W3CDTF">2019-03-26T01:28:36Z</dcterms:modified>
</cp:coreProperties>
</file>