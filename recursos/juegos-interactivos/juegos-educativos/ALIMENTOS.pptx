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50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742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145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551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779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5793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6686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645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50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87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2427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692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6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6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4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67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Presentación en pantalla (4:3)</PresentationFormat>
  <Paragraphs>0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Angela jiji</cp:lastModifiedBy>
  <cp:revision>3</cp:revision>
  <dcterms:created xsi:type="dcterms:W3CDTF">2018-04-18T18:30:05Z</dcterms:created>
  <dcterms:modified xsi:type="dcterms:W3CDTF">2018-04-18T18:53:13Z</dcterms:modified>
</cp:coreProperties>
</file>