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652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543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7270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8495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004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317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103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132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8407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395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257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331F0-C6E3-440D-AE07-AF46F2C9FA2D}" type="datetimeFigureOut">
              <a:rPr lang="es-CL" smtClean="0"/>
              <a:t>15-01-2020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D4B7A-9D9E-4744-9581-BADB37514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605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42" y="15310"/>
            <a:ext cx="9154941" cy="6842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3923928" y="3746933"/>
            <a:ext cx="45365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ÀMBITO: </a:t>
            </a:r>
            <a:r>
              <a:rPr lang="es-CL" sz="2000" dirty="0" smtClean="0"/>
              <a:t>Interacción y Comprensión del Entorno.  </a:t>
            </a:r>
          </a:p>
          <a:p>
            <a:endParaRPr lang="es-CL" sz="2000" b="1" dirty="0"/>
          </a:p>
          <a:p>
            <a:r>
              <a:rPr lang="es-CL" sz="2000" b="1" dirty="0" smtClean="0"/>
              <a:t>NÙCLEO:  Pensamiento Matemático.</a:t>
            </a:r>
            <a:endParaRPr lang="es-CL" sz="2000" b="1" dirty="0"/>
          </a:p>
        </p:txBody>
      </p:sp>
      <p:sp>
        <p:nvSpPr>
          <p:cNvPr id="5" name="4 Rectángulo"/>
          <p:cNvSpPr/>
          <p:nvPr/>
        </p:nvSpPr>
        <p:spPr>
          <a:xfrm>
            <a:off x="2987824" y="1128330"/>
            <a:ext cx="547260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72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Orientación temporal</a:t>
            </a:r>
            <a:endParaRPr lang="es-ES" sz="7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2153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858207" y="1052736"/>
            <a:ext cx="72181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Objetivo de aprendizaje: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06864" y="1979138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Orientarse temporalmente en situaciones cotidianas, mediantes la utilización progresiva de nociones y relaciones secuencias, tales como: antes/ después ;  día/noche, hoy/mañana. </a:t>
            </a:r>
            <a:endParaRPr lang="es-CL" dirty="0"/>
          </a:p>
        </p:txBody>
      </p:sp>
      <p:pic>
        <p:nvPicPr>
          <p:cNvPr id="2050" name="Picture 2" descr="Resultado de imagen de antes y despues para preescolar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068960"/>
            <a:ext cx="4759296" cy="275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64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de antes y despues para preescolar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5" t="20356" r="7846" b="13348"/>
          <a:stretch/>
        </p:blipFill>
        <p:spPr bwMode="auto">
          <a:xfrm>
            <a:off x="784417" y="1904058"/>
            <a:ext cx="7128792" cy="318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691680" y="5106919"/>
            <a:ext cx="18256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Antes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4644691" y="5090603"/>
            <a:ext cx="27687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Después 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1258300" y="980728"/>
            <a:ext cx="61233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Qué ocurrió antes?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3199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258300" y="980728"/>
            <a:ext cx="61233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Qué ocurrió antes?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4098" name="Picture 2" descr="Resultado de imagen de antes y despues para preescolar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4" t="22787" r="8789" b="13493"/>
          <a:stretch/>
        </p:blipFill>
        <p:spPr bwMode="auto">
          <a:xfrm>
            <a:off x="1043608" y="1781766"/>
            <a:ext cx="6932628" cy="371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691680" y="5350316"/>
            <a:ext cx="18256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Antes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4748566" y="5361708"/>
            <a:ext cx="27687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Después</a:t>
            </a:r>
            <a:r>
              <a:rPr lang="es-E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870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esultado de imagen de antes y despues para preescolar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826" y="1904059"/>
            <a:ext cx="6096000" cy="318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258300" y="980728"/>
            <a:ext cx="61233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¿ Qué ocurrió antes?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691680" y="5229200"/>
            <a:ext cx="18256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Antes</a:t>
            </a:r>
            <a:endParaRPr lang="es-ES" sz="54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4451826" y="5085185"/>
            <a:ext cx="27687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Después</a:t>
            </a:r>
            <a:r>
              <a:rPr lang="es-E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8536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esultado de imagen de orientacion temporal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1" t="2349" r="58854" b="64771"/>
          <a:stretch/>
        </p:blipFill>
        <p:spPr bwMode="auto">
          <a:xfrm>
            <a:off x="4211960" y="2073428"/>
            <a:ext cx="3046754" cy="255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982779" y="713983"/>
            <a:ext cx="71064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4800" b="1" cap="none" spc="0" dirty="0" smtClean="0">
                <a:ln w="11430"/>
                <a:solidFill>
                  <a:srgbClr val="002060"/>
                </a:solidFill>
                <a:latin typeface="Berlin Sans FB Demi" pitchFamily="34" charset="0"/>
              </a:rPr>
              <a:t>Juguemos</a:t>
            </a:r>
            <a:r>
              <a:rPr lang="es-ES" sz="5400" b="1" cap="none" spc="0" dirty="0" smtClean="0">
                <a:ln w="11430"/>
                <a:solidFill>
                  <a:srgbClr val="002060"/>
                </a:solidFill>
                <a:latin typeface="Berlin Sans FB Demi" pitchFamily="34" charset="0"/>
              </a:rPr>
              <a:t> un momento:</a:t>
            </a:r>
            <a:endParaRPr lang="es-ES" sz="5400" b="1" cap="none" spc="0" dirty="0">
              <a:ln w="11430"/>
              <a:solidFill>
                <a:srgbClr val="002060"/>
              </a:solidFill>
              <a:latin typeface="Berlin Sans FB Demi" pitchFamily="34" charset="0"/>
            </a:endParaRPr>
          </a:p>
        </p:txBody>
      </p:sp>
      <p:pic>
        <p:nvPicPr>
          <p:cNvPr id="5" name="Picture 4" descr="Resultado de imagen de numeros color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060" b="65419"/>
          <a:stretch/>
        </p:blipFill>
        <p:spPr bwMode="auto">
          <a:xfrm>
            <a:off x="2058081" y="4555794"/>
            <a:ext cx="1296144" cy="173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esultado de imagen de numeros color&quot;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8" r="64658" b="65419"/>
          <a:stretch/>
        </p:blipFill>
        <p:spPr bwMode="auto">
          <a:xfrm>
            <a:off x="5131332" y="4941168"/>
            <a:ext cx="821021" cy="1201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de orientacion temporal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82" r="58854" b="32909"/>
          <a:stretch/>
        </p:blipFill>
        <p:spPr bwMode="auto">
          <a:xfrm>
            <a:off x="599981" y="2073428"/>
            <a:ext cx="3107924" cy="246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539552" y="1637313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Ordena las escenas y únelas con el numero correspondiente.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3779671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Resultado de imagen de orientacion temporal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2" t="9172" r="7299" b="32814"/>
          <a:stretch/>
        </p:blipFill>
        <p:spPr bwMode="auto">
          <a:xfrm>
            <a:off x="611560" y="1340768"/>
            <a:ext cx="7704856" cy="266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Elipse"/>
          <p:cNvSpPr/>
          <p:nvPr/>
        </p:nvSpPr>
        <p:spPr>
          <a:xfrm>
            <a:off x="781975" y="4225636"/>
            <a:ext cx="1296144" cy="1003564"/>
          </a:xfrm>
          <a:prstGeom prst="ellipse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4 Elipse"/>
          <p:cNvSpPr/>
          <p:nvPr/>
        </p:nvSpPr>
        <p:spPr>
          <a:xfrm>
            <a:off x="2836493" y="4203963"/>
            <a:ext cx="1296144" cy="1003564"/>
          </a:xfrm>
          <a:prstGeom prst="ellipse">
            <a:avLst/>
          </a:prstGeom>
          <a:ln w="38100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Elipse"/>
          <p:cNvSpPr/>
          <p:nvPr/>
        </p:nvSpPr>
        <p:spPr>
          <a:xfrm>
            <a:off x="5004048" y="4201794"/>
            <a:ext cx="1296144" cy="1003564"/>
          </a:xfrm>
          <a:prstGeom prst="ellipse">
            <a:avLst/>
          </a:prstGeom>
          <a:ln w="381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6 Elipse"/>
          <p:cNvSpPr/>
          <p:nvPr/>
        </p:nvSpPr>
        <p:spPr>
          <a:xfrm>
            <a:off x="7020272" y="4193975"/>
            <a:ext cx="1296144" cy="1003564"/>
          </a:xfrm>
          <a:prstGeom prst="ellipse">
            <a:avLst/>
          </a:prstGeom>
          <a:ln w="381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4272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esultado de imagen de orientacion temporal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0000"/>
          <a:stretch/>
        </p:blipFill>
        <p:spPr bwMode="auto">
          <a:xfrm>
            <a:off x="2699792" y="2132855"/>
            <a:ext cx="1892572" cy="216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Resultado de imagen de orientacion temporal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87" r="13" b="50000"/>
          <a:stretch/>
        </p:blipFill>
        <p:spPr bwMode="auto">
          <a:xfrm>
            <a:off x="611560" y="2132856"/>
            <a:ext cx="1962668" cy="216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Resultado de imagen de orientacion temporal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50000"/>
          <a:stretch/>
        </p:blipFill>
        <p:spPr bwMode="auto">
          <a:xfrm>
            <a:off x="4608063" y="2132856"/>
            <a:ext cx="1799441" cy="206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esultado de imagen de orientacion temporal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5" t="50000"/>
          <a:stretch/>
        </p:blipFill>
        <p:spPr bwMode="auto">
          <a:xfrm>
            <a:off x="6407504" y="2132855"/>
            <a:ext cx="1854557" cy="206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2759063" y="660554"/>
            <a:ext cx="36980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Ordenemos</a:t>
            </a:r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899592" y="1583884"/>
            <a:ext cx="6435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Ordena las escenas según </a:t>
            </a:r>
            <a:r>
              <a:rPr lang="es-CL" b="1" dirty="0" smtClean="0"/>
              <a:t>la</a:t>
            </a:r>
            <a:r>
              <a:rPr lang="es-CL" b="1" dirty="0" smtClean="0"/>
              <a:t> </a:t>
            </a:r>
            <a:r>
              <a:rPr lang="es-CL" b="1" dirty="0" smtClean="0"/>
              <a:t>secuencia </a:t>
            </a:r>
            <a:r>
              <a:rPr lang="es-CL" b="1" dirty="0" smtClean="0"/>
              <a:t>correcta. </a:t>
            </a:r>
            <a:endParaRPr lang="es-CL" b="1" dirty="0"/>
          </a:p>
        </p:txBody>
      </p:sp>
      <p:sp>
        <p:nvSpPr>
          <p:cNvPr id="8" name="7 Elipse"/>
          <p:cNvSpPr/>
          <p:nvPr/>
        </p:nvSpPr>
        <p:spPr>
          <a:xfrm>
            <a:off x="952966" y="4437112"/>
            <a:ext cx="1296144" cy="1003564"/>
          </a:xfrm>
          <a:prstGeom prst="ellipse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11 Elipse"/>
          <p:cNvSpPr/>
          <p:nvPr/>
        </p:nvSpPr>
        <p:spPr>
          <a:xfrm>
            <a:off x="2998006" y="4474515"/>
            <a:ext cx="1296144" cy="1003564"/>
          </a:xfrm>
          <a:prstGeom prst="ellipse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12 Elipse"/>
          <p:cNvSpPr/>
          <p:nvPr/>
        </p:nvSpPr>
        <p:spPr>
          <a:xfrm>
            <a:off x="4892356" y="4437112"/>
            <a:ext cx="1296144" cy="1003564"/>
          </a:xfrm>
          <a:prstGeom prst="ellipse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13 Elipse"/>
          <p:cNvSpPr/>
          <p:nvPr/>
        </p:nvSpPr>
        <p:spPr>
          <a:xfrm>
            <a:off x="6804248" y="4437112"/>
            <a:ext cx="1296144" cy="1003564"/>
          </a:xfrm>
          <a:prstGeom prst="ellipse">
            <a:avLst/>
          </a:prstGeom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5870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esultado de imagen de orientacion temporal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187624" y="1664997"/>
            <a:ext cx="5876925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Resultado de imagen de numeros color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" t="4512" r="86488" b="65419"/>
          <a:stretch/>
        </p:blipFill>
        <p:spPr bwMode="auto">
          <a:xfrm>
            <a:off x="2176053" y="4689154"/>
            <a:ext cx="970531" cy="165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Resultado de imagen de numeros color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8" t="4322" r="64658" b="65419"/>
          <a:stretch/>
        </p:blipFill>
        <p:spPr bwMode="auto">
          <a:xfrm>
            <a:off x="5082156" y="4694238"/>
            <a:ext cx="1146028" cy="146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162294" y="730275"/>
            <a:ext cx="65989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Quién está  ANTES?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78225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Resultado de imagen de orientacion temporal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1693" r="51702"/>
          <a:stretch/>
        </p:blipFill>
        <p:spPr bwMode="auto">
          <a:xfrm>
            <a:off x="1613162" y="1844824"/>
            <a:ext cx="2838399" cy="294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Resultado de imagen de orientacion temporal para niños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2082" r="1765"/>
          <a:stretch/>
        </p:blipFill>
        <p:spPr bwMode="auto">
          <a:xfrm>
            <a:off x="4860032" y="1821129"/>
            <a:ext cx="2834723" cy="292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814605" y="916568"/>
            <a:ext cx="72943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Quién está  DESPUÈS?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5" name="Picture 4" descr="Resultado de imagen de numeros color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" t="4512" r="86488" b="65419"/>
          <a:stretch/>
        </p:blipFill>
        <p:spPr bwMode="auto">
          <a:xfrm>
            <a:off x="2843808" y="4742239"/>
            <a:ext cx="970531" cy="1423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esultado de imagen de numeros color&quot;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88" t="5649" r="66135" b="65420"/>
          <a:stretch/>
        </p:blipFill>
        <p:spPr bwMode="auto">
          <a:xfrm>
            <a:off x="5805055" y="4742238"/>
            <a:ext cx="942109" cy="140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70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Resultado de imagen de DIBUJO DIA Y NOCHE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42"/>
          <a:stretch/>
        </p:blipFill>
        <p:spPr bwMode="auto">
          <a:xfrm>
            <a:off x="7136" y="0"/>
            <a:ext cx="9136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Llamada de nube"/>
          <p:cNvSpPr/>
          <p:nvPr/>
        </p:nvSpPr>
        <p:spPr>
          <a:xfrm>
            <a:off x="611560" y="3933056"/>
            <a:ext cx="3600400" cy="2160240"/>
          </a:xfrm>
          <a:prstGeom prst="cloudCallout">
            <a:avLst>
              <a:gd name="adj1" fmla="val -53157"/>
              <a:gd name="adj2" fmla="val -6512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600" b="1" dirty="0" smtClean="0">
                <a:solidFill>
                  <a:srgbClr val="002060"/>
                </a:solidFill>
              </a:rPr>
              <a:t>Día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4" name="3 Llamada de nube"/>
          <p:cNvSpPr/>
          <p:nvPr/>
        </p:nvSpPr>
        <p:spPr>
          <a:xfrm>
            <a:off x="5558524" y="3933056"/>
            <a:ext cx="3600400" cy="2160240"/>
          </a:xfrm>
          <a:prstGeom prst="cloudCallout">
            <a:avLst>
              <a:gd name="adj1" fmla="val -35071"/>
              <a:gd name="adj2" fmla="val -80519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6000" b="1" dirty="0" smtClean="0">
                <a:solidFill>
                  <a:srgbClr val="002060"/>
                </a:solidFill>
              </a:rPr>
              <a:t>Noche</a:t>
            </a:r>
            <a:r>
              <a:rPr lang="es-CL" dirty="0" smtClean="0"/>
              <a:t>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86088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Resultado de imagen de DIBUJO DIA Y NOCHE  para preescolar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462" y="0"/>
            <a:ext cx="91704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Llamada de nube"/>
          <p:cNvSpPr/>
          <p:nvPr/>
        </p:nvSpPr>
        <p:spPr>
          <a:xfrm>
            <a:off x="4558769" y="116632"/>
            <a:ext cx="2376264" cy="1440160"/>
          </a:xfrm>
          <a:prstGeom prst="cloudCallout">
            <a:avLst>
              <a:gd name="adj1" fmla="val -32168"/>
              <a:gd name="adj2" fmla="val -362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Qué sucede en la noche? 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5" name="4 Llamada de nube"/>
          <p:cNvSpPr/>
          <p:nvPr/>
        </p:nvSpPr>
        <p:spPr>
          <a:xfrm>
            <a:off x="4716016" y="5417840"/>
            <a:ext cx="2376264" cy="1440160"/>
          </a:xfrm>
          <a:prstGeom prst="cloudCallout">
            <a:avLst>
              <a:gd name="adj1" fmla="val -32168"/>
              <a:gd name="adj2" fmla="val -362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Qué actividades realizas en la noche? 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6" name="5 Llamada de nube"/>
          <p:cNvSpPr/>
          <p:nvPr/>
        </p:nvSpPr>
        <p:spPr>
          <a:xfrm>
            <a:off x="7216526" y="4955851"/>
            <a:ext cx="1939369" cy="1165689"/>
          </a:xfrm>
          <a:prstGeom prst="cloudCallout">
            <a:avLst>
              <a:gd name="adj1" fmla="val -32168"/>
              <a:gd name="adj2" fmla="val -362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 quienes salen en la noche? 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7" name="6 Llamada de nube"/>
          <p:cNvSpPr/>
          <p:nvPr/>
        </p:nvSpPr>
        <p:spPr>
          <a:xfrm>
            <a:off x="6988625" y="836712"/>
            <a:ext cx="2016224" cy="1149780"/>
          </a:xfrm>
          <a:prstGeom prst="cloudCallout">
            <a:avLst>
              <a:gd name="adj1" fmla="val -32168"/>
              <a:gd name="adj2" fmla="val -362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¿Cómo es la noche? 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8" name="7 Llamada de nube"/>
          <p:cNvSpPr/>
          <p:nvPr/>
        </p:nvSpPr>
        <p:spPr>
          <a:xfrm>
            <a:off x="0" y="116632"/>
            <a:ext cx="2376264" cy="1440160"/>
          </a:xfrm>
          <a:prstGeom prst="cloudCallout">
            <a:avLst>
              <a:gd name="adj1" fmla="val -32168"/>
              <a:gd name="adj2" fmla="val -362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¿Cómo es el día? 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9" name="8 Llamada de nube"/>
          <p:cNvSpPr/>
          <p:nvPr/>
        </p:nvSpPr>
        <p:spPr>
          <a:xfrm>
            <a:off x="-26462" y="4235771"/>
            <a:ext cx="2376264" cy="1440160"/>
          </a:xfrm>
          <a:prstGeom prst="cloudCallout">
            <a:avLst>
              <a:gd name="adj1" fmla="val -32168"/>
              <a:gd name="adj2" fmla="val -362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¿Quién sale en el día? 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10" name="9 Llamada de nube"/>
          <p:cNvSpPr/>
          <p:nvPr/>
        </p:nvSpPr>
        <p:spPr>
          <a:xfrm>
            <a:off x="1907704" y="5377765"/>
            <a:ext cx="2160240" cy="1389615"/>
          </a:xfrm>
          <a:prstGeom prst="cloudCallout">
            <a:avLst>
              <a:gd name="adj1" fmla="val -32168"/>
              <a:gd name="adj2" fmla="val -362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¿Qué actividades haces en el día? </a:t>
            </a:r>
            <a:endParaRPr lang="es-CL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24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05" r="-1807"/>
          <a:stretch/>
        </p:blipFill>
        <p:spPr bwMode="auto">
          <a:xfrm>
            <a:off x="0" y="885492"/>
            <a:ext cx="9144000" cy="57838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120227" y="184666"/>
            <a:ext cx="8768941" cy="646331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b="1" dirty="0" smtClean="0"/>
              <a:t> Con la ayuda de tu profesor/a menciona las actividades que se realiza en el día y </a:t>
            </a:r>
            <a:r>
              <a:rPr lang="es-CL" b="1" dirty="0" smtClean="0"/>
              <a:t>en la </a:t>
            </a:r>
            <a:r>
              <a:rPr lang="es-CL" b="1" dirty="0" smtClean="0"/>
              <a:t>noche. </a:t>
            </a:r>
            <a:endParaRPr lang="es-CL" b="1" dirty="0"/>
          </a:p>
        </p:txBody>
      </p:sp>
      <p:sp>
        <p:nvSpPr>
          <p:cNvPr id="3" name="2 Rectángulo"/>
          <p:cNvSpPr/>
          <p:nvPr/>
        </p:nvSpPr>
        <p:spPr>
          <a:xfrm>
            <a:off x="467545" y="2348880"/>
            <a:ext cx="936104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1. </a:t>
            </a:r>
          </a:p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2. </a:t>
            </a:r>
          </a:p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3. </a:t>
            </a:r>
          </a:p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4. </a:t>
            </a:r>
          </a:p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5. 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4788024" y="2204864"/>
            <a:ext cx="936104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1. </a:t>
            </a:r>
          </a:p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2. </a:t>
            </a:r>
          </a:p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3. </a:t>
            </a:r>
          </a:p>
          <a:p>
            <a:pPr algn="ctr"/>
            <a:r>
              <a:rPr lang="es-ES" sz="5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4. </a:t>
            </a:r>
          </a:p>
          <a:p>
            <a:pPr algn="ctr"/>
            <a:r>
              <a:rPr lang="es-ES" sz="5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5. </a:t>
            </a:r>
            <a:endParaRPr lang="es-ES" sz="5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4416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970834" y="1104957"/>
            <a:ext cx="7373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smtClean="0"/>
              <a:t>Actividad:  Une las imágenes si se realizan durante el día o la noche</a:t>
            </a:r>
            <a:r>
              <a:rPr lang="es-CL" dirty="0" smtClean="0"/>
              <a:t>.</a:t>
            </a:r>
            <a:endParaRPr lang="es-CL" dirty="0"/>
          </a:p>
        </p:txBody>
      </p:sp>
      <p:pic>
        <p:nvPicPr>
          <p:cNvPr id="2050" name="Picture 2" descr="En un rincón de mi aula de Infantil: Opuestos - Día y noch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49566"/>
            <a:ext cx="2629411" cy="264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11"/>
          <a:stretch/>
        </p:blipFill>
        <p:spPr bwMode="auto">
          <a:xfrm>
            <a:off x="5638653" y="1749565"/>
            <a:ext cx="2733789" cy="2399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561" y="1809264"/>
            <a:ext cx="2490408" cy="2339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 descr="Resultado de imagen de dibujo de d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071" y="4869160"/>
            <a:ext cx="1289694" cy="128969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091" y="4869160"/>
            <a:ext cx="1396101" cy="128969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0574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Resultado de imagen de niño viendo telescopi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772816"/>
            <a:ext cx="3672408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970834" y="1104957"/>
            <a:ext cx="7373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smtClean="0"/>
              <a:t>Actividad:  Une la </a:t>
            </a:r>
            <a:r>
              <a:rPr lang="es-CL" sz="2000" b="1" dirty="0" err="1" smtClean="0"/>
              <a:t>imágene</a:t>
            </a:r>
            <a:r>
              <a:rPr lang="es-CL" sz="2000" b="1" dirty="0" smtClean="0"/>
              <a:t> si se realizan durante el día o la noche</a:t>
            </a:r>
            <a:r>
              <a:rPr lang="es-CL" dirty="0" smtClean="0"/>
              <a:t>.</a:t>
            </a:r>
            <a:endParaRPr lang="es-CL" dirty="0"/>
          </a:p>
        </p:txBody>
      </p:sp>
      <p:pic>
        <p:nvPicPr>
          <p:cNvPr id="5" name="Picture 6" descr="Resultado de imagen de dibujo de 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38" y="4005064"/>
            <a:ext cx="1289694" cy="128969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034" y="4005064"/>
            <a:ext cx="1396101" cy="128969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287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19"/>
          <a:stretch/>
        </p:blipFill>
        <p:spPr bwMode="auto">
          <a:xfrm>
            <a:off x="2339752" y="1603211"/>
            <a:ext cx="3986684" cy="2761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970834" y="1104957"/>
            <a:ext cx="7038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smtClean="0"/>
              <a:t>Actividad:  Une la imagen si se realizan durante el día o la noche</a:t>
            </a:r>
            <a:r>
              <a:rPr lang="es-CL" dirty="0" smtClean="0"/>
              <a:t>.</a:t>
            </a:r>
            <a:endParaRPr lang="es-CL" dirty="0"/>
          </a:p>
        </p:txBody>
      </p:sp>
      <p:pic>
        <p:nvPicPr>
          <p:cNvPr id="4" name="Picture 6" descr="Resultado de imagen de dibujo de 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60" y="3720257"/>
            <a:ext cx="1289694" cy="128969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3573016"/>
            <a:ext cx="2066925" cy="195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6193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Resultado de imagen de niño jugand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556792"/>
            <a:ext cx="3888432" cy="3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970834" y="1104957"/>
            <a:ext cx="7038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smtClean="0"/>
              <a:t>Actividad:  Une la imagen si se realizan durante el día o la noche</a:t>
            </a:r>
            <a:r>
              <a:rPr lang="es-CL" dirty="0" smtClean="0"/>
              <a:t>.</a:t>
            </a:r>
            <a:endParaRPr lang="es-CL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52" y="3492531"/>
            <a:ext cx="1963737" cy="196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3492531"/>
            <a:ext cx="2066925" cy="195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6295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8"/>
          <a:stretch/>
        </p:blipFill>
        <p:spPr bwMode="auto">
          <a:xfrm>
            <a:off x="2915816" y="1679702"/>
            <a:ext cx="2970917" cy="2952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6" descr="Resultado de imagen de dibujo de 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32" y="3861048"/>
            <a:ext cx="1289694" cy="128969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36" y="1145004"/>
            <a:ext cx="7102475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440426"/>
            <a:ext cx="2066925" cy="195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73988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7053</TotalTime>
  <Words>257</Words>
  <Application>Microsoft Office PowerPoint</Application>
  <PresentationFormat>Presentación en pantalla (4:3)</PresentationFormat>
  <Paragraphs>45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14</cp:revision>
  <dcterms:created xsi:type="dcterms:W3CDTF">2020-01-13T23:15:43Z</dcterms:created>
  <dcterms:modified xsi:type="dcterms:W3CDTF">2020-01-20T20:25:17Z</dcterms:modified>
</cp:coreProperties>
</file>