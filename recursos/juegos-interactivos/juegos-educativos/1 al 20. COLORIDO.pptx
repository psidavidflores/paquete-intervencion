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embeddedFontLst>
    <p:embeddedFont>
      <p:font typeface="Corben"/>
      <p:regular r:id="rId21"/>
      <p:bold r:id="rId22"/>
    </p:embeddedFont>
    <p:embeddedFont>
      <p:font typeface="Courgette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4" roundtripDataSignature="AMtx7mjdQnJDgKFR6ETgBYwqW2WJv1QD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Corben-bold.fntdata"/><Relationship Id="rId10" Type="http://schemas.openxmlformats.org/officeDocument/2006/relationships/slide" Target="slides/slide5.xml"/><Relationship Id="rId21" Type="http://schemas.openxmlformats.org/officeDocument/2006/relationships/font" Target="fonts/Corben-regular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Courgett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relacionada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288" y="641648"/>
            <a:ext cx="8804103" cy="6480720"/>
          </a:xfrm>
          <a:prstGeom prst="rect">
            <a:avLst/>
          </a:prstGeom>
          <a:noFill/>
          <a:ln cap="flat" cmpd="sng" w="762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5" name="Google Shape;85;p1"/>
          <p:cNvSpPr/>
          <p:nvPr/>
        </p:nvSpPr>
        <p:spPr>
          <a:xfrm>
            <a:off x="532802" y="191102"/>
            <a:ext cx="516981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s-CL" sz="4000" u="none" cap="none" strike="noStrike">
                <a:solidFill>
                  <a:schemeClr val="dk1"/>
                </a:solidFill>
                <a:latin typeface="Corben"/>
                <a:ea typeface="Corben"/>
                <a:cs typeface="Corben"/>
                <a:sym typeface="Corben"/>
              </a:rPr>
              <a:t>Hoy aprenderemos: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2986547" y="5899919"/>
            <a:ext cx="5762347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orben"/>
                <a:ea typeface="Corben"/>
                <a:cs typeface="Corben"/>
                <a:sym typeface="Corben"/>
              </a:rPr>
              <a:t>Números del 1 al 20</a:t>
            </a:r>
            <a:endParaRPr b="0" i="0" sz="4400" u="none" cap="none" strike="noStrike">
              <a:solidFill>
                <a:schemeClr val="dk1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9144000" cy="68595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1 al 20" id="92" name="Google Shape;9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7664" y="1772816"/>
            <a:ext cx="6120680" cy="409429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/>
          <p:nvPr/>
        </p:nvSpPr>
        <p:spPr>
          <a:xfrm>
            <a:off x="852881" y="839238"/>
            <a:ext cx="730014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s-CL" sz="5400" u="none" cap="none" strike="noStrike">
                <a:solidFill>
                  <a:srgbClr val="A04400"/>
                </a:solidFill>
                <a:latin typeface="Corben"/>
                <a:ea typeface="Corben"/>
                <a:cs typeface="Corben"/>
                <a:sym typeface="Corben"/>
              </a:rPr>
              <a:t>Cuenta los números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00" name="Google Shape;10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9144000" cy="685951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/>
          <p:nvPr/>
        </p:nvSpPr>
        <p:spPr>
          <a:xfrm>
            <a:off x="2187374" y="908720"/>
            <a:ext cx="47692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s-CL" sz="5400" u="none" cap="none" strike="noStrike">
                <a:solidFill>
                  <a:srgbClr val="A04400"/>
                </a:solidFill>
                <a:latin typeface="Courgette"/>
                <a:ea typeface="Courgette"/>
                <a:cs typeface="Courgette"/>
                <a:sym typeface="Courgette"/>
              </a:rPr>
              <a:t>Cuenta los elementos</a:t>
            </a:r>
            <a:endParaRPr b="1" i="0" sz="5400" u="none" cap="none" strike="noStrike">
              <a:solidFill>
                <a:srgbClr val="A04400"/>
              </a:solidFill>
              <a:latin typeface="Courgette"/>
              <a:ea typeface="Courgette"/>
              <a:cs typeface="Courgette"/>
              <a:sym typeface="Courgette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1259632" y="1694816"/>
            <a:ext cx="7128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Actividad: 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Cuenta los elementos y marca con una (x)el número correcto.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dibujo de lÃ¡pices" id="103" name="Google Shape;103;p3"/>
          <p:cNvPicPr preferRelativeResize="0"/>
          <p:nvPr/>
        </p:nvPicPr>
        <p:blipFill rotWithShape="1">
          <a:blip r:embed="rId4">
            <a:alphaModFix/>
          </a:blip>
          <a:srcRect b="0" l="20939" r="11200" t="0"/>
          <a:stretch/>
        </p:blipFill>
        <p:spPr>
          <a:xfrm>
            <a:off x="2187376" y="2551366"/>
            <a:ext cx="3320726" cy="314936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/>
          <p:nvPr/>
        </p:nvSpPr>
        <p:spPr>
          <a:xfrm>
            <a:off x="5508104" y="2420888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012160" y="3643840"/>
            <a:ext cx="1512168" cy="1008869"/>
          </a:xfrm>
          <a:prstGeom prst="ellipse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38100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5508104" y="4869160"/>
            <a:ext cx="1512168" cy="1008869"/>
          </a:xfrm>
          <a:prstGeom prst="ellipse">
            <a:avLst/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cap="flat" cmpd="sng" w="38100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13" name="Google Shape;11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9144000" cy="685951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/>
          <p:nvPr/>
        </p:nvSpPr>
        <p:spPr>
          <a:xfrm>
            <a:off x="2187374" y="908720"/>
            <a:ext cx="47692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s-CL" sz="5400" u="none" cap="none" strike="noStrike">
                <a:solidFill>
                  <a:srgbClr val="A04400"/>
                </a:solidFill>
                <a:latin typeface="Courgette"/>
                <a:ea typeface="Courgette"/>
                <a:cs typeface="Courgette"/>
                <a:sym typeface="Courgette"/>
              </a:rPr>
              <a:t>Cuenta los elementos</a:t>
            </a:r>
            <a:endParaRPr b="1" i="0" sz="5400" u="none" cap="none" strike="noStrike">
              <a:solidFill>
                <a:srgbClr val="A04400"/>
              </a:solidFill>
              <a:latin typeface="Courgette"/>
              <a:ea typeface="Courgette"/>
              <a:cs typeface="Courgette"/>
              <a:sym typeface="Courgette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1259632" y="1694816"/>
            <a:ext cx="7128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Actividad: 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Cuenta los elementos y marca con una (x)el número correcto.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dibujo de perros" id="116" name="Google Shape;11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7664" y="2420888"/>
            <a:ext cx="4324915" cy="324036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5508104" y="2420888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088603" y="3570315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088603" y="4725144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9144000" cy="685951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/>
          <p:nvPr/>
        </p:nvSpPr>
        <p:spPr>
          <a:xfrm>
            <a:off x="2187374" y="908720"/>
            <a:ext cx="47692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s-CL" sz="5400" u="none" cap="none" strike="noStrike">
                <a:solidFill>
                  <a:srgbClr val="A04400"/>
                </a:solidFill>
                <a:latin typeface="Courgette"/>
                <a:ea typeface="Courgette"/>
                <a:cs typeface="Courgette"/>
                <a:sym typeface="Courgette"/>
              </a:rPr>
              <a:t>Cuenta los elementos</a:t>
            </a:r>
            <a:endParaRPr b="1" i="0" sz="5400" u="none" cap="none" strike="noStrike">
              <a:solidFill>
                <a:srgbClr val="A04400"/>
              </a:solidFill>
              <a:latin typeface="Courgette"/>
              <a:ea typeface="Courgette"/>
              <a:cs typeface="Courgette"/>
              <a:sym typeface="Courgette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1259632" y="1694816"/>
            <a:ext cx="7128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Actividad: 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Cuenta los elementos y marca con una (x)el número correcto.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dibujo de cerdos" id="129" name="Google Shape;12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3667" y="2094561"/>
            <a:ext cx="3780421" cy="378042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/>
          <p:nvPr/>
        </p:nvSpPr>
        <p:spPr>
          <a:xfrm>
            <a:off x="5508104" y="2420888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556359" y="3645024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508104" y="4866113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39" name="Google Shape;1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9144000" cy="685951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/>
          <p:nvPr/>
        </p:nvSpPr>
        <p:spPr>
          <a:xfrm>
            <a:off x="2187374" y="908720"/>
            <a:ext cx="47692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s-CL" sz="5400" u="none" cap="none" strike="noStrike">
                <a:solidFill>
                  <a:srgbClr val="A04400"/>
                </a:solidFill>
                <a:latin typeface="Courgette"/>
                <a:ea typeface="Courgette"/>
                <a:cs typeface="Courgette"/>
                <a:sym typeface="Courgette"/>
              </a:rPr>
              <a:t>Cuenta los elementos</a:t>
            </a:r>
            <a:endParaRPr b="1" i="0" sz="5400" u="none" cap="none" strike="noStrike">
              <a:solidFill>
                <a:srgbClr val="A04400"/>
              </a:solidFill>
              <a:latin typeface="Courgette"/>
              <a:ea typeface="Courgette"/>
              <a:cs typeface="Courgette"/>
              <a:sym typeface="Courgette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1259632" y="1694816"/>
            <a:ext cx="7128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Actividad: 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Cuenta los elementos y marca con una (x)el número correcto.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relacionada" id="142" name="Google Shape;14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7664" y="2048124"/>
            <a:ext cx="3960440" cy="375714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/>
          <p:nvPr/>
        </p:nvSpPr>
        <p:spPr>
          <a:xfrm>
            <a:off x="5508104" y="2420888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747498" y="3787526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5416038" y="4941168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52" name="Google Shape;15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9144000" cy="6859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7"/>
          <p:cNvSpPr/>
          <p:nvPr/>
        </p:nvSpPr>
        <p:spPr>
          <a:xfrm>
            <a:off x="2187374" y="908720"/>
            <a:ext cx="47692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s-CL" sz="5400" u="none" cap="none" strike="noStrike">
                <a:solidFill>
                  <a:srgbClr val="A04400"/>
                </a:solidFill>
                <a:latin typeface="Courgette"/>
                <a:ea typeface="Courgette"/>
                <a:cs typeface="Courgette"/>
                <a:sym typeface="Courgette"/>
              </a:rPr>
              <a:t>Cuenta los elementos</a:t>
            </a:r>
            <a:endParaRPr b="1" i="0" sz="5400" u="none" cap="none" strike="noStrike">
              <a:solidFill>
                <a:srgbClr val="A04400"/>
              </a:solidFill>
              <a:latin typeface="Courgette"/>
              <a:ea typeface="Courgette"/>
              <a:cs typeface="Courgette"/>
              <a:sym typeface="Courgette"/>
            </a:endParaRPr>
          </a:p>
        </p:txBody>
      </p:sp>
      <p:sp>
        <p:nvSpPr>
          <p:cNvPr id="154" name="Google Shape;154;p7"/>
          <p:cNvSpPr txBox="1"/>
          <p:nvPr/>
        </p:nvSpPr>
        <p:spPr>
          <a:xfrm>
            <a:off x="1259632" y="1694816"/>
            <a:ext cx="7128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Actividad: 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Cuenta los elementos y marca con una (x)el número correcto.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dibujo de autos" id="155" name="Google Shape;15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1680" y="2204864"/>
            <a:ext cx="2647014" cy="338437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/>
          <p:nvPr/>
        </p:nvSpPr>
        <p:spPr>
          <a:xfrm>
            <a:off x="5508104" y="2420888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5781391" y="3598024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5444460" y="4941168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65" name="Google Shape;1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9144000" cy="685951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8"/>
          <p:cNvSpPr/>
          <p:nvPr/>
        </p:nvSpPr>
        <p:spPr>
          <a:xfrm>
            <a:off x="2187374" y="908720"/>
            <a:ext cx="47692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s-CL" sz="5400" u="none" cap="none" strike="noStrike">
                <a:solidFill>
                  <a:srgbClr val="A04400"/>
                </a:solidFill>
                <a:latin typeface="Courgette"/>
                <a:ea typeface="Courgette"/>
                <a:cs typeface="Courgette"/>
                <a:sym typeface="Courgette"/>
              </a:rPr>
              <a:t>Cuenta los elementos</a:t>
            </a:r>
            <a:endParaRPr b="1" i="0" sz="5400" u="none" cap="none" strike="noStrike">
              <a:solidFill>
                <a:srgbClr val="A04400"/>
              </a:solidFill>
              <a:latin typeface="Courgette"/>
              <a:ea typeface="Courgette"/>
              <a:cs typeface="Courgette"/>
              <a:sym typeface="Courgette"/>
            </a:endParaRPr>
          </a:p>
        </p:txBody>
      </p:sp>
      <p:sp>
        <p:nvSpPr>
          <p:cNvPr id="167" name="Google Shape;167;p8"/>
          <p:cNvSpPr txBox="1"/>
          <p:nvPr/>
        </p:nvSpPr>
        <p:spPr>
          <a:xfrm>
            <a:off x="1259632" y="1694816"/>
            <a:ext cx="7128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Actividad: 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Cuenta los elementos y marca con una (x)el número correcto.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dibujo de 6 abejas" id="168" name="Google Shape;16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5656" y="2492896"/>
            <a:ext cx="4393806" cy="31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8"/>
          <p:cNvSpPr/>
          <p:nvPr/>
        </p:nvSpPr>
        <p:spPr>
          <a:xfrm>
            <a:off x="6002885" y="2204864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6055657" y="3492859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012160" y="4797152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78" name="Google Shape;17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9144000" cy="685951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9"/>
          <p:cNvSpPr/>
          <p:nvPr/>
        </p:nvSpPr>
        <p:spPr>
          <a:xfrm>
            <a:off x="2187374" y="908720"/>
            <a:ext cx="47692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s-CL" sz="5400" u="none" cap="none" strike="noStrike">
                <a:solidFill>
                  <a:srgbClr val="A04400"/>
                </a:solidFill>
                <a:latin typeface="Courgette"/>
                <a:ea typeface="Courgette"/>
                <a:cs typeface="Courgette"/>
                <a:sym typeface="Courgette"/>
              </a:rPr>
              <a:t>Cuenta los elementos</a:t>
            </a:r>
            <a:endParaRPr b="1" i="0" sz="5400" u="none" cap="none" strike="noStrike">
              <a:solidFill>
                <a:srgbClr val="A04400"/>
              </a:solidFill>
              <a:latin typeface="Courgette"/>
              <a:ea typeface="Courgette"/>
              <a:cs typeface="Courgette"/>
              <a:sym typeface="Courgette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1259632" y="1694816"/>
            <a:ext cx="7128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Actividad: 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Cuenta los elementos y marca con una (x)el número correcto.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dibujo de 8 elementos" id="181" name="Google Shape;18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3648" y="2073974"/>
            <a:ext cx="4664234" cy="366910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/>
          <p:nvPr/>
        </p:nvSpPr>
        <p:spPr>
          <a:xfrm>
            <a:off x="6264188" y="2073974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6264188" y="3283416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6282266" y="4509120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91" name="Google Shape;19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9144000" cy="685951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0"/>
          <p:cNvSpPr/>
          <p:nvPr/>
        </p:nvSpPr>
        <p:spPr>
          <a:xfrm>
            <a:off x="2187374" y="908720"/>
            <a:ext cx="47692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s-CL" sz="5400" u="none" cap="none" strike="noStrike">
                <a:solidFill>
                  <a:srgbClr val="A04400"/>
                </a:solidFill>
                <a:latin typeface="Courgette"/>
                <a:ea typeface="Courgette"/>
                <a:cs typeface="Courgette"/>
                <a:sym typeface="Courgette"/>
              </a:rPr>
              <a:t>Cuenta los elementos</a:t>
            </a:r>
            <a:endParaRPr b="1" i="0" sz="5400" u="none" cap="none" strike="noStrike">
              <a:solidFill>
                <a:srgbClr val="A04400"/>
              </a:solidFill>
              <a:latin typeface="Courgette"/>
              <a:ea typeface="Courgette"/>
              <a:cs typeface="Courgette"/>
              <a:sym typeface="Courgette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1259632" y="1694816"/>
            <a:ext cx="7128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Actividad: 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Cuenta los elementos y marca con una (x)el número correcto.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dibujo de 8 elementos" id="194" name="Google Shape;194;p10"/>
          <p:cNvPicPr preferRelativeResize="0"/>
          <p:nvPr/>
        </p:nvPicPr>
        <p:blipFill rotWithShape="1">
          <a:blip r:embed="rId4">
            <a:alphaModFix/>
          </a:blip>
          <a:srcRect b="15145" l="2542" r="0" t="4691"/>
          <a:stretch/>
        </p:blipFill>
        <p:spPr>
          <a:xfrm>
            <a:off x="1385454" y="2217262"/>
            <a:ext cx="4825103" cy="3595678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0"/>
          <p:cNvSpPr/>
          <p:nvPr/>
        </p:nvSpPr>
        <p:spPr>
          <a:xfrm>
            <a:off x="6084168" y="2400284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6210557" y="3582156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6268411" y="4788225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3" name="Google Shape;20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04" name="Google Shape;20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9144000" cy="6859514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1"/>
          <p:cNvSpPr/>
          <p:nvPr/>
        </p:nvSpPr>
        <p:spPr>
          <a:xfrm>
            <a:off x="2187374" y="908720"/>
            <a:ext cx="47692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s-CL" sz="5400" u="none" cap="none" strike="noStrike">
                <a:solidFill>
                  <a:srgbClr val="A04400"/>
                </a:solidFill>
                <a:latin typeface="Courgette"/>
                <a:ea typeface="Courgette"/>
                <a:cs typeface="Courgette"/>
                <a:sym typeface="Courgette"/>
              </a:rPr>
              <a:t>Cuenta los elementos</a:t>
            </a:r>
            <a:endParaRPr b="1" i="0" sz="5400" u="none" cap="none" strike="noStrike">
              <a:solidFill>
                <a:srgbClr val="A04400"/>
              </a:solidFill>
              <a:latin typeface="Courgette"/>
              <a:ea typeface="Courgette"/>
              <a:cs typeface="Courgette"/>
              <a:sym typeface="Courgette"/>
            </a:endParaRPr>
          </a:p>
        </p:txBody>
      </p:sp>
      <p:sp>
        <p:nvSpPr>
          <p:cNvPr id="206" name="Google Shape;206;p11"/>
          <p:cNvSpPr txBox="1"/>
          <p:nvPr/>
        </p:nvSpPr>
        <p:spPr>
          <a:xfrm>
            <a:off x="1259632" y="1694816"/>
            <a:ext cx="7128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Actividad: 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Cuenta los elementos y marca con una (x)el número correcto.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dibujo de 8 elementos" id="207" name="Google Shape;20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4715" y="2204864"/>
            <a:ext cx="4608512" cy="361088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1"/>
          <p:cNvSpPr/>
          <p:nvPr/>
        </p:nvSpPr>
        <p:spPr>
          <a:xfrm>
            <a:off x="6200544" y="2170406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6235212" y="3411532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6235212" y="4725144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6" name="Google Shape;216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17" name="Google Shape;21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9144000" cy="685951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2"/>
          <p:cNvSpPr/>
          <p:nvPr/>
        </p:nvSpPr>
        <p:spPr>
          <a:xfrm>
            <a:off x="2439401" y="620688"/>
            <a:ext cx="47692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s-CL" sz="5400" u="none" cap="none" strike="noStrike">
                <a:solidFill>
                  <a:srgbClr val="A04400"/>
                </a:solidFill>
                <a:latin typeface="Courgette"/>
                <a:ea typeface="Courgette"/>
                <a:cs typeface="Courgette"/>
                <a:sym typeface="Courgette"/>
              </a:rPr>
              <a:t>Cuenta los elementos</a:t>
            </a:r>
            <a:endParaRPr b="1" i="0" sz="5400" u="none" cap="none" strike="noStrike">
              <a:solidFill>
                <a:srgbClr val="A04400"/>
              </a:solidFill>
              <a:latin typeface="Courgette"/>
              <a:ea typeface="Courgette"/>
              <a:cs typeface="Courgette"/>
              <a:sym typeface="Courgette"/>
            </a:endParaRPr>
          </a:p>
        </p:txBody>
      </p:sp>
      <p:sp>
        <p:nvSpPr>
          <p:cNvPr id="219" name="Google Shape;219;p12"/>
          <p:cNvSpPr txBox="1"/>
          <p:nvPr/>
        </p:nvSpPr>
        <p:spPr>
          <a:xfrm>
            <a:off x="1259632" y="1371609"/>
            <a:ext cx="7128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Actividad: 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Cuenta los elementos y marca con una (x)el número correcto.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dibujo de 8 elementos" id="220" name="Google Shape;22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5657" y="1740941"/>
            <a:ext cx="6480720" cy="3200227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2"/>
          <p:cNvSpPr/>
          <p:nvPr/>
        </p:nvSpPr>
        <p:spPr>
          <a:xfrm>
            <a:off x="2005220" y="4941168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3815917" y="5085184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5508104" y="4963972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9" name="Google Shape;229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30" name="Google Shape;23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9144000" cy="6859514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3"/>
          <p:cNvSpPr/>
          <p:nvPr/>
        </p:nvSpPr>
        <p:spPr>
          <a:xfrm>
            <a:off x="2187374" y="908720"/>
            <a:ext cx="47692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s-CL" sz="5400" u="none" cap="none" strike="noStrike">
                <a:solidFill>
                  <a:srgbClr val="A04400"/>
                </a:solidFill>
                <a:latin typeface="Courgette"/>
                <a:ea typeface="Courgette"/>
                <a:cs typeface="Courgette"/>
                <a:sym typeface="Courgette"/>
              </a:rPr>
              <a:t>Cuenta los elementos</a:t>
            </a:r>
            <a:endParaRPr b="1" i="0" sz="5400" u="none" cap="none" strike="noStrike">
              <a:solidFill>
                <a:srgbClr val="A04400"/>
              </a:solidFill>
              <a:latin typeface="Courgette"/>
              <a:ea typeface="Courgette"/>
              <a:cs typeface="Courgette"/>
              <a:sym typeface="Courgette"/>
            </a:endParaRPr>
          </a:p>
        </p:txBody>
      </p:sp>
      <p:sp>
        <p:nvSpPr>
          <p:cNvPr id="232" name="Google Shape;232;p13"/>
          <p:cNvSpPr txBox="1"/>
          <p:nvPr/>
        </p:nvSpPr>
        <p:spPr>
          <a:xfrm>
            <a:off x="1259632" y="1694816"/>
            <a:ext cx="7128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Actividad: 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Cuenta los elementos y marca con una (x)el número correcto.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dibujo de 8 elementos" id="233" name="Google Shape;23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3648" y="2064148"/>
            <a:ext cx="3894065" cy="3700756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3"/>
          <p:cNvSpPr/>
          <p:nvPr/>
        </p:nvSpPr>
        <p:spPr>
          <a:xfrm>
            <a:off x="5965301" y="2420888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5972243" y="3540780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6012160" y="4756035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2" name="Google Shape;242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43" name="Google Shape;24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9144000" cy="6859514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4"/>
          <p:cNvSpPr/>
          <p:nvPr/>
        </p:nvSpPr>
        <p:spPr>
          <a:xfrm>
            <a:off x="2131742" y="655785"/>
            <a:ext cx="47692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s-CL" sz="5400" u="none" cap="none" strike="noStrike">
                <a:solidFill>
                  <a:srgbClr val="A04400"/>
                </a:solidFill>
                <a:latin typeface="Courgette"/>
                <a:ea typeface="Courgette"/>
                <a:cs typeface="Courgette"/>
                <a:sym typeface="Courgette"/>
              </a:rPr>
              <a:t>Cuenta los elementos</a:t>
            </a:r>
            <a:endParaRPr b="1" i="0" sz="5400" u="none" cap="none" strike="noStrike">
              <a:solidFill>
                <a:srgbClr val="A04400"/>
              </a:solidFill>
              <a:latin typeface="Courgette"/>
              <a:ea typeface="Courgette"/>
              <a:cs typeface="Courgette"/>
              <a:sym typeface="Courgette"/>
            </a:endParaRPr>
          </a:p>
        </p:txBody>
      </p:sp>
      <p:sp>
        <p:nvSpPr>
          <p:cNvPr id="245" name="Google Shape;245;p14"/>
          <p:cNvSpPr txBox="1"/>
          <p:nvPr/>
        </p:nvSpPr>
        <p:spPr>
          <a:xfrm>
            <a:off x="1053938" y="1396879"/>
            <a:ext cx="7128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Actividad: 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Cuenta los elementos y marca con una (x)el número correcto.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dibujo de numero 20 caritas" id="246" name="Google Shape;24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5311" y="1766211"/>
            <a:ext cx="1071562" cy="1071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numero 20 caritas" id="247" name="Google Shape;24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91046" y="1768024"/>
            <a:ext cx="1071562" cy="1071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numero 20 caritas" id="248" name="Google Shape;24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98326" y="1768024"/>
            <a:ext cx="1071562" cy="1071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numero 20 caritas" id="249" name="Google Shape;24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2687" y="1737580"/>
            <a:ext cx="1071562" cy="1071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numero 20 caritas" id="250" name="Google Shape;25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6764" y="1737580"/>
            <a:ext cx="1071562" cy="1071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numero 20 caritas" id="251" name="Google Shape;25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3567" y="2809142"/>
            <a:ext cx="1071562" cy="1071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numero 20 caritas" id="252" name="Google Shape;25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0589" y="2841017"/>
            <a:ext cx="1071562" cy="1071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numero 20 caritas" id="253" name="Google Shape;25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0612" y="2772909"/>
            <a:ext cx="1071562" cy="1071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numero 20 caritas" id="254" name="Google Shape;25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2174" y="2841017"/>
            <a:ext cx="1071562" cy="1071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numero 20 caritas" id="255" name="Google Shape;25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98696" y="2839586"/>
            <a:ext cx="1071562" cy="1071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numero 20 caritas" id="256" name="Google Shape;25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7134" y="3880704"/>
            <a:ext cx="1071562" cy="1071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numero 20 caritas" id="257" name="Google Shape;25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91046" y="3878786"/>
            <a:ext cx="1071562" cy="1071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numero 20 caritas" id="258" name="Google Shape;25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9050" y="3883607"/>
            <a:ext cx="1071562" cy="1071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numero 20 caritas" id="259" name="Google Shape;25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7606" y="3868542"/>
            <a:ext cx="1071562" cy="1071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numero 20 caritas" id="260" name="Google Shape;26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2628" y="3912579"/>
            <a:ext cx="1071562" cy="1071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numero 20 caritas" id="261" name="Google Shape;26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3771" y="4920681"/>
            <a:ext cx="1071562" cy="1071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numero 20 caritas" id="262" name="Google Shape;26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9168" y="4984141"/>
            <a:ext cx="1071562" cy="1071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numero 20 caritas" id="263" name="Google Shape;26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9050" y="4984141"/>
            <a:ext cx="1071562" cy="1071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numero 20 caritas" id="264" name="Google Shape;26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9027" y="4950348"/>
            <a:ext cx="1071562" cy="1071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numero 20 caritas" id="265" name="Google Shape;26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5914" y="4984141"/>
            <a:ext cx="1071562" cy="1071562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4"/>
          <p:cNvSpPr/>
          <p:nvPr/>
        </p:nvSpPr>
        <p:spPr>
          <a:xfrm>
            <a:off x="6837913" y="1724561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6954421" y="4725144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6922165" y="3308690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4" name="Google Shape;274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75" name="Google Shape;27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9144000" cy="6859514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5"/>
          <p:cNvSpPr/>
          <p:nvPr/>
        </p:nvSpPr>
        <p:spPr>
          <a:xfrm>
            <a:off x="2187374" y="908720"/>
            <a:ext cx="47692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s-CL" sz="5400" u="none" cap="none" strike="noStrike">
                <a:solidFill>
                  <a:srgbClr val="A04400"/>
                </a:solidFill>
                <a:latin typeface="Courgette"/>
                <a:ea typeface="Courgette"/>
                <a:cs typeface="Courgette"/>
                <a:sym typeface="Courgette"/>
              </a:rPr>
              <a:t>Cuenta los elementos</a:t>
            </a:r>
            <a:endParaRPr b="1" i="0" sz="5400" u="none" cap="none" strike="noStrike">
              <a:solidFill>
                <a:srgbClr val="A04400"/>
              </a:solidFill>
              <a:latin typeface="Courgette"/>
              <a:ea typeface="Courgette"/>
              <a:cs typeface="Courgette"/>
              <a:sym typeface="Courgette"/>
            </a:endParaRPr>
          </a:p>
        </p:txBody>
      </p:sp>
      <p:sp>
        <p:nvSpPr>
          <p:cNvPr id="277" name="Google Shape;277;p15"/>
          <p:cNvSpPr txBox="1"/>
          <p:nvPr/>
        </p:nvSpPr>
        <p:spPr>
          <a:xfrm>
            <a:off x="1259632" y="1694816"/>
            <a:ext cx="7128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Actividad: 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Cuenta los elementos y marca con una (x)el número correcto.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relacionada" id="278" name="Google Shape;27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3649" y="2208922"/>
            <a:ext cx="4824536" cy="3597099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5"/>
          <p:cNvSpPr/>
          <p:nvPr/>
        </p:nvSpPr>
        <p:spPr>
          <a:xfrm>
            <a:off x="6333399" y="2219997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6432027" y="3573016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6432027" y="4797152"/>
            <a:ext cx="1512168" cy="100886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38100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2019-05-10T02:03:46Z</dcterms:created>
  <dc:creator>Manuel Alvarado</dc:creator>
</cp:coreProperties>
</file>