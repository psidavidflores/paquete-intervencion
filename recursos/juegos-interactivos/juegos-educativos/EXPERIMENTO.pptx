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70" r:id="rId6"/>
    <p:sldId id="259" r:id="rId7"/>
    <p:sldId id="261" r:id="rId8"/>
    <p:sldId id="271" r:id="rId9"/>
    <p:sldId id="262" r:id="rId10"/>
    <p:sldId id="263" r:id="rId11"/>
    <p:sldId id="264" r:id="rId12"/>
    <p:sldId id="265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-120" y="-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VevJ4WvXG8&amp;feature=emb_logo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IrZ_QUh3C4U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 smtClean="0"/>
              <a:t>Experimento:</a:t>
            </a:r>
            <a:br>
              <a:rPr lang="es-CL" dirty="0" smtClean="0"/>
            </a:br>
            <a:r>
              <a:rPr lang="es-CL" dirty="0" smtClean="0"/>
              <a:t>“la pimienta que huye”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xmlns="" val="2895410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OBJETIVO DE LA ACTIVIDAD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CL" dirty="0" smtClean="0"/>
              <a:t>conocer la importancia de lavado de manos a través de un experimento.</a:t>
            </a:r>
            <a:endParaRPr lang="es-CL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837" y="3191280"/>
            <a:ext cx="3205162" cy="320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07019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2107" y="90483"/>
            <a:ext cx="10364451" cy="1596177"/>
          </a:xfrm>
        </p:spPr>
        <p:txBody>
          <a:bodyPr/>
          <a:lstStyle/>
          <a:p>
            <a:r>
              <a:rPr lang="es-CL" dirty="0"/>
              <a:t>ACTIVEMOS CONOCIMIENTOS PREVIOS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875138" y="2186788"/>
            <a:ext cx="10363826" cy="3424107"/>
          </a:xfrm>
        </p:spPr>
        <p:txBody>
          <a:bodyPr/>
          <a:lstStyle/>
          <a:p>
            <a:pPr algn="ctr"/>
            <a:r>
              <a:rPr lang="es-CL" dirty="0"/>
              <a:t>¿qué elementos utilizas para el lavado?</a:t>
            </a:r>
          </a:p>
          <a:p>
            <a:pPr algn="ctr"/>
            <a:r>
              <a:rPr lang="es-CL" dirty="0" smtClean="0"/>
              <a:t>¿por qué es importante lavarse las manos?</a:t>
            </a:r>
          </a:p>
          <a:p>
            <a:pPr algn="ctr"/>
            <a:r>
              <a:rPr lang="es-CL" dirty="0" smtClean="0"/>
              <a:t>¿qué pasará si no lo hacemos?</a:t>
            </a:r>
          </a:p>
          <a:p>
            <a:endParaRPr lang="es-CL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4849" y="1216949"/>
            <a:ext cx="939422" cy="93942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587339" y="1202891"/>
            <a:ext cx="939423" cy="939423"/>
          </a:xfrm>
          <a:prstGeom prst="rect">
            <a:avLst/>
          </a:prstGeom>
        </p:spPr>
      </p:pic>
      <p:pic>
        <p:nvPicPr>
          <p:cNvPr id="6" name="Picture 6" descr="Resultado de imagen de lluvia de idea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14849" y="3734029"/>
            <a:ext cx="3268391" cy="2995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60694">
            <a:off x="8618305" y="3651799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8741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826689" y="1265666"/>
            <a:ext cx="10364451" cy="1596177"/>
          </a:xfrm>
        </p:spPr>
        <p:txBody>
          <a:bodyPr/>
          <a:lstStyle/>
          <a:p>
            <a:r>
              <a:rPr lang="es-CL" dirty="0"/>
              <a:t>¡</a:t>
            </a:r>
            <a:r>
              <a:rPr lang="es-CL" dirty="0" smtClean="0"/>
              <a:t>HAGAMOS UN experimento!</a:t>
            </a:r>
            <a:endParaRPr lang="es-CL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46912" y="3258669"/>
            <a:ext cx="1524003" cy="152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99713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70734" y="484046"/>
            <a:ext cx="4384366" cy="1596177"/>
          </a:xfrm>
        </p:spPr>
        <p:txBody>
          <a:bodyPr/>
          <a:lstStyle/>
          <a:p>
            <a:r>
              <a:rPr lang="es-ES" dirty="0" smtClean="0"/>
              <a:t>Pero primero…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1080089" y="2362814"/>
            <a:ext cx="9565655" cy="3424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600" dirty="0" smtClean="0"/>
              <a:t>¡Juntemos los materiales necesarios!</a:t>
            </a:r>
            <a:endParaRPr lang="es-CL" sz="3600" dirty="0"/>
          </a:p>
        </p:txBody>
      </p:sp>
      <p:sp>
        <p:nvSpPr>
          <p:cNvPr id="4" name="Flecha abajo 3"/>
          <p:cNvSpPr/>
          <p:nvPr/>
        </p:nvSpPr>
        <p:spPr>
          <a:xfrm>
            <a:off x="4881281" y="4074867"/>
            <a:ext cx="1317812" cy="17077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xmlns="" val="1199482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esultado de imagen para materiales pimienta que huy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6229" t="5753" r="35969" b="6174"/>
          <a:stretch/>
        </p:blipFill>
        <p:spPr bwMode="auto">
          <a:xfrm>
            <a:off x="4141423" y="-53789"/>
            <a:ext cx="3079648" cy="6911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8090647" y="5042118"/>
            <a:ext cx="4101353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2800" dirty="0" smtClean="0"/>
              <a:t>¡Dejemos los materiales sobre la mesa y esperemos las instrucciones!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xmlns="" val="1845232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37956" y="-304647"/>
            <a:ext cx="10364451" cy="1596177"/>
          </a:xfrm>
        </p:spPr>
        <p:txBody>
          <a:bodyPr/>
          <a:lstStyle/>
          <a:p>
            <a:r>
              <a:rPr lang="es-CL" dirty="0" smtClean="0"/>
              <a:t>Formulación de </a:t>
            </a:r>
            <a:r>
              <a:rPr lang="es-CL" b="1" dirty="0" smtClean="0"/>
              <a:t>hipótesis</a:t>
            </a:r>
            <a:r>
              <a:rPr lang="es-CL" dirty="0" smtClean="0"/>
              <a:t> 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453862" y="1805616"/>
            <a:ext cx="10793507" cy="3190604"/>
          </a:xfrm>
        </p:spPr>
        <p:txBody>
          <a:bodyPr>
            <a:normAutofit/>
          </a:bodyPr>
          <a:lstStyle/>
          <a:p>
            <a:r>
              <a:rPr lang="es-CL" sz="2400" cap="none" dirty="0" smtClean="0"/>
              <a:t>¿Qué pasará si introducimos un dedo o mano al agua con pimienta ?</a:t>
            </a:r>
          </a:p>
          <a:p>
            <a:r>
              <a:rPr lang="es-CL" sz="2400" cap="none" dirty="0" smtClean="0"/>
              <a:t>¿qué pasaría si introducimos un dedo o mano con jabón al agua con pimienta ?</a:t>
            </a:r>
          </a:p>
          <a:p>
            <a:pPr marL="0" indent="0">
              <a:buNone/>
            </a:pPr>
            <a:r>
              <a:rPr lang="es-CL" sz="2400" cap="none" dirty="0" smtClean="0"/>
              <a:t>Dibujamos nuestra hipótesis en una hoja. (Qué creemos que pasará)</a:t>
            </a:r>
          </a:p>
          <a:p>
            <a:endParaRPr lang="es-CL" dirty="0" smtClean="0"/>
          </a:p>
          <a:p>
            <a:endParaRPr lang="es-CL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38179" y="199532"/>
            <a:ext cx="939422" cy="93942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82851" y="4021179"/>
            <a:ext cx="1950083" cy="195008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20180" y="4021180"/>
            <a:ext cx="1950083" cy="1950083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237129" y="1106864"/>
            <a:ext cx="7720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/>
              <a:t>Es decir: Nos vamos a IMAGINAR qué pasaría si…</a:t>
            </a:r>
            <a:endParaRPr lang="es-CL" sz="2400" dirty="0"/>
          </a:p>
        </p:txBody>
      </p:sp>
      <p:sp>
        <p:nvSpPr>
          <p:cNvPr id="12" name="Flecha abajo 11"/>
          <p:cNvSpPr/>
          <p:nvPr/>
        </p:nvSpPr>
        <p:spPr>
          <a:xfrm rot="2031265">
            <a:off x="7436224" y="767284"/>
            <a:ext cx="389965" cy="3395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xmlns="" val="1431558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4834" y="-161413"/>
            <a:ext cx="10364451" cy="1596177"/>
          </a:xfrm>
        </p:spPr>
        <p:txBody>
          <a:bodyPr/>
          <a:lstStyle/>
          <a:p>
            <a:r>
              <a:rPr lang="es-ES" dirty="0" smtClean="0"/>
              <a:t>¡manos a la obra!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873434" y="1076175"/>
            <a:ext cx="10363826" cy="5875954"/>
          </a:xfrm>
        </p:spPr>
        <p:txBody>
          <a:bodyPr/>
          <a:lstStyle/>
          <a:p>
            <a:r>
              <a:rPr lang="es-ES" b="1" dirty="0" smtClean="0"/>
              <a:t>Paso1:</a:t>
            </a:r>
          </a:p>
          <a:p>
            <a:pPr marL="0" indent="0">
              <a:buNone/>
            </a:pPr>
            <a:r>
              <a:rPr lang="es-ES" dirty="0" smtClean="0"/>
              <a:t>Ponemos el agua en un recipiente o plato hondo.</a:t>
            </a:r>
          </a:p>
          <a:p>
            <a:r>
              <a:rPr lang="es-ES" b="1" dirty="0" smtClean="0"/>
              <a:t>Paso 2:</a:t>
            </a:r>
          </a:p>
          <a:p>
            <a:pPr marL="0" indent="0">
              <a:buNone/>
            </a:pPr>
            <a:r>
              <a:rPr lang="es-ES" dirty="0" smtClean="0"/>
              <a:t>Ponemos pimienta en el agua.</a:t>
            </a:r>
          </a:p>
          <a:p>
            <a:r>
              <a:rPr lang="es-ES" b="1" dirty="0" smtClean="0"/>
              <a:t>Paso 3:</a:t>
            </a:r>
          </a:p>
          <a:p>
            <a:pPr marL="0" indent="0">
              <a:buNone/>
            </a:pPr>
            <a:r>
              <a:rPr lang="es-ES" dirty="0" smtClean="0"/>
              <a:t>Introducimos un dedo en el agua con pimienta y lo sacamos.</a:t>
            </a:r>
          </a:p>
          <a:p>
            <a:r>
              <a:rPr lang="es-ES" b="1" dirty="0" smtClean="0"/>
              <a:t>Paso 4:</a:t>
            </a:r>
          </a:p>
          <a:p>
            <a:pPr marL="0" indent="0">
              <a:buNone/>
            </a:pPr>
            <a:r>
              <a:rPr lang="es-ES" dirty="0" smtClean="0"/>
              <a:t>Ponemos un poco de jabón líquido en nuestro dedo.</a:t>
            </a:r>
          </a:p>
          <a:p>
            <a:r>
              <a:rPr lang="es-ES" b="1" dirty="0" smtClean="0"/>
              <a:t>Paso 5:</a:t>
            </a:r>
          </a:p>
          <a:p>
            <a:pPr marL="0" indent="0">
              <a:buNone/>
            </a:pPr>
            <a:r>
              <a:rPr lang="es-ES" dirty="0" smtClean="0"/>
              <a:t>Introducimos el dedo con jabón en el agua con pimienta y luego lo sacamos. 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3781069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088" y="41299"/>
            <a:ext cx="10364451" cy="1596177"/>
          </a:xfrm>
        </p:spPr>
        <p:txBody>
          <a:bodyPr/>
          <a:lstStyle/>
          <a:p>
            <a:r>
              <a:rPr lang="es-CL" dirty="0" smtClean="0"/>
              <a:t>Resultados</a:t>
            </a:r>
            <a:br>
              <a:rPr lang="es-CL" dirty="0" smtClean="0"/>
            </a:br>
            <a:endParaRPr lang="es-CL" sz="2800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957318" y="1637476"/>
            <a:ext cx="10363826" cy="3424107"/>
          </a:xfrm>
        </p:spPr>
        <p:txBody>
          <a:bodyPr/>
          <a:lstStyle/>
          <a:p>
            <a:r>
              <a:rPr lang="es-CL" dirty="0" smtClean="0"/>
              <a:t>¿</a:t>
            </a:r>
            <a:r>
              <a:rPr lang="es-CL" sz="2400" cap="none" dirty="0" smtClean="0"/>
              <a:t>Qué sucedió cuando introducimos un dedo o mano al agua con pimienta ?</a:t>
            </a:r>
          </a:p>
          <a:p>
            <a:r>
              <a:rPr lang="es-CL" sz="2400" cap="none" dirty="0" smtClean="0"/>
              <a:t>¿qué sucedió cuando introducimos un dedo o mano con jabón al agua con pimienta ?</a:t>
            </a:r>
          </a:p>
          <a:p>
            <a:r>
              <a:rPr lang="es-CL" sz="2400" cap="none" dirty="0" smtClean="0"/>
              <a:t>Dibujamos el resultado</a:t>
            </a:r>
            <a:endParaRPr lang="es-CL" sz="2400" cap="non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06370" y="662738"/>
            <a:ext cx="939422" cy="93942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84230" y="4357356"/>
            <a:ext cx="1950083" cy="195008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11142" y="4349398"/>
            <a:ext cx="1950083" cy="195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8998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00327" y="295787"/>
            <a:ext cx="10364451" cy="1596177"/>
          </a:xfrm>
        </p:spPr>
        <p:txBody>
          <a:bodyPr/>
          <a:lstStyle/>
          <a:p>
            <a:r>
              <a:rPr lang="es-ES" dirty="0" smtClean="0"/>
              <a:t>¡Ahora veremos este video!</a:t>
            </a:r>
            <a:endParaRPr lang="es-CL" dirty="0"/>
          </a:p>
        </p:txBody>
      </p:sp>
      <p:sp>
        <p:nvSpPr>
          <p:cNvPr id="4" name="Rectángulo 3"/>
          <p:cNvSpPr/>
          <p:nvPr/>
        </p:nvSpPr>
        <p:spPr>
          <a:xfrm>
            <a:off x="1415143" y="2214694"/>
            <a:ext cx="87738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3600" dirty="0">
                <a:hlinkClick r:id="rId2"/>
              </a:rPr>
              <a:t>https://www.youtube.com/watch?v=pVevJ4WvXG8&amp;feature=emb_logo</a:t>
            </a:r>
            <a:endParaRPr lang="es-CL" sz="3600" dirty="0"/>
          </a:p>
        </p:txBody>
      </p:sp>
      <p:sp>
        <p:nvSpPr>
          <p:cNvPr id="3" name="Flecha abajo 2"/>
          <p:cNvSpPr/>
          <p:nvPr/>
        </p:nvSpPr>
        <p:spPr>
          <a:xfrm>
            <a:off x="5283785" y="1286003"/>
            <a:ext cx="518301" cy="7673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xmlns="" val="3365729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236041"/>
          </a:xfrm>
        </p:spPr>
        <p:txBody>
          <a:bodyPr/>
          <a:lstStyle/>
          <a:p>
            <a:r>
              <a:rPr lang="es-C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Interpretación</a:t>
            </a:r>
            <a:r>
              <a:rPr lang="es-CL" dirty="0" smtClean="0"/>
              <a:t> 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713359" y="1542995"/>
            <a:ext cx="11278226" cy="4984124"/>
          </a:xfrm>
        </p:spPr>
        <p:txBody>
          <a:bodyPr>
            <a:normAutofit/>
          </a:bodyPr>
          <a:lstStyle/>
          <a:p>
            <a:r>
              <a:rPr lang="es-CL" cap="none" dirty="0" smtClean="0"/>
              <a:t>La</a:t>
            </a:r>
            <a:r>
              <a:rPr lang="es-CL" b="1" cap="none" dirty="0" smtClean="0">
                <a:solidFill>
                  <a:srgbClr val="FF0000"/>
                </a:solidFill>
              </a:rPr>
              <a:t> PIMIENTA </a:t>
            </a:r>
            <a:r>
              <a:rPr lang="es-CL" cap="none" dirty="0" smtClean="0"/>
              <a:t>son los gérmenes y bacterias que hay en todos lados, hay bacterias buenas y malas, </a:t>
            </a:r>
          </a:p>
          <a:p>
            <a:pPr marL="0" indent="0">
              <a:buNone/>
            </a:pPr>
            <a:endParaRPr lang="es-CL" cap="none" dirty="0" smtClean="0"/>
          </a:p>
          <a:p>
            <a:pPr marL="0" indent="0">
              <a:buNone/>
            </a:pPr>
            <a:endParaRPr lang="es-CL" cap="none" dirty="0" smtClean="0"/>
          </a:p>
          <a:p>
            <a:r>
              <a:rPr lang="es-CL" cap="none" dirty="0" smtClean="0"/>
              <a:t>Tenemos bacterias en el intestino que nos ayudan a tener defensas, mantener el intestino sano, y a procesar los nutrientes.</a:t>
            </a:r>
          </a:p>
          <a:p>
            <a:endParaRPr lang="es-CL" cap="none" dirty="0"/>
          </a:p>
          <a:p>
            <a:endParaRPr lang="es-CL" cap="none" dirty="0" smtClean="0"/>
          </a:p>
          <a:p>
            <a:endParaRPr lang="es-CL" cap="none" dirty="0" smtClean="0"/>
          </a:p>
          <a:p>
            <a:r>
              <a:rPr lang="es-CL" cap="none" dirty="0" smtClean="0"/>
              <a:t> </a:t>
            </a:r>
            <a:endParaRPr lang="es-CL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0" y="4324939"/>
            <a:ext cx="3932464" cy="2202180"/>
          </a:xfrm>
          <a:prstGeom prst="rect">
            <a:avLst/>
          </a:prstGeom>
        </p:spPr>
      </p:pic>
      <p:pic>
        <p:nvPicPr>
          <p:cNvPr id="1028" name="Picture 4" descr="Resultado de imagen para bacterias buenas para el intestin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85242" y="2075954"/>
            <a:ext cx="2621515" cy="1406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686052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608974" y="929546"/>
            <a:ext cx="11125826" cy="5535936"/>
          </a:xfrm>
        </p:spPr>
        <p:txBody>
          <a:bodyPr/>
          <a:lstStyle/>
          <a:p>
            <a:r>
              <a:rPr lang="es-CL" cap="none" dirty="0"/>
              <a:t>Pero cuando son bacterias y gérmenes malos debemos lavarnos las manos y así evitamos que los que se encuentran en el exterior no entren a nuestro cuerpo</a:t>
            </a:r>
          </a:p>
          <a:p>
            <a:r>
              <a:rPr lang="es-CL" cap="none" dirty="0"/>
              <a:t>Por eso </a:t>
            </a:r>
            <a:endParaRPr lang="es-CL" cap="none" dirty="0" smtClean="0"/>
          </a:p>
          <a:p>
            <a:pPr marL="0" indent="0" algn="ctr">
              <a:buNone/>
            </a:pPr>
            <a:r>
              <a:rPr lang="es-CL" sz="4400" dirty="0" smtClean="0"/>
              <a:t>¡</a:t>
            </a:r>
            <a:r>
              <a:rPr lang="es-CL" sz="4400" dirty="0"/>
              <a:t>Lávate las manos y cuida el agua</a:t>
            </a:r>
            <a:r>
              <a:rPr lang="es-CL" sz="4400" dirty="0" smtClean="0"/>
              <a:t>!</a:t>
            </a:r>
          </a:p>
          <a:p>
            <a:pPr marL="0" indent="0" algn="ctr">
              <a:buNone/>
            </a:pPr>
            <a:endParaRPr lang="es-CL" sz="4400" dirty="0"/>
          </a:p>
          <a:p>
            <a:pPr marL="0" indent="0" algn="ctr">
              <a:buNone/>
            </a:pPr>
            <a:endParaRPr lang="es-CL" sz="4400" dirty="0"/>
          </a:p>
          <a:p>
            <a:endParaRPr lang="es-CL" dirty="0"/>
          </a:p>
        </p:txBody>
      </p:sp>
      <p:pic>
        <p:nvPicPr>
          <p:cNvPr id="2052" name="Picture 4" descr="Resultado de imagen para lavado de manos dibuj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39480" y="3304996"/>
            <a:ext cx="4464814" cy="3160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346923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Importancia</a:t>
            </a:r>
            <a:br>
              <a:rPr lang="es-CL" dirty="0" smtClean="0"/>
            </a:br>
            <a:r>
              <a:rPr lang="es-CL" dirty="0" smtClean="0"/>
              <a:t> del lavado de manos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CL" dirty="0">
                <a:hlinkClick r:id="rId2"/>
              </a:rPr>
              <a:t>https://www.youtube.com/watch?v=IrZ_QUh3C4U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xmlns="" val="3034349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75521" y="764704"/>
            <a:ext cx="8712967" cy="1793136"/>
          </a:xfrm>
        </p:spPr>
        <p:txBody>
          <a:bodyPr/>
          <a:lstStyle/>
          <a:p>
            <a:r>
              <a:rPr lang="es-CL" dirty="0">
                <a:solidFill>
                  <a:srgbClr val="FF0000"/>
                </a:solidFill>
              </a:rPr>
              <a:t>¡</a:t>
            </a:r>
            <a:r>
              <a:rPr lang="es-CL" dirty="0" smtClean="0">
                <a:solidFill>
                  <a:srgbClr val="FF0000"/>
                </a:solidFill>
              </a:rPr>
              <a:t>BUEN TRABAJO! </a:t>
            </a:r>
            <a:br>
              <a:rPr lang="es-CL" dirty="0" smtClean="0">
                <a:solidFill>
                  <a:srgbClr val="FF0000"/>
                </a:solidFill>
              </a:rPr>
            </a:br>
            <a:endParaRPr lang="es-CL" dirty="0"/>
          </a:p>
        </p:txBody>
      </p:sp>
      <p:pic>
        <p:nvPicPr>
          <p:cNvPr id="5" name="Picture 2" descr="Resultado de imagen para bravo felicitaciones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67608" y="1988840"/>
            <a:ext cx="7163696" cy="434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03877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ota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124</TotalTime>
  <Words>336</Words>
  <Application>Microsoft Office PowerPoint</Application>
  <PresentationFormat>Personalizado</PresentationFormat>
  <Paragraphs>49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Gota</vt:lpstr>
      <vt:lpstr>Experimento: “la pimienta que huye”</vt:lpstr>
      <vt:lpstr>OBJETIVO DE LA ACTIVIDAD</vt:lpstr>
      <vt:lpstr>ACTIVEMOS CONOCIMIENTOS PREVIOS</vt:lpstr>
      <vt:lpstr>¡HAGAMOS UN experimento!</vt:lpstr>
      <vt:lpstr>Pero primero…</vt:lpstr>
      <vt:lpstr>Diapositiva 6</vt:lpstr>
      <vt:lpstr>Formulación de hipótesis </vt:lpstr>
      <vt:lpstr>¡manos a la obra!</vt:lpstr>
      <vt:lpstr>Resultados </vt:lpstr>
      <vt:lpstr>¡Ahora veremos este video!</vt:lpstr>
      <vt:lpstr>Interpretación </vt:lpstr>
      <vt:lpstr>Diapositiva 12</vt:lpstr>
      <vt:lpstr>Importancia  del lavado de manos</vt:lpstr>
      <vt:lpstr>¡BUEN TRABAJO!  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Experimento: “la pimienta que huye”</dc:title>
  <dc:creator>Vane Elízabeth</dc:creator>
  <cp:lastModifiedBy>lenovo1</cp:lastModifiedBy>
  <cp:revision>6</cp:revision>
  <dcterms:created xsi:type="dcterms:W3CDTF">2020-03-24T13:04:34Z</dcterms:created>
  <dcterms:modified xsi:type="dcterms:W3CDTF">2020-04-06T01:08:19Z</dcterms:modified>
</cp:coreProperties>
</file>