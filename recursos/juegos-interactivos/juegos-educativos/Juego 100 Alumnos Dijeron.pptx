
<file path=[Content_Types].xml><?xml version="1.0" encoding="utf-8"?>
<Types xmlns="http://schemas.openxmlformats.org/package/2006/content-types">
  <Default Extension="png" ContentType="image/png"/>
  <Default Extension="bin" ContentType="application/vnd.ms-office.activeX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notesSlides/notesSlide1.xml" ContentType="application/vnd.openxmlformats-officedocument.presentationml.notesSlide+xml"/>
  <Override PartName="/ppt/activeX/activeX3.xml" ContentType="application/vnd.ms-office.activeX+xml"/>
  <Override PartName="/ppt/activeX/activeX4.xml" ContentType="application/vnd.ms-office.activeX+xml"/>
  <Override PartName="/ppt/notesSlides/notesSlide2.xml" ContentType="application/vnd.openxmlformats-officedocument.presentationml.notesSlide+xml"/>
  <Override PartName="/ppt/activeX/activeX5.xml" ContentType="application/vnd.ms-office.activeX+xml"/>
  <Override PartName="/ppt/activeX/activeX6.xml" ContentType="application/vnd.ms-office.activeX+xml"/>
  <Override PartName="/ppt/notesSlides/notesSlide3.xml" ContentType="application/vnd.openxmlformats-officedocument.presentationml.notesSlide+xml"/>
  <Override PartName="/ppt/activeX/activeX7.xml" ContentType="application/vnd.ms-office.activeX+xml"/>
  <Override PartName="/ppt/activeX/activeX8.xml" ContentType="application/vnd.ms-office.activeX+xml"/>
  <Override PartName="/ppt/notesSlides/notesSlide4.xml" ContentType="application/vnd.openxmlformats-officedocument.presentationml.notesSlide+xml"/>
  <Override PartName="/ppt/activeX/activeX9.xml" ContentType="application/vnd.ms-office.activeX+xml"/>
  <Override PartName="/ppt/activeX/activeX10.xml" ContentType="application/vnd.ms-office.activeX+xml"/>
  <Override PartName="/ppt/notesSlides/notesSlide5.xml" ContentType="application/vnd.openxmlformats-officedocument.presentationml.notesSlide+xml"/>
  <Override PartName="/ppt/activeX/activeX11.xml" ContentType="application/vnd.ms-office.activeX+xml"/>
  <Override PartName="/ppt/activeX/activeX12.xml" ContentType="application/vnd.ms-office.activeX+xml"/>
  <Override PartName="/ppt/notesSlides/notesSlide6.xml" ContentType="application/vnd.openxmlformats-officedocument.presentationml.notesSlide+xml"/>
  <Override PartName="/ppt/activeX/activeX13.xml" ContentType="application/vnd.ms-office.activeX+xml"/>
  <Override PartName="/ppt/activeX/activeX14.xml" ContentType="application/vnd.ms-office.activeX+xml"/>
  <Override PartName="/ppt/notesSlides/notesSlide7.xml" ContentType="application/vnd.openxmlformats-officedocument.presentationml.notesSlide+xml"/>
  <Override PartName="/ppt/activeX/activeX15.xml" ContentType="application/vnd.ms-office.activeX+xml"/>
  <Override PartName="/ppt/activeX/activeX16.xml" ContentType="application/vnd.ms-office.activeX+xml"/>
  <Override PartName="/ppt/notesSlides/notesSlide8.xml" ContentType="application/vnd.openxmlformats-officedocument.presentationml.notesSlide+xml"/>
  <Override PartName="/ppt/activeX/activeX17.xml" ContentType="application/vnd.ms-office.activeX+xml"/>
  <Override PartName="/ppt/activeX/activeX18.xml" ContentType="application/vnd.ms-office.activeX+xml"/>
  <Override PartName="/ppt/notesSlides/notesSlide9.xml" ContentType="application/vnd.openxmlformats-officedocument.presentationml.notesSlide+xml"/>
  <Override PartName="/ppt/activeX/activeX19.xml" ContentType="application/vnd.ms-office.activeX+xml"/>
  <Override PartName="/ppt/activeX/activeX20.xml" ContentType="application/vnd.ms-office.activeX+xml"/>
  <Override PartName="/ppt/notesSlides/notesSlide10.xml" ContentType="application/vnd.openxmlformats-officedocument.presentationml.notesSlide+xml"/>
  <Override PartName="/ppt/activeX/activeX21.xml" ContentType="application/vnd.ms-office.activeX+xml"/>
  <Override PartName="/ppt/activeX/activeX22.xml" ContentType="application/vnd.ms-office.activeX+xml"/>
  <Override PartName="/ppt/notesSlides/notesSlide11.xml" ContentType="application/vnd.openxmlformats-officedocument.presentationml.notesSlide+xml"/>
  <Override PartName="/ppt/activeX/activeX23.xml" ContentType="application/vnd.ms-office.activeX+xml"/>
  <Override PartName="/ppt/activeX/activeX24.xml" ContentType="application/vnd.ms-office.activeX+xml"/>
  <Override PartName="/ppt/notesSlides/notesSlide12.xml" ContentType="application/vnd.openxmlformats-officedocument.presentationml.notesSlide+xml"/>
  <Override PartName="/ppt/activeX/activeX25.xml" ContentType="application/vnd.ms-office.activeX+xml"/>
  <Override PartName="/ppt/activeX/activeX26.xml" ContentType="application/vnd.ms-office.activeX+xml"/>
  <Override PartName="/ppt/notesSlides/notesSlide13.xml" ContentType="application/vnd.openxmlformats-officedocument.presentationml.notesSlide+xml"/>
  <Override PartName="/ppt/activeX/activeX27.xml" ContentType="application/vnd.ms-office.activeX+xml"/>
  <Override PartName="/ppt/activeX/activeX28.xml" ContentType="application/vnd.ms-office.activeX+xml"/>
  <Override PartName="/ppt/notesSlides/notesSlide14.xml" ContentType="application/vnd.openxmlformats-officedocument.presentationml.notesSlide+xml"/>
  <Override PartName="/ppt/activeX/activeX29.xml" ContentType="application/vnd.ms-office.activeX+xml"/>
  <Override PartName="/ppt/activeX/activeX30.xml" ContentType="application/vnd.ms-office.activeX+xml"/>
  <Override PartName="/ppt/notesSlides/notesSlide15.xml" ContentType="application/vnd.openxmlformats-officedocument.presentationml.notesSlide+xml"/>
  <Override PartName="/ppt/activeX/activeX31.xml" ContentType="application/vnd.ms-office.activeX+xml"/>
  <Override PartName="/ppt/activeX/activeX32.xml" ContentType="application/vnd.ms-office.activeX+xml"/>
  <Override PartName="/ppt/notesSlides/notesSlide16.xml" ContentType="application/vnd.openxmlformats-officedocument.presentationml.notesSlide+xml"/>
  <Override PartName="/ppt/activeX/activeX33.xml" ContentType="application/vnd.ms-office.activeX+xml"/>
  <Override PartName="/ppt/activeX/activeX34.xml" ContentType="application/vnd.ms-office.activeX+xml"/>
  <Override PartName="/ppt/notesSlides/notesSlide17.xml" ContentType="application/vnd.openxmlformats-officedocument.presentationml.notesSlide+xml"/>
  <Override PartName="/ppt/activeX/activeX35.xml" ContentType="application/vnd.ms-office.activeX+xml"/>
  <Override PartName="/ppt/activeX/activeX36.xml" ContentType="application/vnd.ms-office.activeX+xml"/>
  <Override PartName="/ppt/notesSlides/notesSlide18.xml" ContentType="application/vnd.openxmlformats-officedocument.presentationml.notesSlide+xml"/>
  <Override PartName="/ppt/activeX/activeX37.xml" ContentType="application/vnd.ms-office.activeX+xml"/>
  <Override PartName="/ppt/activeX/activeX38.xml" ContentType="application/vnd.ms-office.activeX+xml"/>
  <Override PartName="/ppt/notesSlides/notesSlide19.xml" ContentType="application/vnd.openxmlformats-officedocument.presentationml.notesSlide+xml"/>
  <Override PartName="/ppt/activeX/activeX39.xml" ContentType="application/vnd.ms-office.activeX+xml"/>
  <Override PartName="/ppt/activeX/activeX40.xml" ContentType="application/vnd.ms-office.activeX+xml"/>
  <Override PartName="/ppt/notesSlides/notesSlide20.xml" ContentType="application/vnd.openxmlformats-officedocument.presentationml.notesSlide+xml"/>
  <Override PartName="/ppt/activeX/activeX41.xml" ContentType="application/vnd.ms-office.activeX+xml"/>
  <Override PartName="/ppt/activeX/activeX42.xml" ContentType="application/vnd.ms-office.activeX+xml"/>
  <Override PartName="/ppt/notesSlides/notesSlide21.xml" ContentType="application/vnd.openxmlformats-officedocument.presentationml.notesSlide+xml"/>
  <Override PartName="/ppt/activeX/activeX43.xml" ContentType="application/vnd.ms-office.activeX+xml"/>
  <Override PartName="/ppt/activeX/activeX44.xml" ContentType="application/vnd.ms-office.activeX+xml"/>
  <Override PartName="/ppt/notesSlides/notesSlide22.xml" ContentType="application/vnd.openxmlformats-officedocument.presentationml.notesSlide+xml"/>
  <Override PartName="/ppt/activeX/activeX45.xml" ContentType="application/vnd.ms-office.activeX+xml"/>
  <Override PartName="/ppt/activeX/activeX46.xml" ContentType="application/vnd.ms-office.activeX+xml"/>
  <Override PartName="/ppt/notesSlides/notesSlide23.xml" ContentType="application/vnd.openxmlformats-officedocument.presentationml.notesSlide+xml"/>
  <Override PartName="/ppt/activeX/activeX47.xml" ContentType="application/vnd.ms-office.activeX+xml"/>
  <Override PartName="/ppt/activeX/activeX48.xml" ContentType="application/vnd.ms-office.activeX+xml"/>
  <Override PartName="/ppt/notesSlides/notesSlide24.xml" ContentType="application/vnd.openxmlformats-officedocument.presentationml.notesSlide+xml"/>
  <Override PartName="/ppt/activeX/activeX49.xml" ContentType="application/vnd.ms-office.activeX+xml"/>
  <Override PartName="/ppt/activeX/activeX50.xml" ContentType="application/vnd.ms-office.activeX+xml"/>
  <Override PartName="/ppt/notesSlides/notesSlide25.xml" ContentType="application/vnd.openxmlformats-officedocument.presentationml.notesSlide+xml"/>
  <Override PartName="/ppt/activeX/activeX51.xml" ContentType="application/vnd.ms-office.activeX+xml"/>
  <Override PartName="/ppt/activeX/activeX52.xml" ContentType="application/vnd.ms-office.activeX+xml"/>
  <Override PartName="/ppt/notesSlides/notesSlide26.xml" ContentType="application/vnd.openxmlformats-officedocument.presentationml.notesSlide+xml"/>
  <Override PartName="/ppt/activeX/activeX53.xml" ContentType="application/vnd.ms-office.activeX+xml"/>
  <Override PartName="/ppt/activeX/activeX54.xml" ContentType="application/vnd.ms-office.activeX+xml"/>
  <Override PartName="/ppt/notesSlides/notesSlide27.xml" ContentType="application/vnd.openxmlformats-officedocument.presentationml.notesSlide+xml"/>
  <Override PartName="/ppt/activeX/activeX55.xml" ContentType="application/vnd.ms-office.activeX+xml"/>
  <Override PartName="/ppt/activeX/activeX56.xml" ContentType="application/vnd.ms-office.activeX+xml"/>
  <Override PartName="/ppt/notesSlides/notesSlide28.xml" ContentType="application/vnd.openxmlformats-officedocument.presentationml.notesSlide+xml"/>
  <Override PartName="/ppt/activeX/activeX57.xml" ContentType="application/vnd.ms-office.activeX+xml"/>
  <Override PartName="/ppt/activeX/activeX58.xml" ContentType="application/vnd.ms-office.activeX+xml"/>
  <Override PartName="/ppt/notesSlides/notesSlide29.xml" ContentType="application/vnd.openxmlformats-officedocument.presentationml.notesSlide+xml"/>
  <Override PartName="/ppt/activeX/activeX59.xml" ContentType="application/vnd.ms-office.activeX+xml"/>
  <Override PartName="/ppt/activeX/activeX60.xml" ContentType="application/vnd.ms-office.activeX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1" r:id="rId2"/>
    <p:sldId id="268" r:id="rId3"/>
    <p:sldId id="274" r:id="rId4"/>
    <p:sldId id="291" r:id="rId5"/>
    <p:sldId id="271" r:id="rId6"/>
    <p:sldId id="296" r:id="rId7"/>
    <p:sldId id="297" r:id="rId8"/>
    <p:sldId id="272" r:id="rId9"/>
    <p:sldId id="278" r:id="rId10"/>
    <p:sldId id="275" r:id="rId11"/>
    <p:sldId id="281" r:id="rId12"/>
    <p:sldId id="277" r:id="rId13"/>
    <p:sldId id="282" r:id="rId14"/>
    <p:sldId id="283" r:id="rId15"/>
    <p:sldId id="284" r:id="rId16"/>
    <p:sldId id="266" r:id="rId17"/>
    <p:sldId id="265" r:id="rId18"/>
    <p:sldId id="288" r:id="rId19"/>
    <p:sldId id="289" r:id="rId20"/>
    <p:sldId id="256" r:id="rId21"/>
    <p:sldId id="276" r:id="rId22"/>
    <p:sldId id="269" r:id="rId23"/>
    <p:sldId id="294" r:id="rId24"/>
    <p:sldId id="295" r:id="rId25"/>
    <p:sldId id="292" r:id="rId26"/>
    <p:sldId id="298" r:id="rId27"/>
    <p:sldId id="299" r:id="rId28"/>
    <p:sldId id="300" r:id="rId29"/>
    <p:sldId id="301" r:id="rId30"/>
    <p:sldId id="302" r:id="rId31"/>
    <p:sldId id="303" r:id="rId3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2475" autoAdjust="0"/>
  </p:normalViewPr>
  <p:slideViewPr>
    <p:cSldViewPr snapToGrid="0">
      <p:cViewPr varScale="1">
        <p:scale>
          <a:sx n="54" d="100"/>
          <a:sy n="54" d="100"/>
        </p:scale>
        <p:origin x="64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_rels/activeX22.xml.rels><?xml version="1.0" encoding="UTF-8" standalone="yes"?>
<Relationships xmlns="http://schemas.openxmlformats.org/package/2006/relationships"><Relationship Id="rId1" Type="http://schemas.microsoft.com/office/2006/relationships/activeXControlBinary" Target="activeX22.bin"/></Relationships>
</file>

<file path=ppt/activeX/_rels/activeX23.xml.rels><?xml version="1.0" encoding="UTF-8" standalone="yes"?>
<Relationships xmlns="http://schemas.openxmlformats.org/package/2006/relationships"><Relationship Id="rId1" Type="http://schemas.microsoft.com/office/2006/relationships/activeXControlBinary" Target="activeX23.bin"/></Relationships>
</file>

<file path=ppt/activeX/_rels/activeX24.xml.rels><?xml version="1.0" encoding="UTF-8" standalone="yes"?>
<Relationships xmlns="http://schemas.openxmlformats.org/package/2006/relationships"><Relationship Id="rId1" Type="http://schemas.microsoft.com/office/2006/relationships/activeXControlBinary" Target="activeX24.bin"/></Relationships>
</file>

<file path=ppt/activeX/_rels/activeX25.xml.rels><?xml version="1.0" encoding="UTF-8" standalone="yes"?>
<Relationships xmlns="http://schemas.openxmlformats.org/package/2006/relationships"><Relationship Id="rId1" Type="http://schemas.microsoft.com/office/2006/relationships/activeXControlBinary" Target="activeX25.bin"/></Relationships>
</file>

<file path=ppt/activeX/_rels/activeX26.xml.rels><?xml version="1.0" encoding="UTF-8" standalone="yes"?>
<Relationships xmlns="http://schemas.openxmlformats.org/package/2006/relationships"><Relationship Id="rId1" Type="http://schemas.microsoft.com/office/2006/relationships/activeXControlBinary" Target="activeX26.bin"/></Relationships>
</file>

<file path=ppt/activeX/_rels/activeX27.xml.rels><?xml version="1.0" encoding="UTF-8" standalone="yes"?>
<Relationships xmlns="http://schemas.openxmlformats.org/package/2006/relationships"><Relationship Id="rId1" Type="http://schemas.microsoft.com/office/2006/relationships/activeXControlBinary" Target="activeX27.bin"/></Relationships>
</file>

<file path=ppt/activeX/_rels/activeX28.xml.rels><?xml version="1.0" encoding="UTF-8" standalone="yes"?>
<Relationships xmlns="http://schemas.openxmlformats.org/package/2006/relationships"><Relationship Id="rId1" Type="http://schemas.microsoft.com/office/2006/relationships/activeXControlBinary" Target="activeX28.bin"/></Relationships>
</file>

<file path=ppt/activeX/_rels/activeX29.xml.rels><?xml version="1.0" encoding="UTF-8" standalone="yes"?>
<Relationships xmlns="http://schemas.openxmlformats.org/package/2006/relationships"><Relationship Id="rId1" Type="http://schemas.microsoft.com/office/2006/relationships/activeXControlBinary" Target="activeX29.bin"/></Relationships>
</file>

<file path=ppt/activeX/_rels/activeX30.xml.rels><?xml version="1.0" encoding="UTF-8" standalone="yes"?>
<Relationships xmlns="http://schemas.openxmlformats.org/package/2006/relationships"><Relationship Id="rId1" Type="http://schemas.microsoft.com/office/2006/relationships/activeXControlBinary" Target="activeX30.bin"/></Relationships>
</file>

<file path=ppt/activeX/_rels/activeX31.xml.rels><?xml version="1.0" encoding="UTF-8" standalone="yes"?>
<Relationships xmlns="http://schemas.openxmlformats.org/package/2006/relationships"><Relationship Id="rId1" Type="http://schemas.microsoft.com/office/2006/relationships/activeXControlBinary" Target="activeX31.bin"/></Relationships>
</file>

<file path=ppt/activeX/_rels/activeX32.xml.rels><?xml version="1.0" encoding="UTF-8" standalone="yes"?>
<Relationships xmlns="http://schemas.openxmlformats.org/package/2006/relationships"><Relationship Id="rId1" Type="http://schemas.microsoft.com/office/2006/relationships/activeXControlBinary" Target="activeX32.bin"/></Relationships>
</file>

<file path=ppt/activeX/_rels/activeX33.xml.rels><?xml version="1.0" encoding="UTF-8" standalone="yes"?>
<Relationships xmlns="http://schemas.openxmlformats.org/package/2006/relationships"><Relationship Id="rId1" Type="http://schemas.microsoft.com/office/2006/relationships/activeXControlBinary" Target="activeX33.bin"/></Relationships>
</file>

<file path=ppt/activeX/_rels/activeX34.xml.rels><?xml version="1.0" encoding="UTF-8" standalone="yes"?>
<Relationships xmlns="http://schemas.openxmlformats.org/package/2006/relationships"><Relationship Id="rId1" Type="http://schemas.microsoft.com/office/2006/relationships/activeXControlBinary" Target="activeX34.bin"/></Relationships>
</file>

<file path=ppt/activeX/_rels/activeX35.xml.rels><?xml version="1.0" encoding="UTF-8" standalone="yes"?>
<Relationships xmlns="http://schemas.openxmlformats.org/package/2006/relationships"><Relationship Id="rId1" Type="http://schemas.microsoft.com/office/2006/relationships/activeXControlBinary" Target="activeX35.bin"/></Relationships>
</file>

<file path=ppt/activeX/_rels/activeX36.xml.rels><?xml version="1.0" encoding="UTF-8" standalone="yes"?>
<Relationships xmlns="http://schemas.openxmlformats.org/package/2006/relationships"><Relationship Id="rId1" Type="http://schemas.microsoft.com/office/2006/relationships/activeXControlBinary" Target="activeX36.bin"/></Relationships>
</file>

<file path=ppt/activeX/_rels/activeX37.xml.rels><?xml version="1.0" encoding="UTF-8" standalone="yes"?>
<Relationships xmlns="http://schemas.openxmlformats.org/package/2006/relationships"><Relationship Id="rId1" Type="http://schemas.microsoft.com/office/2006/relationships/activeXControlBinary" Target="activeX37.bin"/></Relationships>
</file>

<file path=ppt/activeX/_rels/activeX38.xml.rels><?xml version="1.0" encoding="UTF-8" standalone="yes"?>
<Relationships xmlns="http://schemas.openxmlformats.org/package/2006/relationships"><Relationship Id="rId1" Type="http://schemas.microsoft.com/office/2006/relationships/activeXControlBinary" Target="activeX38.bin"/></Relationships>
</file>

<file path=ppt/activeX/_rels/activeX39.xml.rels><?xml version="1.0" encoding="UTF-8" standalone="yes"?>
<Relationships xmlns="http://schemas.openxmlformats.org/package/2006/relationships"><Relationship Id="rId1" Type="http://schemas.microsoft.com/office/2006/relationships/activeXControlBinary" Target="activeX39.bin"/></Relationships>
</file>

<file path=ppt/activeX/_rels/activeX40.xml.rels><?xml version="1.0" encoding="UTF-8" standalone="yes"?>
<Relationships xmlns="http://schemas.openxmlformats.org/package/2006/relationships"><Relationship Id="rId1" Type="http://schemas.microsoft.com/office/2006/relationships/activeXControlBinary" Target="activeX40.bin"/></Relationships>
</file>

<file path=ppt/activeX/_rels/activeX41.xml.rels><?xml version="1.0" encoding="UTF-8" standalone="yes"?>
<Relationships xmlns="http://schemas.openxmlformats.org/package/2006/relationships"><Relationship Id="rId1" Type="http://schemas.microsoft.com/office/2006/relationships/activeXControlBinary" Target="activeX41.bin"/></Relationships>
</file>

<file path=ppt/activeX/_rels/activeX42.xml.rels><?xml version="1.0" encoding="UTF-8" standalone="yes"?>
<Relationships xmlns="http://schemas.openxmlformats.org/package/2006/relationships"><Relationship Id="rId1" Type="http://schemas.microsoft.com/office/2006/relationships/activeXControlBinary" Target="activeX42.bin"/></Relationships>
</file>

<file path=ppt/activeX/_rels/activeX43.xml.rels><?xml version="1.0" encoding="UTF-8" standalone="yes"?>
<Relationships xmlns="http://schemas.openxmlformats.org/package/2006/relationships"><Relationship Id="rId1" Type="http://schemas.microsoft.com/office/2006/relationships/activeXControlBinary" Target="activeX43.bin"/></Relationships>
</file>

<file path=ppt/activeX/_rels/activeX44.xml.rels><?xml version="1.0" encoding="UTF-8" standalone="yes"?>
<Relationships xmlns="http://schemas.openxmlformats.org/package/2006/relationships"><Relationship Id="rId1" Type="http://schemas.microsoft.com/office/2006/relationships/activeXControlBinary" Target="activeX44.bin"/></Relationships>
</file>

<file path=ppt/activeX/_rels/activeX45.xml.rels><?xml version="1.0" encoding="UTF-8" standalone="yes"?>
<Relationships xmlns="http://schemas.openxmlformats.org/package/2006/relationships"><Relationship Id="rId1" Type="http://schemas.microsoft.com/office/2006/relationships/activeXControlBinary" Target="activeX45.bin"/></Relationships>
</file>

<file path=ppt/activeX/_rels/activeX46.xml.rels><?xml version="1.0" encoding="UTF-8" standalone="yes"?>
<Relationships xmlns="http://schemas.openxmlformats.org/package/2006/relationships"><Relationship Id="rId1" Type="http://schemas.microsoft.com/office/2006/relationships/activeXControlBinary" Target="activeX46.bin"/></Relationships>
</file>

<file path=ppt/activeX/_rels/activeX47.xml.rels><?xml version="1.0" encoding="UTF-8" standalone="yes"?>
<Relationships xmlns="http://schemas.openxmlformats.org/package/2006/relationships"><Relationship Id="rId1" Type="http://schemas.microsoft.com/office/2006/relationships/activeXControlBinary" Target="activeX47.bin"/></Relationships>
</file>

<file path=ppt/activeX/_rels/activeX48.xml.rels><?xml version="1.0" encoding="UTF-8" standalone="yes"?>
<Relationships xmlns="http://schemas.openxmlformats.org/package/2006/relationships"><Relationship Id="rId1" Type="http://schemas.microsoft.com/office/2006/relationships/activeXControlBinary" Target="activeX48.bin"/></Relationships>
</file>

<file path=ppt/activeX/_rels/activeX49.xml.rels><?xml version="1.0" encoding="UTF-8" standalone="yes"?>
<Relationships xmlns="http://schemas.openxmlformats.org/package/2006/relationships"><Relationship Id="rId1" Type="http://schemas.microsoft.com/office/2006/relationships/activeXControlBinary" Target="activeX49.bin"/></Relationships>
</file>

<file path=ppt/activeX/_rels/activeX50.xml.rels><?xml version="1.0" encoding="UTF-8" standalone="yes"?>
<Relationships xmlns="http://schemas.openxmlformats.org/package/2006/relationships"><Relationship Id="rId1" Type="http://schemas.microsoft.com/office/2006/relationships/activeXControlBinary" Target="activeX50.bin"/></Relationships>
</file>

<file path=ppt/activeX/_rels/activeX51.xml.rels><?xml version="1.0" encoding="UTF-8" standalone="yes"?>
<Relationships xmlns="http://schemas.openxmlformats.org/package/2006/relationships"><Relationship Id="rId1" Type="http://schemas.microsoft.com/office/2006/relationships/activeXControlBinary" Target="activeX51.bin"/></Relationships>
</file>

<file path=ppt/activeX/_rels/activeX52.xml.rels><?xml version="1.0" encoding="UTF-8" standalone="yes"?>
<Relationships xmlns="http://schemas.openxmlformats.org/package/2006/relationships"><Relationship Id="rId1" Type="http://schemas.microsoft.com/office/2006/relationships/activeXControlBinary" Target="activeX52.bin"/></Relationships>
</file>

<file path=ppt/activeX/_rels/activeX53.xml.rels><?xml version="1.0" encoding="UTF-8" standalone="yes"?>
<Relationships xmlns="http://schemas.openxmlformats.org/package/2006/relationships"><Relationship Id="rId1" Type="http://schemas.microsoft.com/office/2006/relationships/activeXControlBinary" Target="activeX53.bin"/></Relationships>
</file>

<file path=ppt/activeX/_rels/activeX54.xml.rels><?xml version="1.0" encoding="UTF-8" standalone="yes"?>
<Relationships xmlns="http://schemas.openxmlformats.org/package/2006/relationships"><Relationship Id="rId1" Type="http://schemas.microsoft.com/office/2006/relationships/activeXControlBinary" Target="activeX54.bin"/></Relationships>
</file>

<file path=ppt/activeX/_rels/activeX55.xml.rels><?xml version="1.0" encoding="UTF-8" standalone="yes"?>
<Relationships xmlns="http://schemas.openxmlformats.org/package/2006/relationships"><Relationship Id="rId1" Type="http://schemas.microsoft.com/office/2006/relationships/activeXControlBinary" Target="activeX55.bin"/></Relationships>
</file>

<file path=ppt/activeX/_rels/activeX56.xml.rels><?xml version="1.0" encoding="UTF-8" standalone="yes"?>
<Relationships xmlns="http://schemas.openxmlformats.org/package/2006/relationships"><Relationship Id="rId1" Type="http://schemas.microsoft.com/office/2006/relationships/activeXControlBinary" Target="activeX56.bin"/></Relationships>
</file>

<file path=ppt/activeX/_rels/activeX57.xml.rels><?xml version="1.0" encoding="UTF-8" standalone="yes"?>
<Relationships xmlns="http://schemas.openxmlformats.org/package/2006/relationships"><Relationship Id="rId1" Type="http://schemas.microsoft.com/office/2006/relationships/activeXControlBinary" Target="activeX57.bin"/></Relationships>
</file>

<file path=ppt/activeX/_rels/activeX58.xml.rels><?xml version="1.0" encoding="UTF-8" standalone="yes"?>
<Relationships xmlns="http://schemas.openxmlformats.org/package/2006/relationships"><Relationship Id="rId1" Type="http://schemas.microsoft.com/office/2006/relationships/activeXControlBinary" Target="activeX58.bin"/></Relationships>
</file>

<file path=ppt/activeX/_rels/activeX59.xml.rels><?xml version="1.0" encoding="UTF-8" standalone="yes"?>
<Relationships xmlns="http://schemas.openxmlformats.org/package/2006/relationships"><Relationship Id="rId1" Type="http://schemas.microsoft.com/office/2006/relationships/activeXControlBinary" Target="activeX59.bin"/></Relationships>
</file>

<file path=ppt/activeX/_rels/activeX60.xml.rels><?xml version="1.0" encoding="UTF-8" standalone="yes"?>
<Relationships xmlns="http://schemas.openxmlformats.org/package/2006/relationships"><Relationship Id="rId1" Type="http://schemas.microsoft.com/office/2006/relationships/activeXControlBinary" Target="activeX60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F2672-95BF-42F9-B4D2-6B38C136AE46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82073-58E5-42B1-BBFF-A32FD657C05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771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4628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2563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1731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18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5238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8229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89742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8275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8450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9538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413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313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5776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629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56649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5862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5034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436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00013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0376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2763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839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721182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48995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6441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95074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156239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22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84662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82073-58E5-42B1-BBFF-A32FD657C05D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5027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244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569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187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383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5318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318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777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660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148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008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733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FAB96-1FE9-4AA2-8565-EE3A66D52C4F}" type="datetimeFigureOut">
              <a:rPr lang="es-MX" smtClean="0"/>
              <a:t>29/09/2020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B0744-6539-42BA-BE39-14AE6B9B405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9087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2.xml"/><Relationship Id="rId7" Type="http://schemas.openxmlformats.org/officeDocument/2006/relationships/audio" Target="../media/audio2.wav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4.xml"/><Relationship Id="rId7" Type="http://schemas.openxmlformats.org/officeDocument/2006/relationships/audio" Target="../media/audio2.wav"/><Relationship Id="rId2" Type="http://schemas.openxmlformats.org/officeDocument/2006/relationships/control" Target="../activeX/activeX3.xml"/><Relationship Id="rId1" Type="http://schemas.openxmlformats.org/officeDocument/2006/relationships/vmlDrawing" Target="../drawings/vmlDrawing2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6.xml"/><Relationship Id="rId7" Type="http://schemas.openxmlformats.org/officeDocument/2006/relationships/audio" Target="../media/audio2.wav"/><Relationship Id="rId2" Type="http://schemas.openxmlformats.org/officeDocument/2006/relationships/control" Target="../activeX/activeX5.xml"/><Relationship Id="rId1" Type="http://schemas.openxmlformats.org/officeDocument/2006/relationships/vmlDrawing" Target="../drawings/vmlDrawing3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8.xml"/><Relationship Id="rId7" Type="http://schemas.openxmlformats.org/officeDocument/2006/relationships/audio" Target="../media/audio2.wav"/><Relationship Id="rId2" Type="http://schemas.openxmlformats.org/officeDocument/2006/relationships/control" Target="../activeX/activeX7.xml"/><Relationship Id="rId1" Type="http://schemas.openxmlformats.org/officeDocument/2006/relationships/vmlDrawing" Target="../drawings/vmlDrawing4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10.xml"/><Relationship Id="rId7" Type="http://schemas.openxmlformats.org/officeDocument/2006/relationships/audio" Target="../media/audio2.wav"/><Relationship Id="rId2" Type="http://schemas.openxmlformats.org/officeDocument/2006/relationships/control" Target="../activeX/activeX9.xml"/><Relationship Id="rId1" Type="http://schemas.openxmlformats.org/officeDocument/2006/relationships/vmlDrawing" Target="../drawings/vmlDrawing5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12.xml"/><Relationship Id="rId7" Type="http://schemas.openxmlformats.org/officeDocument/2006/relationships/audio" Target="../media/audio2.wav"/><Relationship Id="rId2" Type="http://schemas.openxmlformats.org/officeDocument/2006/relationships/control" Target="../activeX/activeX11.xml"/><Relationship Id="rId1" Type="http://schemas.openxmlformats.org/officeDocument/2006/relationships/vmlDrawing" Target="../drawings/vmlDrawing6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14.xml"/><Relationship Id="rId7" Type="http://schemas.openxmlformats.org/officeDocument/2006/relationships/audio" Target="../media/audio2.wav"/><Relationship Id="rId2" Type="http://schemas.openxmlformats.org/officeDocument/2006/relationships/control" Target="../activeX/activeX13.xml"/><Relationship Id="rId1" Type="http://schemas.openxmlformats.org/officeDocument/2006/relationships/vmlDrawing" Target="../drawings/vmlDrawing7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16.xml"/><Relationship Id="rId7" Type="http://schemas.openxmlformats.org/officeDocument/2006/relationships/audio" Target="../media/audio2.wav"/><Relationship Id="rId2" Type="http://schemas.openxmlformats.org/officeDocument/2006/relationships/control" Target="../activeX/activeX15.xml"/><Relationship Id="rId1" Type="http://schemas.openxmlformats.org/officeDocument/2006/relationships/vmlDrawing" Target="../drawings/vmlDrawing8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18.xml"/><Relationship Id="rId7" Type="http://schemas.openxmlformats.org/officeDocument/2006/relationships/audio" Target="../media/audio2.wav"/><Relationship Id="rId2" Type="http://schemas.openxmlformats.org/officeDocument/2006/relationships/control" Target="../activeX/activeX17.xml"/><Relationship Id="rId1" Type="http://schemas.openxmlformats.org/officeDocument/2006/relationships/vmlDrawing" Target="../drawings/vmlDrawing9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20.xml"/><Relationship Id="rId7" Type="http://schemas.openxmlformats.org/officeDocument/2006/relationships/audio" Target="../media/audio2.wav"/><Relationship Id="rId2" Type="http://schemas.openxmlformats.org/officeDocument/2006/relationships/control" Target="../activeX/activeX19.xml"/><Relationship Id="rId1" Type="http://schemas.openxmlformats.org/officeDocument/2006/relationships/vmlDrawing" Target="../drawings/vmlDrawing10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22.xml"/><Relationship Id="rId7" Type="http://schemas.openxmlformats.org/officeDocument/2006/relationships/audio" Target="../media/audio2.wav"/><Relationship Id="rId2" Type="http://schemas.openxmlformats.org/officeDocument/2006/relationships/control" Target="../activeX/activeX21.xml"/><Relationship Id="rId1" Type="http://schemas.openxmlformats.org/officeDocument/2006/relationships/vmlDrawing" Target="../drawings/vmlDrawing11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1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24.xml"/><Relationship Id="rId7" Type="http://schemas.openxmlformats.org/officeDocument/2006/relationships/audio" Target="../media/audio2.wav"/><Relationship Id="rId2" Type="http://schemas.openxmlformats.org/officeDocument/2006/relationships/control" Target="../activeX/activeX23.xml"/><Relationship Id="rId1" Type="http://schemas.openxmlformats.org/officeDocument/2006/relationships/vmlDrawing" Target="../drawings/vmlDrawing12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2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26.xml"/><Relationship Id="rId7" Type="http://schemas.openxmlformats.org/officeDocument/2006/relationships/audio" Target="../media/audio2.wav"/><Relationship Id="rId2" Type="http://schemas.openxmlformats.org/officeDocument/2006/relationships/control" Target="../activeX/activeX25.xml"/><Relationship Id="rId1" Type="http://schemas.openxmlformats.org/officeDocument/2006/relationships/vmlDrawing" Target="../drawings/vmlDrawing13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28.xml"/><Relationship Id="rId7" Type="http://schemas.openxmlformats.org/officeDocument/2006/relationships/audio" Target="../media/audio2.wav"/><Relationship Id="rId2" Type="http://schemas.openxmlformats.org/officeDocument/2006/relationships/control" Target="../activeX/activeX27.xml"/><Relationship Id="rId1" Type="http://schemas.openxmlformats.org/officeDocument/2006/relationships/vmlDrawing" Target="../drawings/vmlDrawing14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4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30.xml"/><Relationship Id="rId7" Type="http://schemas.openxmlformats.org/officeDocument/2006/relationships/audio" Target="../media/audio2.wav"/><Relationship Id="rId2" Type="http://schemas.openxmlformats.org/officeDocument/2006/relationships/control" Target="../activeX/activeX29.xml"/><Relationship Id="rId1" Type="http://schemas.openxmlformats.org/officeDocument/2006/relationships/vmlDrawing" Target="../drawings/vmlDrawing15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32.xml"/><Relationship Id="rId7" Type="http://schemas.openxmlformats.org/officeDocument/2006/relationships/audio" Target="../media/audio2.wav"/><Relationship Id="rId2" Type="http://schemas.openxmlformats.org/officeDocument/2006/relationships/control" Target="../activeX/activeX31.xml"/><Relationship Id="rId1" Type="http://schemas.openxmlformats.org/officeDocument/2006/relationships/vmlDrawing" Target="../drawings/vmlDrawing16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6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34.xml"/><Relationship Id="rId7" Type="http://schemas.openxmlformats.org/officeDocument/2006/relationships/audio" Target="../media/audio2.wav"/><Relationship Id="rId2" Type="http://schemas.openxmlformats.org/officeDocument/2006/relationships/control" Target="../activeX/activeX33.xml"/><Relationship Id="rId1" Type="http://schemas.openxmlformats.org/officeDocument/2006/relationships/vmlDrawing" Target="../drawings/vmlDrawing17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36.xml"/><Relationship Id="rId7" Type="http://schemas.openxmlformats.org/officeDocument/2006/relationships/audio" Target="../media/audio2.wav"/><Relationship Id="rId2" Type="http://schemas.openxmlformats.org/officeDocument/2006/relationships/control" Target="../activeX/activeX35.xml"/><Relationship Id="rId1" Type="http://schemas.openxmlformats.org/officeDocument/2006/relationships/vmlDrawing" Target="../drawings/vmlDrawing18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8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38.xml"/><Relationship Id="rId7" Type="http://schemas.openxmlformats.org/officeDocument/2006/relationships/audio" Target="../media/audio2.wav"/><Relationship Id="rId2" Type="http://schemas.openxmlformats.org/officeDocument/2006/relationships/control" Target="../activeX/activeX37.xml"/><Relationship Id="rId1" Type="http://schemas.openxmlformats.org/officeDocument/2006/relationships/vmlDrawing" Target="../drawings/vmlDrawing19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19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40.xml"/><Relationship Id="rId7" Type="http://schemas.openxmlformats.org/officeDocument/2006/relationships/audio" Target="../media/audio2.wav"/><Relationship Id="rId2" Type="http://schemas.openxmlformats.org/officeDocument/2006/relationships/control" Target="../activeX/activeX39.xml"/><Relationship Id="rId1" Type="http://schemas.openxmlformats.org/officeDocument/2006/relationships/vmlDrawing" Target="../drawings/vmlDrawing20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0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42.xml"/><Relationship Id="rId7" Type="http://schemas.openxmlformats.org/officeDocument/2006/relationships/audio" Target="../media/audio2.wav"/><Relationship Id="rId2" Type="http://schemas.openxmlformats.org/officeDocument/2006/relationships/control" Target="../activeX/activeX41.xml"/><Relationship Id="rId1" Type="http://schemas.openxmlformats.org/officeDocument/2006/relationships/vmlDrawing" Target="../drawings/vmlDrawing21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1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44.xml"/><Relationship Id="rId7" Type="http://schemas.openxmlformats.org/officeDocument/2006/relationships/audio" Target="../media/audio2.wav"/><Relationship Id="rId2" Type="http://schemas.openxmlformats.org/officeDocument/2006/relationships/control" Target="../activeX/activeX43.xml"/><Relationship Id="rId1" Type="http://schemas.openxmlformats.org/officeDocument/2006/relationships/vmlDrawing" Target="../drawings/vmlDrawing22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2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46.xml"/><Relationship Id="rId7" Type="http://schemas.openxmlformats.org/officeDocument/2006/relationships/audio" Target="../media/audio2.wav"/><Relationship Id="rId2" Type="http://schemas.openxmlformats.org/officeDocument/2006/relationships/control" Target="../activeX/activeX45.xml"/><Relationship Id="rId1" Type="http://schemas.openxmlformats.org/officeDocument/2006/relationships/vmlDrawing" Target="../drawings/vmlDrawing23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3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48.xml"/><Relationship Id="rId7" Type="http://schemas.openxmlformats.org/officeDocument/2006/relationships/audio" Target="../media/audio2.wav"/><Relationship Id="rId2" Type="http://schemas.openxmlformats.org/officeDocument/2006/relationships/control" Target="../activeX/activeX47.xml"/><Relationship Id="rId1" Type="http://schemas.openxmlformats.org/officeDocument/2006/relationships/vmlDrawing" Target="../drawings/vmlDrawing24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4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50.xml"/><Relationship Id="rId7" Type="http://schemas.openxmlformats.org/officeDocument/2006/relationships/audio" Target="../media/audio2.wav"/><Relationship Id="rId2" Type="http://schemas.openxmlformats.org/officeDocument/2006/relationships/control" Target="../activeX/activeX49.xml"/><Relationship Id="rId1" Type="http://schemas.openxmlformats.org/officeDocument/2006/relationships/vmlDrawing" Target="../drawings/vmlDrawing25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5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52.xml"/><Relationship Id="rId7" Type="http://schemas.openxmlformats.org/officeDocument/2006/relationships/audio" Target="../media/audio2.wav"/><Relationship Id="rId2" Type="http://schemas.openxmlformats.org/officeDocument/2006/relationships/control" Target="../activeX/activeX51.xml"/><Relationship Id="rId1" Type="http://schemas.openxmlformats.org/officeDocument/2006/relationships/vmlDrawing" Target="../drawings/vmlDrawing26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6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54.xml"/><Relationship Id="rId7" Type="http://schemas.openxmlformats.org/officeDocument/2006/relationships/audio" Target="../media/audio2.wav"/><Relationship Id="rId2" Type="http://schemas.openxmlformats.org/officeDocument/2006/relationships/control" Target="../activeX/activeX53.xml"/><Relationship Id="rId1" Type="http://schemas.openxmlformats.org/officeDocument/2006/relationships/vmlDrawing" Target="../drawings/vmlDrawing27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7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56.xml"/><Relationship Id="rId7" Type="http://schemas.openxmlformats.org/officeDocument/2006/relationships/audio" Target="../media/audio2.wav"/><Relationship Id="rId2" Type="http://schemas.openxmlformats.org/officeDocument/2006/relationships/control" Target="../activeX/activeX55.xml"/><Relationship Id="rId1" Type="http://schemas.openxmlformats.org/officeDocument/2006/relationships/vmlDrawing" Target="../drawings/vmlDrawing28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8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58.xml"/><Relationship Id="rId7" Type="http://schemas.openxmlformats.org/officeDocument/2006/relationships/audio" Target="../media/audio2.wav"/><Relationship Id="rId2" Type="http://schemas.openxmlformats.org/officeDocument/2006/relationships/control" Target="../activeX/activeX57.xml"/><Relationship Id="rId1" Type="http://schemas.openxmlformats.org/officeDocument/2006/relationships/vmlDrawing" Target="../drawings/vmlDrawing29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29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audio" Target="../media/audio3.wav"/><Relationship Id="rId3" Type="http://schemas.openxmlformats.org/officeDocument/2006/relationships/control" Target="../activeX/activeX60.xml"/><Relationship Id="rId7" Type="http://schemas.openxmlformats.org/officeDocument/2006/relationships/audio" Target="../media/audio2.wav"/><Relationship Id="rId2" Type="http://schemas.openxmlformats.org/officeDocument/2006/relationships/control" Target="../activeX/activeX59.xml"/><Relationship Id="rId1" Type="http://schemas.openxmlformats.org/officeDocument/2006/relationships/vmlDrawing" Target="../drawings/vmlDrawing30.vml"/><Relationship Id="rId6" Type="http://schemas.openxmlformats.org/officeDocument/2006/relationships/audio" Target="../media/audio1.wav"/><Relationship Id="rId5" Type="http://schemas.openxmlformats.org/officeDocument/2006/relationships/notesSlide" Target="../notesSlides/notesSlide30.xml"/><Relationship Id="rId10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71077C-855E-4DF0-BC18-6E30D85FB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00" y="1021283"/>
            <a:ext cx="5678199" cy="481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Inicio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Desarrollo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95731" y="3071645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Personajes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Título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las características de un cuento…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45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45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70061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Equilátero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Isósceles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Escaleno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Acutángulo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Obtusángulo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los tipos de triángulos que hay…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756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56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38716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Olmecas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Mayas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Teotihuacanos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Mixtecos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Zapotecas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57289" y="403707"/>
            <a:ext cx="9777807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los principales pueblos mesoamericanos…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4882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4883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95429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Cuerpo de la noticia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Epígrafe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Titular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Entradilla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Fotografía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las partes de la noticia?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450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450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20353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Título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Escala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Rosa de los vientos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Simbología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Proyecciones cartográficas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61495" y="401758"/>
            <a:ext cx="9816620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¿Cuáles son los elementos de un mapa?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998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998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02225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Terremoto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Tsunami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Incendio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Erupción volcánica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Huracán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61495" y="401758"/>
            <a:ext cx="9816620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Menciona los principales desastres naturales…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100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100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62485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Rimas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Estrofas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Versos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Título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Autor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las características de un poema…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552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552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74718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10 x 5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40 + 10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60 - 10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100 - 50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25 + 25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diferentes formas de dar como resultado 50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1638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1639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23619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Recto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Obtuso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Llano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Agudo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Cóncavo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los tipos de ángulos que hay…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8576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8577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42326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Gusto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Vista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Tacto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Olfato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Oído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los 5 sentidos?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4696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4697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71603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Cubo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Prisma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Cilindro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Pirámide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Cono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los cuerpos geométricos más comunes?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618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19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68186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Digestivo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Respiratorio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Óseo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Muscular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Circulatorio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los aparatos y sistemas del cuerpo humano?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571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571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39390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Bosque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Selva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Desierto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Pastizal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Acuático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los principales ecosistemas…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673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73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04694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Flor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Hoja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Tallo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Fruto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Raíz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las partes de la planta…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775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775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699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Cuento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Novela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83529" y="3014308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Leyenda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Poema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Fábula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¿ Cuáles son </a:t>
            </a:r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los géneros literarios más comunes?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9416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9417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68543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Portada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Páginas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83529" y="3014308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Contraportada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Lomo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Título o Autor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¿ Cuáles son las partes de un libro?</a:t>
            </a: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8392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8393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97966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La luz del Sol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La tierra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El aire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El agua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La temperatura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los factores abióticos…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183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183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57820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Sólido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Líquido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Gaseoso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Plasma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los estados de la materia?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2852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2853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68798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63" grpId="0" animBg="1"/>
      <p:bldP spid="6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Miguel Hidalgo y Costilla</a:t>
            </a: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José María Morelos y Pavón </a:t>
            </a:r>
          </a:p>
        </p:txBody>
      </p:sp>
      <p:sp>
        <p:nvSpPr>
          <p:cNvPr id="49" name="CuadroTexto 48"/>
          <p:cNvSpPr txBox="1"/>
          <p:nvPr/>
        </p:nvSpPr>
        <p:spPr>
          <a:xfrm>
            <a:off x="2283529" y="3084792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Vicente Guerrero</a:t>
            </a: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Josefa Ortiz de Domínguez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Ignacio Allende</a:t>
            </a: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los héroes de la Independencia de México?</a:t>
            </a: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267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268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06977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Círculo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Cuadrado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Triángulo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Rectángulo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Rombo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¿Cuáles son las figuras geométricas más comunes?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9598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9599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0201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Lugar y fecha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Destinatario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83529" y="3014308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Saludo o cuerpo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Despedida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8843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Nombre o firma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83482" y="403707"/>
            <a:ext cx="9839325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las partes de la carta…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2476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2477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69541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Petróleo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Carbón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Gas natural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Oro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Energía nuclear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57289" y="403707"/>
            <a:ext cx="9777807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Menciona los recursos naturales NO renovables…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794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794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82544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Jaguar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Ajolote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Vaquita marina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Lobo mexicano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Tortuga caguama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61495" y="401758"/>
            <a:ext cx="9816620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s-MX" sz="3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rincipales animales en peligro de extinción en México…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896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896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78595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Francisco Villa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Emiliano Zapata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Porfirio Díaz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Francisco I. Madero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Venustiano Carranza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814388" y="403707"/>
            <a:ext cx="10472737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Menciona personajes importantes de la Revolución Mexicana…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590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3590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97507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</a:t>
            </a:r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la educación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 la salud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 una familia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 tener un nombre propio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</a:t>
            </a:r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la protección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61495" y="401758"/>
            <a:ext cx="9816620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Menciona algunos </a:t>
            </a:r>
            <a:r>
              <a:rPr lang="es-MX" sz="3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</a:t>
            </a:r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erechos de los niños…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202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202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06116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Sol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Planetas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Asteroides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Cometas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Satélites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61495" y="401758"/>
            <a:ext cx="9816620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El Sistema Solar está conformado por…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3038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3039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11531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50 + 50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200 - 100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10 x 10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90 + 10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110 - 10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61495" y="401758"/>
            <a:ext cx="9816620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Menciona diferentes formas de dar como resultado 100… 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405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405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5552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Ciudad de México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Veracruz 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Jalisco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Puebla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Guanajuato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71575" y="401758"/>
            <a:ext cx="9763522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¿Cuáles son las Estados más poblados de México?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5070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5071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02846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Náhuatl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Maya  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Mixteco 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Tzelzal</a:t>
            </a:r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Zapoteco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71575" y="401758"/>
            <a:ext cx="9763522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¿Cuáles son las lenguas indígenas más habladas en México?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6094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095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260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171450" y="342900"/>
            <a:ext cx="11991974" cy="5629275"/>
            <a:chOff x="171450" y="528638"/>
            <a:chExt cx="11991974" cy="5443537"/>
          </a:xfrm>
        </p:grpSpPr>
        <p:sp>
          <p:nvSpPr>
            <p:cNvPr id="24" name="Elipse 23"/>
            <p:cNvSpPr/>
            <p:nvPr/>
          </p:nvSpPr>
          <p:spPr>
            <a:xfrm>
              <a:off x="171450" y="1228726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5" name="Elipse 24"/>
            <p:cNvSpPr/>
            <p:nvPr/>
          </p:nvSpPr>
          <p:spPr>
            <a:xfrm>
              <a:off x="9998868" y="1228725"/>
              <a:ext cx="2100263" cy="190023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35743" y="528638"/>
              <a:ext cx="11927681" cy="5443537"/>
              <a:chOff x="252413" y="528638"/>
              <a:chExt cx="11927681" cy="5443537"/>
            </a:xfrm>
          </p:grpSpPr>
          <p:sp>
            <p:nvSpPr>
              <p:cNvPr id="23" name="Rectángulo 22"/>
              <p:cNvSpPr/>
              <p:nvPr/>
            </p:nvSpPr>
            <p:spPr>
              <a:xfrm>
                <a:off x="1042988" y="528638"/>
                <a:ext cx="10086975" cy="544353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7" name="Elipse 26"/>
              <p:cNvSpPr/>
              <p:nvPr/>
            </p:nvSpPr>
            <p:spPr>
              <a:xfrm>
                <a:off x="252413" y="1228726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8" name="Elipse 27"/>
              <p:cNvSpPr/>
              <p:nvPr/>
            </p:nvSpPr>
            <p:spPr>
              <a:xfrm>
                <a:off x="10079831" y="1228725"/>
                <a:ext cx="2100263" cy="190023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31" name="Elipse 30"/>
            <p:cNvSpPr/>
            <p:nvPr/>
          </p:nvSpPr>
          <p:spPr>
            <a:xfrm>
              <a:off x="264319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10288304" y="1278843"/>
              <a:ext cx="1800000" cy="180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Elipse 34"/>
            <p:cNvSpPr/>
            <p:nvPr/>
          </p:nvSpPr>
          <p:spPr>
            <a:xfrm rot="5400000">
              <a:off x="348323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Elipse 37"/>
            <p:cNvSpPr/>
            <p:nvPr/>
          </p:nvSpPr>
          <p:spPr>
            <a:xfrm rot="16200000">
              <a:off x="10377927" y="1368843"/>
              <a:ext cx="1620000" cy="1620000"/>
            </a:xfrm>
            <a:prstGeom prst="ellipse">
              <a:avLst/>
            </a:prstGeom>
            <a:gradFill>
              <a:gsLst>
                <a:gs pos="20000">
                  <a:schemeClr val="tx1"/>
                </a:gs>
                <a:gs pos="88000">
                  <a:schemeClr val="accent1">
                    <a:lumMod val="75000"/>
                  </a:schemeClr>
                </a:gs>
                <a:gs pos="0">
                  <a:schemeClr val="tx1"/>
                </a:gs>
                <a:gs pos="75000">
                  <a:schemeClr val="accent1">
                    <a:lumMod val="7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1" name="Rectángulo 40"/>
          <p:cNvSpPr/>
          <p:nvPr/>
        </p:nvSpPr>
        <p:spPr>
          <a:xfrm>
            <a:off x="1657352" y="1185861"/>
            <a:ext cx="8763439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/>
          <p:cNvSpPr/>
          <p:nvPr/>
        </p:nvSpPr>
        <p:spPr>
          <a:xfrm>
            <a:off x="1771209" y="1269727"/>
            <a:ext cx="8488079" cy="41789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CuadroTexto 42"/>
          <p:cNvSpPr txBox="1"/>
          <p:nvPr/>
        </p:nvSpPr>
        <p:spPr>
          <a:xfrm>
            <a:off x="1800225" y="1428747"/>
            <a:ext cx="67865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0838301" y="1709819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582313" y="1728195"/>
            <a:ext cx="900000" cy="90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CuadroTexto 46"/>
          <p:cNvSpPr txBox="1"/>
          <p:nvPr/>
        </p:nvSpPr>
        <p:spPr>
          <a:xfrm>
            <a:off x="2261654" y="1611619"/>
            <a:ext cx="801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Día de Muertos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259982" y="2335807"/>
            <a:ext cx="802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Navidad   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271712" y="3099904"/>
            <a:ext cx="799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Grito de Independencia      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59229" y="3792293"/>
            <a:ext cx="802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Rosca de Reyes        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71712" y="4491797"/>
            <a:ext cx="80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</a:t>
            </a:r>
            <a:r>
              <a:rPr lang="es-MX" sz="3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ía de la Virgen  </a:t>
            </a:r>
            <a:endParaRPr lang="es-MX" sz="3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1171575" y="401758"/>
            <a:ext cx="9763522" cy="654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Menciona las principales tradiciones celebradas en México</a:t>
            </a:r>
            <a:endParaRPr lang="es-MX" sz="3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ángulo 53"/>
          <p:cNvSpPr/>
          <p:nvPr/>
        </p:nvSpPr>
        <p:spPr>
          <a:xfrm>
            <a:off x="1044675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571924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120006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694879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3269752" y="6334621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</a:p>
        </p:txBody>
      </p:sp>
      <p:sp>
        <p:nvSpPr>
          <p:cNvPr id="59" name="Y 58"/>
          <p:cNvSpPr/>
          <p:nvPr/>
        </p:nvSpPr>
        <p:spPr>
          <a:xfrm>
            <a:off x="4900612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Y 59"/>
          <p:cNvSpPr/>
          <p:nvPr/>
        </p:nvSpPr>
        <p:spPr>
          <a:xfrm>
            <a:off x="5515653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Y 60"/>
          <p:cNvSpPr/>
          <p:nvPr/>
        </p:nvSpPr>
        <p:spPr>
          <a:xfrm>
            <a:off x="6130694" y="6334621"/>
            <a:ext cx="432000" cy="432000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Multiplicar 62"/>
          <p:cNvSpPr/>
          <p:nvPr/>
        </p:nvSpPr>
        <p:spPr>
          <a:xfrm>
            <a:off x="8491270" y="3767789"/>
            <a:ext cx="2232616" cy="22920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7" name="Grupo 66"/>
          <p:cNvGrpSpPr/>
          <p:nvPr/>
        </p:nvGrpSpPr>
        <p:grpSpPr>
          <a:xfrm>
            <a:off x="7518494" y="3682669"/>
            <a:ext cx="3888234" cy="2313161"/>
            <a:chOff x="-3269972" y="1029254"/>
            <a:chExt cx="3888234" cy="2313161"/>
          </a:xfrm>
        </p:grpSpPr>
        <p:sp>
          <p:nvSpPr>
            <p:cNvPr id="64" name="Multiplicar 63"/>
            <p:cNvSpPr/>
            <p:nvPr/>
          </p:nvSpPr>
          <p:spPr>
            <a:xfrm>
              <a:off x="-3269972" y="1050372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6" name="Multiplicar 65"/>
            <p:cNvSpPr/>
            <p:nvPr/>
          </p:nvSpPr>
          <p:spPr>
            <a:xfrm>
              <a:off x="-1614354" y="1029254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6696967" y="3740419"/>
            <a:ext cx="5560702" cy="2298914"/>
            <a:chOff x="-2544608" y="-2372056"/>
            <a:chExt cx="5560702" cy="2298914"/>
          </a:xfrm>
        </p:grpSpPr>
        <p:sp>
          <p:nvSpPr>
            <p:cNvPr id="65" name="Multiplicar 64"/>
            <p:cNvSpPr/>
            <p:nvPr/>
          </p:nvSpPr>
          <p:spPr>
            <a:xfrm>
              <a:off x="-2544608" y="-2372056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8" name="Multiplicar 67"/>
            <p:cNvSpPr/>
            <p:nvPr/>
          </p:nvSpPr>
          <p:spPr>
            <a:xfrm>
              <a:off x="-880565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69" name="Multiplicar 68"/>
            <p:cNvSpPr/>
            <p:nvPr/>
          </p:nvSpPr>
          <p:spPr>
            <a:xfrm>
              <a:off x="783478" y="-2365185"/>
              <a:ext cx="2232616" cy="229204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5949F9A-F61C-445C-83B2-F32E46DABB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88" y="6141297"/>
            <a:ext cx="588542" cy="5894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C55CDE-BEB2-4122-8500-4CB6DB7BE611}"/>
              </a:ext>
            </a:extLst>
          </p:cNvPr>
          <p:cNvSpPr txBox="1"/>
          <p:nvPr/>
        </p:nvSpPr>
        <p:spPr>
          <a:xfrm>
            <a:off x="546811" y="1384662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40D487-E462-446A-B357-82214BFF0972}"/>
              </a:ext>
            </a:extLst>
          </p:cNvPr>
          <p:cNvSpPr txBox="1"/>
          <p:nvPr/>
        </p:nvSpPr>
        <p:spPr>
          <a:xfrm>
            <a:off x="10765828" y="1383428"/>
            <a:ext cx="104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FFFF00"/>
                </a:solidFill>
              </a:rPr>
              <a:t>Equipo</a:t>
            </a:r>
            <a:r>
              <a:rPr lang="es-MX" dirty="0">
                <a:solidFill>
                  <a:srgbClr val="FFFF00"/>
                </a:solidFill>
              </a:rPr>
              <a:t> 2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7116" name="TextBox1" r:id="rId2" imgW="700920" imgH="464760"/>
        </mc:Choice>
        <mc:Fallback>
          <p:control name="TextBox1" r:id="rId2" imgW="700920" imgH="464760">
            <p:pic>
              <p:nvPicPr>
                <p:cNvPr id="71" name="TextBox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806" y="1946420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7117" name="TextBox2" r:id="rId3" imgW="700920" imgH="464760"/>
        </mc:Choice>
        <mc:Fallback>
          <p:control name="TextBox2" r:id="rId3" imgW="700920" imgH="464760">
            <p:pic>
              <p:nvPicPr>
                <p:cNvPr id="73" name="TextBox2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5096" y="1950561"/>
                  <a:ext cx="703262" cy="46355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0135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spuesta Correct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Ganad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63" grpId="0" animBg="1"/>
      <p:bldP spid="63" grpId="1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1178</Words>
  <Application>Microsoft Office PowerPoint</Application>
  <PresentationFormat>Panorámica</PresentationFormat>
  <Paragraphs>658</Paragraphs>
  <Slides>31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 mexicanos dijeron</dc:title>
  <dc:creator>Jhonatan Lope</dc:creator>
  <cp:lastModifiedBy>Mar</cp:lastModifiedBy>
  <cp:revision>119</cp:revision>
  <dcterms:created xsi:type="dcterms:W3CDTF">2020-08-13T22:21:02Z</dcterms:created>
  <dcterms:modified xsi:type="dcterms:W3CDTF">2020-09-29T16:05:17Z</dcterms:modified>
</cp:coreProperties>
</file>