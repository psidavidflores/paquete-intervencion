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94" r:id="rId2"/>
    <p:sldId id="305" r:id="rId3"/>
    <p:sldId id="306" r:id="rId4"/>
    <p:sldId id="307" r:id="rId5"/>
    <p:sldId id="308" r:id="rId6"/>
    <p:sldId id="309" r:id="rId7"/>
  </p:sldIdLst>
  <p:sldSz cx="9144000" cy="6858000" type="screen4x3"/>
  <p:notesSz cx="6858000" cy="9144000"/>
  <p:defaultTextStyle>
    <a:defPPr>
      <a:defRPr lang="es-CL"/>
    </a:defPPr>
    <a:lvl1pPr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Arial" charset="0"/>
      </a:defRPr>
    </a:lvl1pPr>
    <a:lvl2pPr marL="4572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Arial" charset="0"/>
      </a:defRPr>
    </a:lvl2pPr>
    <a:lvl3pPr marL="9144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Arial" charset="0"/>
      </a:defRPr>
    </a:lvl3pPr>
    <a:lvl4pPr marL="13716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Arial" charset="0"/>
      </a:defRPr>
    </a:lvl4pPr>
    <a:lvl5pPr marL="18288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Arial" charset="0"/>
      </a:defRPr>
    </a:lvl5pPr>
    <a:lvl6pPr marL="2286000" algn="l" defTabSz="914400" rtl="0" eaLnBrk="1" latinLnBrk="0" hangingPunct="1">
      <a:defRPr kern="1200">
        <a:solidFill>
          <a:schemeClr val="tx1"/>
        </a:solidFill>
        <a:latin typeface="Arial" charset="0"/>
        <a:ea typeface="+mn-ea"/>
        <a:cs typeface="Arial" charset="0"/>
      </a:defRPr>
    </a:lvl6pPr>
    <a:lvl7pPr marL="2743200" algn="l" defTabSz="914400" rtl="0" eaLnBrk="1" latinLnBrk="0" hangingPunct="1">
      <a:defRPr kern="1200">
        <a:solidFill>
          <a:schemeClr val="tx1"/>
        </a:solidFill>
        <a:latin typeface="Arial" charset="0"/>
        <a:ea typeface="+mn-ea"/>
        <a:cs typeface="Arial" charset="0"/>
      </a:defRPr>
    </a:lvl7pPr>
    <a:lvl8pPr marL="3200400" algn="l" defTabSz="914400" rtl="0" eaLnBrk="1" latinLnBrk="0" hangingPunct="1">
      <a:defRPr kern="1200">
        <a:solidFill>
          <a:schemeClr val="tx1"/>
        </a:solidFill>
        <a:latin typeface="Arial" charset="0"/>
        <a:ea typeface="+mn-ea"/>
        <a:cs typeface="Arial" charset="0"/>
      </a:defRPr>
    </a:lvl8pPr>
    <a:lvl9pPr marL="3657600" algn="l" defTabSz="914400" rtl="0" eaLnBrk="1" latinLnBrk="0" hangingPunct="1">
      <a:defRPr kern="1200">
        <a:solidFill>
          <a:schemeClr val="tx1"/>
        </a:solidFill>
        <a:latin typeface="Arial" charset="0"/>
        <a:ea typeface="+mn-ea"/>
        <a:cs typeface="Arial" charset="0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FFFEF"/>
    <a:srgbClr val="FFFFE5"/>
    <a:srgbClr val="FDF2F1"/>
    <a:srgbClr val="E8EFF0"/>
    <a:srgbClr val="ABC2C5"/>
    <a:srgbClr val="81DEFF"/>
    <a:srgbClr val="FFC4A3"/>
    <a:srgbClr val="7D4B5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Estilo medio 2 - Énfasis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912C8C85-51F0-491E-9774-3900AFEF0FD7}" styleName="Estilo claro 2 - Acento 6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</a:tcBdr>
      </a:tcStyle>
    </a:band1H>
    <a:band1V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</a:tcBdr>
      </a:tcStyle>
    </a:band1V>
    <a:band2V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6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6"/>
        </a:fillRef>
      </a:tcStyle>
    </a:firstRow>
  </a:tblStyle>
  <a:tblStyle styleId="{5A111915-BE36-4E01-A7E5-04B1672EAD32}" styleName="Estilo claro 2 - Acento 5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</a:tcBdr>
      </a:tcStyle>
    </a:band1H>
    <a:band1V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</a:tcBdr>
      </a:tcStyle>
    </a:band1V>
    <a:band2V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5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5"/>
        </a:fillRef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69" d="100"/>
          <a:sy n="69" d="100"/>
        </p:scale>
        <p:origin x="-1416" y="-90"/>
      </p:cViewPr>
      <p:guideLst>
        <p:guide orient="horz"/>
        <p:guide pos="431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ableStyles" Target="tableStyles.xml"/><Relationship Id="rId5" Type="http://schemas.openxmlformats.org/officeDocument/2006/relationships/slide" Target="slides/slide4.xml"/><Relationship Id="rId10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a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s-ES" smtClean="0"/>
              <a:t>Haga clic para modificar el estilo de título del patrón</a:t>
            </a:r>
            <a:endParaRPr lang="es-CL"/>
          </a:p>
        </p:txBody>
      </p:sp>
      <p:sp>
        <p:nvSpPr>
          <p:cNvPr id="3" name="2 Subtítulo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s-ES" smtClean="0"/>
              <a:t>Haga clic para modificar el estilo de subtítulo del patrón</a:t>
            </a:r>
            <a:endParaRPr lang="es-CL"/>
          </a:p>
        </p:txBody>
      </p:sp>
      <p:sp>
        <p:nvSpPr>
          <p:cNvPr id="4" name="3 Marcador de fecha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0AEF69CC-B29F-4F9B-B0C4-845129321521}" type="datetimeFigureOut">
              <a:rPr lang="es-CL"/>
              <a:pPr>
                <a:defRPr/>
              </a:pPr>
              <a:t>04-06-2013</a:t>
            </a:fld>
            <a:endParaRPr lang="es-CL"/>
          </a:p>
        </p:txBody>
      </p:sp>
      <p:sp>
        <p:nvSpPr>
          <p:cNvPr id="5" name="4 Marcador de pie de página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s-CL"/>
          </a:p>
        </p:txBody>
      </p:sp>
      <p:sp>
        <p:nvSpPr>
          <p:cNvPr id="6" name="5 Marcador de número de diapositiva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55842CDC-E975-4F75-97F5-39FC7D1DA8C8}" type="slidenum">
              <a:rPr lang="es-CL"/>
              <a:pPr>
                <a:defRPr/>
              </a:pPr>
              <a:t>‹Nº›</a:t>
            </a:fld>
            <a:endParaRPr lang="es-CL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y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 smtClean="0"/>
              <a:t>Haga clic para modificar el estilo de título del patrón</a:t>
            </a:r>
            <a:endParaRPr lang="es-CL"/>
          </a:p>
        </p:txBody>
      </p:sp>
      <p:sp>
        <p:nvSpPr>
          <p:cNvPr id="3" name="2 Marcador de contenido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s-ES" smtClean="0"/>
              <a:t>Haga clic para modificar el estilo de texto del patrón</a:t>
            </a:r>
          </a:p>
          <a:p>
            <a:pPr lvl="1"/>
            <a:r>
              <a:rPr lang="es-ES" smtClean="0"/>
              <a:t>Segundo nivel</a:t>
            </a:r>
          </a:p>
          <a:p>
            <a:pPr lvl="2"/>
            <a:r>
              <a:rPr lang="es-ES" smtClean="0"/>
              <a:t>Tercer nivel</a:t>
            </a:r>
          </a:p>
          <a:p>
            <a:pPr lvl="3"/>
            <a:r>
              <a:rPr lang="es-ES" smtClean="0"/>
              <a:t>Cuarto nivel</a:t>
            </a:r>
          </a:p>
          <a:p>
            <a:pPr lvl="4"/>
            <a:r>
              <a:rPr lang="es-ES" smtClean="0"/>
              <a:t>Quinto nivel</a:t>
            </a:r>
            <a:endParaRPr lang="es-CL"/>
          </a:p>
        </p:txBody>
      </p:sp>
      <p:sp>
        <p:nvSpPr>
          <p:cNvPr id="4" name="3 Marcador de fecha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BCD28994-FBEB-4530-82DD-E318EC6462AF}" type="datetimeFigureOut">
              <a:rPr lang="es-CL"/>
              <a:pPr>
                <a:defRPr/>
              </a:pPr>
              <a:t>04-06-2013</a:t>
            </a:fld>
            <a:endParaRPr lang="es-CL"/>
          </a:p>
        </p:txBody>
      </p:sp>
      <p:sp>
        <p:nvSpPr>
          <p:cNvPr id="5" name="4 Marcador de pie de página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s-CL"/>
          </a:p>
        </p:txBody>
      </p:sp>
      <p:sp>
        <p:nvSpPr>
          <p:cNvPr id="6" name="5 Marcador de número de diapositiva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CF03D0F9-08B4-42A8-A735-8FD8A38A509A}" type="slidenum">
              <a:rPr lang="es-CL"/>
              <a:pPr>
                <a:defRPr/>
              </a:pPr>
              <a:t>‹Nº›</a:t>
            </a:fld>
            <a:endParaRPr lang="es-CL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Encabezado de sec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s-ES" smtClean="0"/>
              <a:t>Haga clic para modificar el estilo de título del patrón</a:t>
            </a:r>
            <a:endParaRPr lang="es-CL"/>
          </a:p>
        </p:txBody>
      </p:sp>
      <p:sp>
        <p:nvSpPr>
          <p:cNvPr id="3" name="2 Marcador de texto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s-ES" smtClean="0"/>
              <a:t>Haga clic para modificar el estilo de texto del patrón</a:t>
            </a:r>
          </a:p>
        </p:txBody>
      </p:sp>
      <p:sp>
        <p:nvSpPr>
          <p:cNvPr id="4" name="3 Marcador de fecha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8D9BE178-04B4-43E6-ABC6-5B80DBD542AA}" type="datetimeFigureOut">
              <a:rPr lang="es-CL"/>
              <a:pPr>
                <a:defRPr/>
              </a:pPr>
              <a:t>04-06-2013</a:t>
            </a:fld>
            <a:endParaRPr lang="es-CL"/>
          </a:p>
        </p:txBody>
      </p:sp>
      <p:sp>
        <p:nvSpPr>
          <p:cNvPr id="5" name="4 Marcador de pie de página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s-CL"/>
          </a:p>
        </p:txBody>
      </p:sp>
      <p:sp>
        <p:nvSpPr>
          <p:cNvPr id="6" name="5 Marcador de número de diapositiva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8FED6190-F076-41E0-841E-61B43BD6D732}" type="slidenum">
              <a:rPr lang="es-CL"/>
              <a:pPr>
                <a:defRPr/>
              </a:pPr>
              <a:t>‹Nº›</a:t>
            </a:fld>
            <a:endParaRPr lang="es-CL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os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 smtClean="0"/>
              <a:t>Haga clic para modificar el estilo de título del patrón</a:t>
            </a:r>
            <a:endParaRPr lang="es-CL"/>
          </a:p>
        </p:txBody>
      </p:sp>
      <p:sp>
        <p:nvSpPr>
          <p:cNvPr id="3" name="2 Marcador de contenido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s-ES" smtClean="0"/>
              <a:t>Haga clic para modificar el estilo de texto del patrón</a:t>
            </a:r>
          </a:p>
          <a:p>
            <a:pPr lvl="1"/>
            <a:r>
              <a:rPr lang="es-ES" smtClean="0"/>
              <a:t>Segundo nivel</a:t>
            </a:r>
          </a:p>
          <a:p>
            <a:pPr lvl="2"/>
            <a:r>
              <a:rPr lang="es-ES" smtClean="0"/>
              <a:t>Tercer nivel</a:t>
            </a:r>
          </a:p>
          <a:p>
            <a:pPr lvl="3"/>
            <a:r>
              <a:rPr lang="es-ES" smtClean="0"/>
              <a:t>Cuarto nivel</a:t>
            </a:r>
          </a:p>
          <a:p>
            <a:pPr lvl="4"/>
            <a:r>
              <a:rPr lang="es-ES" smtClean="0"/>
              <a:t>Quinto nivel</a:t>
            </a:r>
            <a:endParaRPr lang="es-CL"/>
          </a:p>
        </p:txBody>
      </p:sp>
      <p:sp>
        <p:nvSpPr>
          <p:cNvPr id="4" name="3 Marcador de contenido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s-ES" smtClean="0"/>
              <a:t>Haga clic para modificar el estilo de texto del patrón</a:t>
            </a:r>
          </a:p>
          <a:p>
            <a:pPr lvl="1"/>
            <a:r>
              <a:rPr lang="es-ES" smtClean="0"/>
              <a:t>Segundo nivel</a:t>
            </a:r>
          </a:p>
          <a:p>
            <a:pPr lvl="2"/>
            <a:r>
              <a:rPr lang="es-ES" smtClean="0"/>
              <a:t>Tercer nivel</a:t>
            </a:r>
          </a:p>
          <a:p>
            <a:pPr lvl="3"/>
            <a:r>
              <a:rPr lang="es-ES" smtClean="0"/>
              <a:t>Cuarto nivel</a:t>
            </a:r>
          </a:p>
          <a:p>
            <a:pPr lvl="4"/>
            <a:r>
              <a:rPr lang="es-ES" smtClean="0"/>
              <a:t>Quinto nivel</a:t>
            </a:r>
            <a:endParaRPr lang="es-CL"/>
          </a:p>
        </p:txBody>
      </p:sp>
      <p:sp>
        <p:nvSpPr>
          <p:cNvPr id="5" name="3 Marcador de fecha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222CD132-FB80-4C6E-9A84-513FAE4D5555}" type="datetimeFigureOut">
              <a:rPr lang="es-CL"/>
              <a:pPr>
                <a:defRPr/>
              </a:pPr>
              <a:t>04-06-2013</a:t>
            </a:fld>
            <a:endParaRPr lang="es-CL"/>
          </a:p>
        </p:txBody>
      </p:sp>
      <p:sp>
        <p:nvSpPr>
          <p:cNvPr id="6" name="4 Marcador de pie de página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s-CL"/>
          </a:p>
        </p:txBody>
      </p:sp>
      <p:sp>
        <p:nvSpPr>
          <p:cNvPr id="7" name="5 Marcador de número de diapositiva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3DA17814-1BD7-478B-886F-7F10DE3BD33A}" type="slidenum">
              <a:rPr lang="es-CL"/>
              <a:pPr>
                <a:defRPr/>
              </a:pPr>
              <a:t>‹Nº›</a:t>
            </a:fld>
            <a:endParaRPr lang="es-CL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s-ES" smtClean="0"/>
              <a:t>Haga clic para modificar el estilo de título del patrón</a:t>
            </a:r>
            <a:endParaRPr lang="es-CL"/>
          </a:p>
        </p:txBody>
      </p:sp>
      <p:sp>
        <p:nvSpPr>
          <p:cNvPr id="3" name="2 Marcador de texto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 smtClean="0"/>
              <a:t>Haga clic para modificar el estilo de texto del patrón</a:t>
            </a:r>
          </a:p>
        </p:txBody>
      </p:sp>
      <p:sp>
        <p:nvSpPr>
          <p:cNvPr id="4" name="3 Marcador de contenido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s-ES" smtClean="0"/>
              <a:t>Haga clic para modificar el estilo de texto del patrón</a:t>
            </a:r>
          </a:p>
          <a:p>
            <a:pPr lvl="1"/>
            <a:r>
              <a:rPr lang="es-ES" smtClean="0"/>
              <a:t>Segundo nivel</a:t>
            </a:r>
          </a:p>
          <a:p>
            <a:pPr lvl="2"/>
            <a:r>
              <a:rPr lang="es-ES" smtClean="0"/>
              <a:t>Tercer nivel</a:t>
            </a:r>
          </a:p>
          <a:p>
            <a:pPr lvl="3"/>
            <a:r>
              <a:rPr lang="es-ES" smtClean="0"/>
              <a:t>Cuarto nivel</a:t>
            </a:r>
          </a:p>
          <a:p>
            <a:pPr lvl="4"/>
            <a:r>
              <a:rPr lang="es-ES" smtClean="0"/>
              <a:t>Quinto nivel</a:t>
            </a:r>
            <a:endParaRPr lang="es-CL"/>
          </a:p>
        </p:txBody>
      </p:sp>
      <p:sp>
        <p:nvSpPr>
          <p:cNvPr id="5" name="4 Marcador de texto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 smtClean="0"/>
              <a:t>Haga clic para modificar el estilo de texto del patrón</a:t>
            </a:r>
          </a:p>
        </p:txBody>
      </p:sp>
      <p:sp>
        <p:nvSpPr>
          <p:cNvPr id="6" name="5 Marcador de contenido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s-ES" smtClean="0"/>
              <a:t>Haga clic para modificar el estilo de texto del patrón</a:t>
            </a:r>
          </a:p>
          <a:p>
            <a:pPr lvl="1"/>
            <a:r>
              <a:rPr lang="es-ES" smtClean="0"/>
              <a:t>Segundo nivel</a:t>
            </a:r>
          </a:p>
          <a:p>
            <a:pPr lvl="2"/>
            <a:r>
              <a:rPr lang="es-ES" smtClean="0"/>
              <a:t>Tercer nivel</a:t>
            </a:r>
          </a:p>
          <a:p>
            <a:pPr lvl="3"/>
            <a:r>
              <a:rPr lang="es-ES" smtClean="0"/>
              <a:t>Cuarto nivel</a:t>
            </a:r>
          </a:p>
          <a:p>
            <a:pPr lvl="4"/>
            <a:r>
              <a:rPr lang="es-ES" smtClean="0"/>
              <a:t>Quinto nivel</a:t>
            </a:r>
            <a:endParaRPr lang="es-CL"/>
          </a:p>
        </p:txBody>
      </p:sp>
      <p:sp>
        <p:nvSpPr>
          <p:cNvPr id="7" name="3 Marcador de fecha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5CA0C93C-A641-4A32-BCFB-3F2D00BCE102}" type="datetimeFigureOut">
              <a:rPr lang="es-CL"/>
              <a:pPr>
                <a:defRPr/>
              </a:pPr>
              <a:t>04-06-2013</a:t>
            </a:fld>
            <a:endParaRPr lang="es-CL"/>
          </a:p>
        </p:txBody>
      </p:sp>
      <p:sp>
        <p:nvSpPr>
          <p:cNvPr id="8" name="4 Marcador de pie de página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s-CL"/>
          </a:p>
        </p:txBody>
      </p:sp>
      <p:sp>
        <p:nvSpPr>
          <p:cNvPr id="9" name="5 Marcador de número de diapositiva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962B76AB-AE08-45FA-8FF6-135321090DC4}" type="slidenum">
              <a:rPr lang="es-CL"/>
              <a:pPr>
                <a:defRPr/>
              </a:pPr>
              <a:t>‹Nº›</a:t>
            </a:fld>
            <a:endParaRPr lang="es-CL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ólo el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 smtClean="0"/>
              <a:t>Haga clic para modificar el estilo de título del patrón</a:t>
            </a:r>
            <a:endParaRPr lang="es-CL"/>
          </a:p>
        </p:txBody>
      </p:sp>
      <p:sp>
        <p:nvSpPr>
          <p:cNvPr id="3" name="3 Marcador de fecha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F1D294F6-4767-4D52-914D-A3CFF64AB24E}" type="datetimeFigureOut">
              <a:rPr lang="es-CL"/>
              <a:pPr>
                <a:defRPr/>
              </a:pPr>
              <a:t>04-06-2013</a:t>
            </a:fld>
            <a:endParaRPr lang="es-CL"/>
          </a:p>
        </p:txBody>
      </p:sp>
      <p:sp>
        <p:nvSpPr>
          <p:cNvPr id="4" name="4 Marcador de pie de página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s-CL"/>
          </a:p>
        </p:txBody>
      </p:sp>
      <p:sp>
        <p:nvSpPr>
          <p:cNvPr id="5" name="5 Marcador de número de diapositiva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95A6B09F-5249-4D5F-A227-245B71838FCB}" type="slidenum">
              <a:rPr lang="es-CL"/>
              <a:pPr>
                <a:defRPr/>
              </a:pPr>
              <a:t>‹Nº›</a:t>
            </a:fld>
            <a:endParaRPr lang="es-CL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n bl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3 Marcador de fecha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2D6C397F-01D1-4C72-99CE-DEBBABDC230A}" type="datetimeFigureOut">
              <a:rPr lang="es-CL"/>
              <a:pPr>
                <a:defRPr/>
              </a:pPr>
              <a:t>04-06-2013</a:t>
            </a:fld>
            <a:endParaRPr lang="es-CL"/>
          </a:p>
        </p:txBody>
      </p:sp>
      <p:sp>
        <p:nvSpPr>
          <p:cNvPr id="3" name="4 Marcador de pie de página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s-CL"/>
          </a:p>
        </p:txBody>
      </p:sp>
      <p:sp>
        <p:nvSpPr>
          <p:cNvPr id="4" name="5 Marcador de número de diapositiva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447186E9-8DA5-4E80-A29B-1D620E168796}" type="slidenum">
              <a:rPr lang="es-CL"/>
              <a:pPr>
                <a:defRPr/>
              </a:pPr>
              <a:t>‹Nº›</a:t>
            </a:fld>
            <a:endParaRPr lang="es-CL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ido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s-ES" smtClean="0"/>
              <a:t>Haga clic para modificar el estilo de título del patrón</a:t>
            </a:r>
            <a:endParaRPr lang="es-CL"/>
          </a:p>
        </p:txBody>
      </p:sp>
      <p:sp>
        <p:nvSpPr>
          <p:cNvPr id="3" name="2 Marcador de contenido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s-ES" smtClean="0"/>
              <a:t>Haga clic para modificar el estilo de texto del patrón</a:t>
            </a:r>
          </a:p>
          <a:p>
            <a:pPr lvl="1"/>
            <a:r>
              <a:rPr lang="es-ES" smtClean="0"/>
              <a:t>Segundo nivel</a:t>
            </a:r>
          </a:p>
          <a:p>
            <a:pPr lvl="2"/>
            <a:r>
              <a:rPr lang="es-ES" smtClean="0"/>
              <a:t>Tercer nivel</a:t>
            </a:r>
          </a:p>
          <a:p>
            <a:pPr lvl="3"/>
            <a:r>
              <a:rPr lang="es-ES" smtClean="0"/>
              <a:t>Cuarto nivel</a:t>
            </a:r>
          </a:p>
          <a:p>
            <a:pPr lvl="4"/>
            <a:r>
              <a:rPr lang="es-ES" smtClean="0"/>
              <a:t>Quinto nivel</a:t>
            </a:r>
            <a:endParaRPr lang="es-CL"/>
          </a:p>
        </p:txBody>
      </p:sp>
      <p:sp>
        <p:nvSpPr>
          <p:cNvPr id="4" name="3 Marcador de texto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s-ES" smtClean="0"/>
              <a:t>Haga clic para modificar el estilo de texto del patrón</a:t>
            </a:r>
          </a:p>
        </p:txBody>
      </p:sp>
      <p:sp>
        <p:nvSpPr>
          <p:cNvPr id="5" name="3 Marcador de fecha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441231A1-CDCA-4140-B4BE-FC5BF5EA6C8D}" type="datetimeFigureOut">
              <a:rPr lang="es-CL"/>
              <a:pPr>
                <a:defRPr/>
              </a:pPr>
              <a:t>04-06-2013</a:t>
            </a:fld>
            <a:endParaRPr lang="es-CL"/>
          </a:p>
        </p:txBody>
      </p:sp>
      <p:sp>
        <p:nvSpPr>
          <p:cNvPr id="6" name="4 Marcador de pie de página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s-CL"/>
          </a:p>
        </p:txBody>
      </p:sp>
      <p:sp>
        <p:nvSpPr>
          <p:cNvPr id="7" name="5 Marcador de número de diapositiva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92CF0A7B-B94C-4833-A48D-7FC9F0CD448B}" type="slidenum">
              <a:rPr lang="es-CL"/>
              <a:pPr>
                <a:defRPr/>
              </a:pPr>
              <a:t>‹Nº›</a:t>
            </a:fld>
            <a:endParaRPr lang="es-CL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n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s-ES" smtClean="0"/>
              <a:t>Haga clic para modificar el estilo de título del patrón</a:t>
            </a:r>
            <a:endParaRPr lang="es-CL"/>
          </a:p>
        </p:txBody>
      </p:sp>
      <p:sp>
        <p:nvSpPr>
          <p:cNvPr id="3" name="2 Marcador de posición de imagen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 rtlCol="0">
            <a:normAutofit/>
          </a:bodyPr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es-CL" noProof="0"/>
          </a:p>
        </p:txBody>
      </p:sp>
      <p:sp>
        <p:nvSpPr>
          <p:cNvPr id="4" name="3 Marcador de texto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s-ES" smtClean="0"/>
              <a:t>Haga clic para modificar el estilo de texto del patrón</a:t>
            </a:r>
          </a:p>
        </p:txBody>
      </p:sp>
      <p:sp>
        <p:nvSpPr>
          <p:cNvPr id="5" name="3 Marcador de fecha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0B7C32E3-145F-40CB-8B75-A2D8D5D5788D}" type="datetimeFigureOut">
              <a:rPr lang="es-CL"/>
              <a:pPr>
                <a:defRPr/>
              </a:pPr>
              <a:t>04-06-2013</a:t>
            </a:fld>
            <a:endParaRPr lang="es-CL"/>
          </a:p>
        </p:txBody>
      </p:sp>
      <p:sp>
        <p:nvSpPr>
          <p:cNvPr id="6" name="4 Marcador de pie de página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s-CL"/>
          </a:p>
        </p:txBody>
      </p:sp>
      <p:sp>
        <p:nvSpPr>
          <p:cNvPr id="7" name="5 Marcador de número de diapositiva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1DE1F050-B4C4-4586-AC3E-5B869B82DC3C}" type="slidenum">
              <a:rPr lang="es-CL"/>
              <a:pPr>
                <a:defRPr/>
              </a:pPr>
              <a:t>‹Nº›</a:t>
            </a:fld>
            <a:endParaRPr lang="es-CL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y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 smtClean="0"/>
              <a:t>Haga clic para modificar el estilo de título del patrón</a:t>
            </a:r>
            <a:endParaRPr lang="es-CL"/>
          </a:p>
        </p:txBody>
      </p:sp>
      <p:sp>
        <p:nvSpPr>
          <p:cNvPr id="3" name="2 Marcador de texto vertical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s-ES" smtClean="0"/>
              <a:t>Haga clic para modificar el estilo de texto del patrón</a:t>
            </a:r>
          </a:p>
          <a:p>
            <a:pPr lvl="1"/>
            <a:r>
              <a:rPr lang="es-ES" smtClean="0"/>
              <a:t>Segundo nivel</a:t>
            </a:r>
          </a:p>
          <a:p>
            <a:pPr lvl="2"/>
            <a:r>
              <a:rPr lang="es-ES" smtClean="0"/>
              <a:t>Tercer nivel</a:t>
            </a:r>
          </a:p>
          <a:p>
            <a:pPr lvl="3"/>
            <a:r>
              <a:rPr lang="es-ES" smtClean="0"/>
              <a:t>Cuarto nivel</a:t>
            </a:r>
          </a:p>
          <a:p>
            <a:pPr lvl="4"/>
            <a:r>
              <a:rPr lang="es-ES" smtClean="0"/>
              <a:t>Quinto nivel</a:t>
            </a:r>
            <a:endParaRPr lang="es-CL"/>
          </a:p>
        </p:txBody>
      </p:sp>
      <p:sp>
        <p:nvSpPr>
          <p:cNvPr id="4" name="3 Marcador de fecha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BA246571-7D98-4DE2-A1A4-C43A5E084BBD}" type="datetimeFigureOut">
              <a:rPr lang="es-CL"/>
              <a:pPr>
                <a:defRPr/>
              </a:pPr>
              <a:t>04-06-2013</a:t>
            </a:fld>
            <a:endParaRPr lang="es-CL"/>
          </a:p>
        </p:txBody>
      </p:sp>
      <p:sp>
        <p:nvSpPr>
          <p:cNvPr id="5" name="4 Marcador de pie de página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s-CL"/>
          </a:p>
        </p:txBody>
      </p:sp>
      <p:sp>
        <p:nvSpPr>
          <p:cNvPr id="6" name="5 Marcador de número de diapositiva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D332DCCB-AE89-4F6A-91F4-5B12B24861B6}" type="slidenum">
              <a:rPr lang="es-CL"/>
              <a:pPr>
                <a:defRPr/>
              </a:pPr>
              <a:t>‹Nº›</a:t>
            </a:fld>
            <a:endParaRPr lang="es-CL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ítulo vertical y 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 vertical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s-ES" smtClean="0"/>
              <a:t>Haga clic para modificar el estilo de título del patrón</a:t>
            </a:r>
            <a:endParaRPr lang="es-CL"/>
          </a:p>
        </p:txBody>
      </p:sp>
      <p:sp>
        <p:nvSpPr>
          <p:cNvPr id="3" name="2 Marcador de texto vertical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s-ES" smtClean="0"/>
              <a:t>Haga clic para modificar el estilo de texto del patrón</a:t>
            </a:r>
          </a:p>
          <a:p>
            <a:pPr lvl="1"/>
            <a:r>
              <a:rPr lang="es-ES" smtClean="0"/>
              <a:t>Segundo nivel</a:t>
            </a:r>
          </a:p>
          <a:p>
            <a:pPr lvl="2"/>
            <a:r>
              <a:rPr lang="es-ES" smtClean="0"/>
              <a:t>Tercer nivel</a:t>
            </a:r>
          </a:p>
          <a:p>
            <a:pPr lvl="3"/>
            <a:r>
              <a:rPr lang="es-ES" smtClean="0"/>
              <a:t>Cuarto nivel</a:t>
            </a:r>
          </a:p>
          <a:p>
            <a:pPr lvl="4"/>
            <a:r>
              <a:rPr lang="es-ES" smtClean="0"/>
              <a:t>Quinto nivel</a:t>
            </a:r>
            <a:endParaRPr lang="es-CL"/>
          </a:p>
        </p:txBody>
      </p:sp>
      <p:sp>
        <p:nvSpPr>
          <p:cNvPr id="4" name="3 Marcador de fecha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938F9E1F-6BAC-4E7B-A2F9-F9255141EFD3}" type="datetimeFigureOut">
              <a:rPr lang="es-CL"/>
              <a:pPr>
                <a:defRPr/>
              </a:pPr>
              <a:t>04-06-2013</a:t>
            </a:fld>
            <a:endParaRPr lang="es-CL"/>
          </a:p>
        </p:txBody>
      </p:sp>
      <p:sp>
        <p:nvSpPr>
          <p:cNvPr id="5" name="4 Marcador de pie de página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s-CL"/>
          </a:p>
        </p:txBody>
      </p:sp>
      <p:sp>
        <p:nvSpPr>
          <p:cNvPr id="6" name="5 Marcador de número de diapositiva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707F9EA9-D2C1-4743-A5DB-433E2AA96061}" type="slidenum">
              <a:rPr lang="es-CL"/>
              <a:pPr>
                <a:defRPr/>
              </a:pPr>
              <a:t>‹Nº›</a:t>
            </a:fld>
            <a:endParaRPr lang="es-CL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1 Marcador de título"/>
          <p:cNvSpPr>
            <a:spLocks noGrp="1"/>
          </p:cNvSpPr>
          <p:nvPr>
            <p:ph type="title"/>
          </p:nvPr>
        </p:nvSpPr>
        <p:spPr bwMode="auto">
          <a:xfrm>
            <a:off x="457200" y="274638"/>
            <a:ext cx="82296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s-ES" smtClean="0"/>
              <a:t>Haga clic para modificar el estilo de título del patrón</a:t>
            </a:r>
            <a:endParaRPr lang="es-CL" smtClean="0"/>
          </a:p>
        </p:txBody>
      </p:sp>
      <p:sp>
        <p:nvSpPr>
          <p:cNvPr id="1027" name="2 Marcador de texto"/>
          <p:cNvSpPr>
            <a:spLocks noGrp="1"/>
          </p:cNvSpPr>
          <p:nvPr>
            <p:ph type="body" idx="1"/>
          </p:nvPr>
        </p:nvSpPr>
        <p:spPr bwMode="auto">
          <a:xfrm>
            <a:off x="457200" y="1600200"/>
            <a:ext cx="8229600" cy="45259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s-ES" smtClean="0"/>
              <a:t>Haga clic para modificar el estilo de texto del patrón</a:t>
            </a:r>
          </a:p>
          <a:p>
            <a:pPr lvl="1"/>
            <a:r>
              <a:rPr lang="es-ES" smtClean="0"/>
              <a:t>Segundo nivel</a:t>
            </a:r>
          </a:p>
          <a:p>
            <a:pPr lvl="2"/>
            <a:r>
              <a:rPr lang="es-ES" smtClean="0"/>
              <a:t>Tercer nivel</a:t>
            </a:r>
          </a:p>
          <a:p>
            <a:pPr lvl="3"/>
            <a:r>
              <a:rPr lang="es-ES" smtClean="0"/>
              <a:t>Cuarto nivel</a:t>
            </a:r>
          </a:p>
          <a:p>
            <a:pPr lvl="4"/>
            <a:r>
              <a:rPr lang="es-ES" smtClean="0"/>
              <a:t>Quinto nivel</a:t>
            </a:r>
            <a:endParaRPr lang="es-CL" smtClean="0"/>
          </a:p>
        </p:txBody>
      </p:sp>
      <p:sp>
        <p:nvSpPr>
          <p:cNvPr id="4" name="3 Marcador de fecha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 fontAlgn="auto">
              <a:spcBef>
                <a:spcPts val="0"/>
              </a:spcBef>
              <a:spcAft>
                <a:spcPts val="0"/>
              </a:spcAft>
              <a:defRPr sz="1200" smtClean="0">
                <a:solidFill>
                  <a:schemeClr val="tx1">
                    <a:tint val="75000"/>
                  </a:schemeClr>
                </a:solidFill>
                <a:latin typeface="+mn-lt"/>
                <a:cs typeface="+mn-cs"/>
              </a:defRPr>
            </a:lvl1pPr>
          </a:lstStyle>
          <a:p>
            <a:pPr>
              <a:defRPr/>
            </a:pPr>
            <a:fld id="{034C279B-2CCA-46BA-A5E2-C9D564C2523C}" type="datetimeFigureOut">
              <a:rPr lang="es-CL"/>
              <a:pPr>
                <a:defRPr/>
              </a:pPr>
              <a:t>04-06-2013</a:t>
            </a:fld>
            <a:endParaRPr lang="es-CL"/>
          </a:p>
        </p:txBody>
      </p:sp>
      <p:sp>
        <p:nvSpPr>
          <p:cNvPr id="5" name="4 Marcador de pie de página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 fontAlgn="auto">
              <a:spcBef>
                <a:spcPts val="0"/>
              </a:spcBef>
              <a:spcAft>
                <a:spcPts val="0"/>
              </a:spcAft>
              <a:defRPr sz="1200">
                <a:solidFill>
                  <a:schemeClr val="tx1">
                    <a:tint val="75000"/>
                  </a:schemeClr>
                </a:solidFill>
                <a:latin typeface="+mn-lt"/>
                <a:cs typeface="+mn-cs"/>
              </a:defRPr>
            </a:lvl1pPr>
          </a:lstStyle>
          <a:p>
            <a:pPr>
              <a:defRPr/>
            </a:pPr>
            <a:endParaRPr lang="es-CL"/>
          </a:p>
        </p:txBody>
      </p:sp>
      <p:sp>
        <p:nvSpPr>
          <p:cNvPr id="6" name="5 Marcador de número de diapositiva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 fontAlgn="auto">
              <a:spcBef>
                <a:spcPts val="0"/>
              </a:spcBef>
              <a:spcAft>
                <a:spcPts val="0"/>
              </a:spcAft>
              <a:defRPr sz="1200" smtClean="0">
                <a:solidFill>
                  <a:schemeClr val="tx1">
                    <a:tint val="75000"/>
                  </a:schemeClr>
                </a:solidFill>
                <a:latin typeface="+mn-lt"/>
                <a:cs typeface="+mn-cs"/>
              </a:defRPr>
            </a:lvl1pPr>
          </a:lstStyle>
          <a:p>
            <a:pPr>
              <a:defRPr/>
            </a:pPr>
            <a:fld id="{45C097C2-489A-4B9F-8016-16C57283CC00}" type="slidenum">
              <a:rPr lang="es-CL"/>
              <a:pPr>
                <a:defRPr/>
              </a:pPr>
              <a:t>‹Nº›</a:t>
            </a:fld>
            <a:endParaRPr lang="es-CL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59" r:id="rId1"/>
    <p:sldLayoutId id="2147483658" r:id="rId2"/>
    <p:sldLayoutId id="2147483657" r:id="rId3"/>
    <p:sldLayoutId id="2147483656" r:id="rId4"/>
    <p:sldLayoutId id="2147483655" r:id="rId5"/>
    <p:sldLayoutId id="2147483654" r:id="rId6"/>
    <p:sldLayoutId id="2147483653" r:id="rId7"/>
    <p:sldLayoutId id="2147483652" r:id="rId8"/>
    <p:sldLayoutId id="2147483651" r:id="rId9"/>
    <p:sldLayoutId id="2147483650" r:id="rId10"/>
    <p:sldLayoutId id="2147483649" r:id="rId11"/>
  </p:sldLayoutIdLst>
  <p:txStyles>
    <p:titleStyle>
      <a:lvl1pPr algn="ctr" rtl="0" fontAlgn="base">
        <a:spcBef>
          <a:spcPct val="0"/>
        </a:spcBef>
        <a:spcAft>
          <a:spcPct val="0"/>
        </a:spcAft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  <a:lvl2pPr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2pPr>
      <a:lvl3pPr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3pPr>
      <a:lvl4pPr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4pPr>
      <a:lvl5pPr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5pPr>
      <a:lvl6pPr marL="457200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6pPr>
      <a:lvl7pPr marL="914400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7pPr>
      <a:lvl8pPr marL="1371600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8pPr>
      <a:lvl9pPr marL="1828800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9pPr>
    </p:titleStyle>
    <p:bodyStyle>
      <a:lvl1pPr marL="342900" indent="-342900" algn="l" rtl="0" fontAlgn="base">
        <a:spcBef>
          <a:spcPct val="20000"/>
        </a:spcBef>
        <a:spcAft>
          <a:spcPct val="0"/>
        </a:spcAft>
        <a:buFont typeface="Arial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fontAlgn="base">
        <a:spcBef>
          <a:spcPct val="20000"/>
        </a:spcBef>
        <a:spcAft>
          <a:spcPct val="0"/>
        </a:spcAft>
        <a:buFont typeface="Arial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rtl="0" fontAlgn="base">
        <a:spcBef>
          <a:spcPct val="20000"/>
        </a:spcBef>
        <a:spcAft>
          <a:spcPct val="0"/>
        </a:spcAft>
        <a:buFont typeface="Arial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rtl="0" fontAlgn="base">
        <a:spcBef>
          <a:spcPct val="20000"/>
        </a:spcBef>
        <a:spcAft>
          <a:spcPct val="0"/>
        </a:spcAft>
        <a:buFont typeface="Arial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rtl="0" fontAlgn="base">
        <a:spcBef>
          <a:spcPct val="20000"/>
        </a:spcBef>
        <a:spcAft>
          <a:spcPct val="0"/>
        </a:spcAft>
        <a:buFont typeface="Arial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s-CL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0.png"/><Relationship Id="rId5" Type="http://schemas.openxmlformats.org/officeDocument/2006/relationships/image" Target="../media/image9.png"/><Relationship Id="rId4" Type="http://schemas.openxmlformats.org/officeDocument/2006/relationships/image" Target="../media/image8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0.png"/><Relationship Id="rId5" Type="http://schemas.openxmlformats.org/officeDocument/2006/relationships/image" Target="../media/image9.png"/><Relationship Id="rId4" Type="http://schemas.openxmlformats.org/officeDocument/2006/relationships/image" Target="../media/image8.png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" name="43 Rectángulo"/>
          <p:cNvSpPr/>
          <p:nvPr/>
        </p:nvSpPr>
        <p:spPr>
          <a:xfrm>
            <a:off x="0" y="5945188"/>
            <a:ext cx="9144000" cy="912812"/>
          </a:xfrm>
          <a:prstGeom prst="rect">
            <a:avLst/>
          </a:prstGeom>
          <a:solidFill>
            <a:srgbClr val="ABC2C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es-CL"/>
          </a:p>
        </p:txBody>
      </p:sp>
      <p:sp>
        <p:nvSpPr>
          <p:cNvPr id="43" name="42 Rectángulo"/>
          <p:cNvSpPr/>
          <p:nvPr/>
        </p:nvSpPr>
        <p:spPr>
          <a:xfrm>
            <a:off x="0" y="4149725"/>
            <a:ext cx="9144000" cy="1727200"/>
          </a:xfrm>
          <a:prstGeom prst="rect">
            <a:avLst/>
          </a:prstGeom>
          <a:solidFill>
            <a:schemeClr val="accent4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es-CL"/>
          </a:p>
        </p:txBody>
      </p:sp>
      <p:sp>
        <p:nvSpPr>
          <p:cNvPr id="11" name="10 CuadroTexto"/>
          <p:cNvSpPr txBox="1"/>
          <p:nvPr/>
        </p:nvSpPr>
        <p:spPr>
          <a:xfrm>
            <a:off x="611188" y="4365625"/>
            <a:ext cx="3024187" cy="1016000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es-ES_tradnl" sz="6000" b="1" dirty="0">
                <a:solidFill>
                  <a:schemeClr val="accent6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n-lt"/>
                <a:cs typeface="+mn-cs"/>
              </a:rPr>
              <a:t>Gráficos</a:t>
            </a:r>
          </a:p>
        </p:txBody>
      </p:sp>
      <p:sp>
        <p:nvSpPr>
          <p:cNvPr id="12" name="11 Rectángulo redondeado"/>
          <p:cNvSpPr/>
          <p:nvPr/>
        </p:nvSpPr>
        <p:spPr>
          <a:xfrm>
            <a:off x="683568" y="6335992"/>
            <a:ext cx="3240360" cy="288032"/>
          </a:xfrm>
          <a:prstGeom prst="roundRect">
            <a:avLst>
              <a:gd name="adj" fmla="val 50000"/>
            </a:avLst>
          </a:prstGeom>
          <a:solidFill>
            <a:schemeClr val="bg1"/>
          </a:solidFill>
          <a:ln>
            <a:noFill/>
          </a:ln>
          <a:effectLst>
            <a:innerShdw blurRad="114300">
              <a:prstClr val="black"/>
            </a:inn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es-CL"/>
          </a:p>
        </p:txBody>
      </p:sp>
      <p:grpSp>
        <p:nvGrpSpPr>
          <p:cNvPr id="13320" name="26 Grupo"/>
          <p:cNvGrpSpPr>
            <a:grpSpLocks/>
          </p:cNvGrpSpPr>
          <p:nvPr/>
        </p:nvGrpSpPr>
        <p:grpSpPr bwMode="auto">
          <a:xfrm>
            <a:off x="7308850" y="5281613"/>
            <a:ext cx="1362075" cy="523875"/>
            <a:chOff x="6732240" y="5282044"/>
            <a:chExt cx="1362303" cy="523220"/>
          </a:xfrm>
        </p:grpSpPr>
        <p:sp>
          <p:nvSpPr>
            <p:cNvPr id="14" name="13 CuadroTexto"/>
            <p:cNvSpPr txBox="1"/>
            <p:nvPr/>
          </p:nvSpPr>
          <p:spPr>
            <a:xfrm>
              <a:off x="6732240" y="5282044"/>
              <a:ext cx="863745" cy="523220"/>
            </a:xfrm>
            <a:prstGeom prst="rect">
              <a:avLst/>
            </a:prstGeom>
            <a:noFill/>
          </p:spPr>
          <p:txBody>
            <a:bodyPr>
              <a:spAutoFit/>
            </a:bodyPr>
            <a:lstStyle/>
            <a:p>
              <a:pPr algn="ctr" fontAlgn="auto">
                <a:spcBef>
                  <a:spcPts val="0"/>
                </a:spcBef>
                <a:spcAft>
                  <a:spcPts val="0"/>
                </a:spcAft>
                <a:defRPr/>
              </a:pPr>
              <a:r>
                <a:rPr lang="es-ES_tradnl" sz="2800" b="1" dirty="0">
                  <a:solidFill>
                    <a:schemeClr val="accent6"/>
                  </a:solidFill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  <a:latin typeface="+mn-lt"/>
                  <a:cs typeface="+mn-cs"/>
                </a:rPr>
                <a:t>2°</a:t>
              </a:r>
            </a:p>
          </p:txBody>
        </p:sp>
        <p:sp>
          <p:nvSpPr>
            <p:cNvPr id="15" name="14 Rectángulo"/>
            <p:cNvSpPr/>
            <p:nvPr/>
          </p:nvSpPr>
          <p:spPr>
            <a:xfrm>
              <a:off x="7235562" y="5374004"/>
              <a:ext cx="858981" cy="399550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pPr algn="ctr" fontAlgn="auto">
                <a:spcBef>
                  <a:spcPts val="0"/>
                </a:spcBef>
                <a:spcAft>
                  <a:spcPts val="0"/>
                </a:spcAft>
                <a:defRPr/>
              </a:pPr>
              <a:r>
                <a:rPr lang="es-ES_tradnl" sz="2000" b="1" dirty="0">
                  <a:solidFill>
                    <a:schemeClr val="accent6"/>
                  </a:solidFill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  <a:latin typeface="+mn-lt"/>
                  <a:cs typeface="+mn-cs"/>
                </a:rPr>
                <a:t>básico</a:t>
              </a:r>
            </a:p>
          </p:txBody>
        </p:sp>
      </p:grpSp>
      <p:sp>
        <p:nvSpPr>
          <p:cNvPr id="1769" name="1768 CuadroTexto"/>
          <p:cNvSpPr txBox="1"/>
          <p:nvPr/>
        </p:nvSpPr>
        <p:spPr>
          <a:xfrm>
            <a:off x="611188" y="5302250"/>
            <a:ext cx="6049962" cy="461963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es-ES_tradnl" sz="2400" dirty="0">
                <a:solidFill>
                  <a:schemeClr val="accent6"/>
                </a:solidFill>
                <a:latin typeface="+mn-lt"/>
                <a:cs typeface="+mn-cs"/>
              </a:rPr>
              <a:t>Unidad 13  |  </a:t>
            </a:r>
            <a:r>
              <a:rPr lang="es-ES_tradnl" sz="2400" b="1" dirty="0">
                <a:solidFill>
                  <a:schemeClr val="accent6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n-lt"/>
                <a:cs typeface="+mn-cs"/>
              </a:rPr>
              <a:t>Leyendo pictogramas con escalas</a:t>
            </a:r>
            <a:endParaRPr lang="es-CL" sz="2400" b="1" dirty="0">
              <a:solidFill>
                <a:schemeClr val="accent6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+mn-lt"/>
              <a:cs typeface="+mn-cs"/>
            </a:endParaRPr>
          </a:p>
        </p:txBody>
      </p:sp>
      <p:cxnSp>
        <p:nvCxnSpPr>
          <p:cNvPr id="9" name="8 Conector recto"/>
          <p:cNvCxnSpPr/>
          <p:nvPr/>
        </p:nvCxnSpPr>
        <p:spPr>
          <a:xfrm>
            <a:off x="107950" y="25400"/>
            <a:ext cx="0" cy="3475038"/>
          </a:xfrm>
          <a:prstGeom prst="line">
            <a:avLst/>
          </a:prstGeom>
          <a:ln>
            <a:solidFill>
              <a:srgbClr val="8C7477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" name="18 Conector recto"/>
          <p:cNvCxnSpPr/>
          <p:nvPr/>
        </p:nvCxnSpPr>
        <p:spPr>
          <a:xfrm>
            <a:off x="1908175" y="25400"/>
            <a:ext cx="0" cy="3475038"/>
          </a:xfrm>
          <a:prstGeom prst="line">
            <a:avLst/>
          </a:prstGeom>
          <a:ln>
            <a:solidFill>
              <a:srgbClr val="8C7477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" name="19 Conector recto"/>
          <p:cNvCxnSpPr/>
          <p:nvPr/>
        </p:nvCxnSpPr>
        <p:spPr>
          <a:xfrm>
            <a:off x="3708400" y="25400"/>
            <a:ext cx="0" cy="3475038"/>
          </a:xfrm>
          <a:prstGeom prst="line">
            <a:avLst/>
          </a:prstGeom>
          <a:ln>
            <a:solidFill>
              <a:srgbClr val="8C7477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1" name="20 Conector recto"/>
          <p:cNvCxnSpPr/>
          <p:nvPr/>
        </p:nvCxnSpPr>
        <p:spPr>
          <a:xfrm>
            <a:off x="5435600" y="25400"/>
            <a:ext cx="0" cy="3475038"/>
          </a:xfrm>
          <a:prstGeom prst="line">
            <a:avLst/>
          </a:prstGeom>
          <a:ln>
            <a:solidFill>
              <a:srgbClr val="8C7477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2" name="21 Conector recto"/>
          <p:cNvCxnSpPr/>
          <p:nvPr/>
        </p:nvCxnSpPr>
        <p:spPr>
          <a:xfrm>
            <a:off x="7235825" y="25400"/>
            <a:ext cx="0" cy="3475038"/>
          </a:xfrm>
          <a:prstGeom prst="line">
            <a:avLst/>
          </a:prstGeom>
          <a:ln>
            <a:solidFill>
              <a:srgbClr val="8C7477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3" name="22 Conector recto"/>
          <p:cNvCxnSpPr/>
          <p:nvPr/>
        </p:nvCxnSpPr>
        <p:spPr>
          <a:xfrm>
            <a:off x="9036050" y="25400"/>
            <a:ext cx="0" cy="3475038"/>
          </a:xfrm>
          <a:prstGeom prst="line">
            <a:avLst/>
          </a:prstGeom>
          <a:ln>
            <a:solidFill>
              <a:srgbClr val="8C7477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" name="15 Conector recto"/>
          <p:cNvCxnSpPr/>
          <p:nvPr/>
        </p:nvCxnSpPr>
        <p:spPr>
          <a:xfrm>
            <a:off x="107950" y="2270125"/>
            <a:ext cx="8928100" cy="0"/>
          </a:xfrm>
          <a:prstGeom prst="line">
            <a:avLst/>
          </a:prstGeom>
          <a:ln>
            <a:solidFill>
              <a:srgbClr val="8C7477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6" name="25 Conector recto"/>
          <p:cNvCxnSpPr/>
          <p:nvPr/>
        </p:nvCxnSpPr>
        <p:spPr>
          <a:xfrm>
            <a:off x="107950" y="3500438"/>
            <a:ext cx="8928100" cy="0"/>
          </a:xfrm>
          <a:prstGeom prst="line">
            <a:avLst/>
          </a:prstGeom>
          <a:ln>
            <a:solidFill>
              <a:srgbClr val="8C7477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3" name="2 Grupo"/>
          <p:cNvGrpSpPr>
            <a:grpSpLocks/>
          </p:cNvGrpSpPr>
          <p:nvPr/>
        </p:nvGrpSpPr>
        <p:grpSpPr bwMode="auto">
          <a:xfrm>
            <a:off x="639763" y="844550"/>
            <a:ext cx="901700" cy="2266950"/>
            <a:chOff x="639168" y="843913"/>
            <a:chExt cx="902133" cy="2268252"/>
          </a:xfrm>
        </p:grpSpPr>
        <p:pic>
          <p:nvPicPr>
            <p:cNvPr id="13346" name="1 Imagen"/>
            <p:cNvPicPr>
              <a:picLocks noChangeAspect="1"/>
            </p:cNvPicPr>
            <p:nvPr/>
          </p:nvPicPr>
          <p:blipFill>
            <a:blip r:embed="rId2"/>
            <a:srcRect/>
            <a:stretch>
              <a:fillRect/>
            </a:stretch>
          </p:blipFill>
          <p:spPr bwMode="auto">
            <a:xfrm>
              <a:off x="639168" y="843913"/>
              <a:ext cx="902133" cy="992956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</p:pic>
        <p:sp>
          <p:nvSpPr>
            <p:cNvPr id="17" name="16 Elipse"/>
            <p:cNvSpPr/>
            <p:nvPr/>
          </p:nvSpPr>
          <p:spPr>
            <a:xfrm>
              <a:off x="828171" y="2723005"/>
              <a:ext cx="432007" cy="389160"/>
            </a:xfrm>
            <a:prstGeom prst="ellipse">
              <a:avLst/>
            </a:prstGeom>
            <a:solidFill>
              <a:schemeClr val="accent6"/>
            </a:solidFill>
            <a:ln>
              <a:noFill/>
            </a:ln>
            <a:effectLst>
              <a:outerShdw blurRad="50800" dist="38100" dir="5400000" algn="t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fontAlgn="auto">
                <a:spcBef>
                  <a:spcPts val="0"/>
                </a:spcBef>
                <a:spcAft>
                  <a:spcPts val="0"/>
                </a:spcAft>
                <a:defRPr/>
              </a:pPr>
              <a:endParaRPr lang="es-CL"/>
            </a:p>
          </p:txBody>
        </p:sp>
      </p:grpSp>
      <p:sp>
        <p:nvSpPr>
          <p:cNvPr id="24" name="23 Rectángulo"/>
          <p:cNvSpPr/>
          <p:nvPr/>
        </p:nvSpPr>
        <p:spPr>
          <a:xfrm>
            <a:off x="0" y="4005263"/>
            <a:ext cx="9144000" cy="71437"/>
          </a:xfrm>
          <a:prstGeom prst="rect">
            <a:avLst/>
          </a:prstGeom>
          <a:solidFill>
            <a:schemeClr val="accent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es-CL"/>
          </a:p>
        </p:txBody>
      </p:sp>
      <p:sp>
        <p:nvSpPr>
          <p:cNvPr id="25" name="24 Rectángulo"/>
          <p:cNvSpPr/>
          <p:nvPr/>
        </p:nvSpPr>
        <p:spPr>
          <a:xfrm>
            <a:off x="0" y="3573463"/>
            <a:ext cx="9144000" cy="360362"/>
          </a:xfrm>
          <a:prstGeom prst="rect">
            <a:avLst/>
          </a:prstGeom>
          <a:solidFill>
            <a:schemeClr val="accent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es-CL"/>
          </a:p>
        </p:txBody>
      </p:sp>
      <p:grpSp>
        <p:nvGrpSpPr>
          <p:cNvPr id="18" name="17 Grupo"/>
          <p:cNvGrpSpPr>
            <a:grpSpLocks/>
          </p:cNvGrpSpPr>
          <p:nvPr/>
        </p:nvGrpSpPr>
        <p:grpSpPr bwMode="auto">
          <a:xfrm>
            <a:off x="5795963" y="860425"/>
            <a:ext cx="1011237" cy="2273300"/>
            <a:chOff x="5796136" y="860371"/>
            <a:chExt cx="1011852" cy="2273272"/>
          </a:xfrm>
        </p:grpSpPr>
        <p:pic>
          <p:nvPicPr>
            <p:cNvPr id="13344" name="5 Imagen"/>
            <p:cNvPicPr>
              <a:picLocks noChangeAspect="1"/>
            </p:cNvPicPr>
            <p:nvPr/>
          </p:nvPicPr>
          <p:blipFill>
            <a:blip r:embed="rId3"/>
            <a:srcRect/>
            <a:stretch>
              <a:fillRect/>
            </a:stretch>
          </p:blipFill>
          <p:spPr bwMode="auto">
            <a:xfrm>
              <a:off x="5796136" y="860371"/>
              <a:ext cx="1011852" cy="965526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</p:pic>
        <p:sp>
          <p:nvSpPr>
            <p:cNvPr id="41" name="40 Rectángulo"/>
            <p:cNvSpPr/>
            <p:nvPr/>
          </p:nvSpPr>
          <p:spPr>
            <a:xfrm>
              <a:off x="6086825" y="2724073"/>
              <a:ext cx="430475" cy="409570"/>
            </a:xfrm>
            <a:prstGeom prst="rect">
              <a:avLst/>
            </a:prstGeom>
            <a:solidFill>
              <a:schemeClr val="accent6"/>
            </a:solidFill>
            <a:ln>
              <a:noFill/>
            </a:ln>
            <a:effectLst>
              <a:outerShdw blurRad="50800" dist="38100" dir="5400000" algn="t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fontAlgn="auto">
                <a:spcBef>
                  <a:spcPts val="0"/>
                </a:spcBef>
                <a:spcAft>
                  <a:spcPts val="0"/>
                </a:spcAft>
                <a:defRPr/>
              </a:pPr>
              <a:endParaRPr lang="es-CL"/>
            </a:p>
          </p:txBody>
        </p:sp>
      </p:grpSp>
      <p:grpSp>
        <p:nvGrpSpPr>
          <p:cNvPr id="10" name="9 Grupo"/>
          <p:cNvGrpSpPr>
            <a:grpSpLocks/>
          </p:cNvGrpSpPr>
          <p:nvPr/>
        </p:nvGrpSpPr>
        <p:grpSpPr bwMode="auto">
          <a:xfrm>
            <a:off x="4049713" y="849313"/>
            <a:ext cx="809625" cy="2262187"/>
            <a:chOff x="4049331" y="849399"/>
            <a:chExt cx="810701" cy="2262764"/>
          </a:xfrm>
        </p:grpSpPr>
        <p:pic>
          <p:nvPicPr>
            <p:cNvPr id="13342" name="4 Imagen"/>
            <p:cNvPicPr>
              <a:picLocks noChangeAspect="1"/>
            </p:cNvPicPr>
            <p:nvPr/>
          </p:nvPicPr>
          <p:blipFill>
            <a:blip r:embed="rId4"/>
            <a:srcRect/>
            <a:stretch>
              <a:fillRect/>
            </a:stretch>
          </p:blipFill>
          <p:spPr bwMode="auto">
            <a:xfrm>
              <a:off x="4049331" y="849399"/>
              <a:ext cx="810701" cy="976498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</p:pic>
        <p:sp>
          <p:nvSpPr>
            <p:cNvPr id="42" name="41 Triángulo isósceles"/>
            <p:cNvSpPr/>
            <p:nvPr/>
          </p:nvSpPr>
          <p:spPr>
            <a:xfrm>
              <a:off x="4319565" y="2669138"/>
              <a:ext cx="503906" cy="443025"/>
            </a:xfrm>
            <a:prstGeom prst="triangle">
              <a:avLst/>
            </a:prstGeom>
            <a:solidFill>
              <a:srgbClr val="ABC2C5"/>
            </a:solidFill>
            <a:ln>
              <a:noFill/>
            </a:ln>
            <a:effectLst>
              <a:outerShdw blurRad="50800" dist="38100" dir="5400000" algn="t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fontAlgn="auto">
                <a:spcBef>
                  <a:spcPts val="0"/>
                </a:spcBef>
                <a:spcAft>
                  <a:spcPts val="0"/>
                </a:spcAft>
                <a:defRPr/>
              </a:pPr>
              <a:endParaRPr lang="es-CL"/>
            </a:p>
          </p:txBody>
        </p:sp>
      </p:grpSp>
      <p:grpSp>
        <p:nvGrpSpPr>
          <p:cNvPr id="8" name="7 Grupo"/>
          <p:cNvGrpSpPr>
            <a:grpSpLocks/>
          </p:cNvGrpSpPr>
          <p:nvPr/>
        </p:nvGrpSpPr>
        <p:grpSpPr bwMode="auto">
          <a:xfrm>
            <a:off x="2419350" y="755650"/>
            <a:ext cx="785813" cy="2389188"/>
            <a:chOff x="2419432" y="756138"/>
            <a:chExt cx="786319" cy="2388244"/>
          </a:xfrm>
        </p:grpSpPr>
        <p:pic>
          <p:nvPicPr>
            <p:cNvPr id="13340" name="3 Imagen"/>
            <p:cNvPicPr>
              <a:picLocks noChangeAspect="1"/>
            </p:cNvPicPr>
            <p:nvPr/>
          </p:nvPicPr>
          <p:blipFill>
            <a:blip r:embed="rId5"/>
            <a:srcRect/>
            <a:stretch>
              <a:fillRect/>
            </a:stretch>
          </p:blipFill>
          <p:spPr bwMode="auto">
            <a:xfrm>
              <a:off x="2419432" y="756138"/>
              <a:ext cx="786319" cy="1080732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</p:pic>
        <p:sp>
          <p:nvSpPr>
            <p:cNvPr id="49" name="48 Rectángulo"/>
            <p:cNvSpPr/>
            <p:nvPr/>
          </p:nvSpPr>
          <p:spPr>
            <a:xfrm>
              <a:off x="2705366" y="2463613"/>
              <a:ext cx="214451" cy="680769"/>
            </a:xfrm>
            <a:prstGeom prst="rect">
              <a:avLst/>
            </a:prstGeom>
            <a:solidFill>
              <a:schemeClr val="accent6"/>
            </a:solidFill>
            <a:ln>
              <a:noFill/>
            </a:ln>
            <a:effectLst>
              <a:outerShdw blurRad="50800" dist="38100" dir="5400000" algn="t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fontAlgn="auto">
                <a:spcBef>
                  <a:spcPts val="0"/>
                </a:spcBef>
                <a:spcAft>
                  <a:spcPts val="0"/>
                </a:spcAft>
                <a:defRPr/>
              </a:pPr>
              <a:endParaRPr lang="es-CL"/>
            </a:p>
          </p:txBody>
        </p:sp>
      </p:grpSp>
      <p:grpSp>
        <p:nvGrpSpPr>
          <p:cNvPr id="28" name="27 Grupo"/>
          <p:cNvGrpSpPr>
            <a:grpSpLocks/>
          </p:cNvGrpSpPr>
          <p:nvPr/>
        </p:nvGrpSpPr>
        <p:grpSpPr bwMode="auto">
          <a:xfrm>
            <a:off x="7531100" y="822325"/>
            <a:ext cx="1073150" cy="2289175"/>
            <a:chOff x="7531641" y="821969"/>
            <a:chExt cx="1072807" cy="2290195"/>
          </a:xfrm>
        </p:grpSpPr>
        <p:pic>
          <p:nvPicPr>
            <p:cNvPr id="13338" name="6 Imagen"/>
            <p:cNvPicPr>
              <a:picLocks noChangeAspect="1"/>
            </p:cNvPicPr>
            <p:nvPr/>
          </p:nvPicPr>
          <p:blipFill>
            <a:blip r:embed="rId6"/>
            <a:srcRect/>
            <a:stretch>
              <a:fillRect/>
            </a:stretch>
          </p:blipFill>
          <p:spPr bwMode="auto">
            <a:xfrm>
              <a:off x="7531641" y="821969"/>
              <a:ext cx="1072807" cy="1003928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</p:pic>
        <p:sp>
          <p:nvSpPr>
            <p:cNvPr id="45" name="44 Estrella de 5 puntas"/>
            <p:cNvSpPr/>
            <p:nvPr/>
          </p:nvSpPr>
          <p:spPr>
            <a:xfrm>
              <a:off x="7852214" y="2599174"/>
              <a:ext cx="431662" cy="512990"/>
            </a:xfrm>
            <a:prstGeom prst="star5">
              <a:avLst>
                <a:gd name="adj" fmla="val 26976"/>
                <a:gd name="hf" fmla="val 105146"/>
                <a:gd name="vf" fmla="val 110557"/>
              </a:avLst>
            </a:prstGeom>
            <a:solidFill>
              <a:schemeClr val="accent6"/>
            </a:solidFill>
            <a:ln>
              <a:noFill/>
            </a:ln>
            <a:effectLst>
              <a:outerShdw blurRad="50800" dist="38100" dir="5400000" algn="t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fontAlgn="auto">
                <a:spcBef>
                  <a:spcPts val="0"/>
                </a:spcBef>
                <a:spcAft>
                  <a:spcPts val="0"/>
                </a:spcAft>
                <a:defRPr/>
              </a:pPr>
              <a:endParaRPr lang="es-CL"/>
            </a:p>
          </p:txBody>
        </p:sp>
      </p:grp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10" presetClass="entr" presetSubtype="0" fill="hold" nodeType="after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75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1500"/>
                            </p:stCondLst>
                            <p:childTnLst>
                              <p:par>
                                <p:cTn id="13" presetID="10" presetClass="entr" presetSubtype="0" fill="hold" nodeType="after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10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>
                            <p:stCondLst>
                              <p:cond delay="3000"/>
                            </p:stCondLst>
                            <p:childTnLst>
                              <p:par>
                                <p:cTn id="17" presetID="10" presetClass="entr" presetSubtype="0" fill="hold" nodeType="after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12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0" fill="hold">
                            <p:stCondLst>
                              <p:cond delay="4750"/>
                            </p:stCondLst>
                            <p:childTnLst>
                              <p:par>
                                <p:cTn id="21" presetID="10" presetClass="entr" presetSubtype="0" fill="hold" nodeType="after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125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4" fill="hold">
                            <p:stCondLst>
                              <p:cond delay="6500"/>
                            </p:stCondLst>
                            <p:childTnLst>
                              <p:par>
                                <p:cTn id="25" presetID="42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10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8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9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0" fill="hold">
                            <p:stCondLst>
                              <p:cond delay="7500"/>
                            </p:stCondLst>
                            <p:childTnLst>
                              <p:par>
                                <p:cTn id="31" presetID="42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3" dur="1000"/>
                                        <p:tgtEl>
                                          <p:spTgt spid="1769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4" dur="1000" fill="hold"/>
                                        <p:tgtEl>
                                          <p:spTgt spid="176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5" dur="1000" fill="hold"/>
                                        <p:tgtEl>
                                          <p:spTgt spid="176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1" grpId="0"/>
      <p:bldP spid="1769" grpId="0"/>
    </p:bld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" name="43 Rectángulo"/>
          <p:cNvSpPr/>
          <p:nvPr/>
        </p:nvSpPr>
        <p:spPr>
          <a:xfrm>
            <a:off x="0" y="5945188"/>
            <a:ext cx="9144000" cy="912812"/>
          </a:xfrm>
          <a:prstGeom prst="rect">
            <a:avLst/>
          </a:prstGeom>
          <a:solidFill>
            <a:srgbClr val="ABC2C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es-CL"/>
          </a:p>
        </p:txBody>
      </p:sp>
      <p:sp>
        <p:nvSpPr>
          <p:cNvPr id="43" name="42 Rectángulo"/>
          <p:cNvSpPr/>
          <p:nvPr/>
        </p:nvSpPr>
        <p:spPr>
          <a:xfrm>
            <a:off x="0" y="4149725"/>
            <a:ext cx="9144000" cy="1727200"/>
          </a:xfrm>
          <a:prstGeom prst="rect">
            <a:avLst/>
          </a:prstGeom>
          <a:solidFill>
            <a:schemeClr val="accent4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es-CL"/>
          </a:p>
        </p:txBody>
      </p:sp>
      <p:cxnSp>
        <p:nvCxnSpPr>
          <p:cNvPr id="9" name="8 Conector recto"/>
          <p:cNvCxnSpPr/>
          <p:nvPr/>
        </p:nvCxnSpPr>
        <p:spPr>
          <a:xfrm>
            <a:off x="107950" y="25400"/>
            <a:ext cx="0" cy="3475038"/>
          </a:xfrm>
          <a:prstGeom prst="line">
            <a:avLst/>
          </a:prstGeom>
          <a:ln>
            <a:solidFill>
              <a:srgbClr val="8C7477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" name="18 Conector recto"/>
          <p:cNvCxnSpPr/>
          <p:nvPr/>
        </p:nvCxnSpPr>
        <p:spPr>
          <a:xfrm>
            <a:off x="1908175" y="25400"/>
            <a:ext cx="0" cy="3475038"/>
          </a:xfrm>
          <a:prstGeom prst="line">
            <a:avLst/>
          </a:prstGeom>
          <a:ln>
            <a:solidFill>
              <a:srgbClr val="8C7477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" name="19 Conector recto"/>
          <p:cNvCxnSpPr/>
          <p:nvPr/>
        </p:nvCxnSpPr>
        <p:spPr>
          <a:xfrm>
            <a:off x="3708400" y="25400"/>
            <a:ext cx="0" cy="666750"/>
          </a:xfrm>
          <a:prstGeom prst="line">
            <a:avLst/>
          </a:prstGeom>
          <a:ln>
            <a:solidFill>
              <a:srgbClr val="8C7477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1" name="20 Conector recto"/>
          <p:cNvCxnSpPr/>
          <p:nvPr/>
        </p:nvCxnSpPr>
        <p:spPr>
          <a:xfrm>
            <a:off x="5435600" y="25400"/>
            <a:ext cx="0" cy="666750"/>
          </a:xfrm>
          <a:prstGeom prst="line">
            <a:avLst/>
          </a:prstGeom>
          <a:ln>
            <a:solidFill>
              <a:srgbClr val="8C7477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2" name="21 Conector recto"/>
          <p:cNvCxnSpPr/>
          <p:nvPr/>
        </p:nvCxnSpPr>
        <p:spPr>
          <a:xfrm>
            <a:off x="7235825" y="25400"/>
            <a:ext cx="0" cy="3475038"/>
          </a:xfrm>
          <a:prstGeom prst="line">
            <a:avLst/>
          </a:prstGeom>
          <a:ln>
            <a:solidFill>
              <a:srgbClr val="8C7477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3" name="22 Conector recto"/>
          <p:cNvCxnSpPr/>
          <p:nvPr/>
        </p:nvCxnSpPr>
        <p:spPr>
          <a:xfrm>
            <a:off x="9036050" y="25400"/>
            <a:ext cx="0" cy="3475038"/>
          </a:xfrm>
          <a:prstGeom prst="line">
            <a:avLst/>
          </a:prstGeom>
          <a:ln>
            <a:solidFill>
              <a:srgbClr val="8C7477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" name="15 Conector recto"/>
          <p:cNvCxnSpPr/>
          <p:nvPr/>
        </p:nvCxnSpPr>
        <p:spPr>
          <a:xfrm>
            <a:off x="107950" y="2270125"/>
            <a:ext cx="1800225" cy="0"/>
          </a:xfrm>
          <a:prstGeom prst="line">
            <a:avLst/>
          </a:prstGeom>
          <a:ln>
            <a:solidFill>
              <a:srgbClr val="8C7477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6" name="25 Conector recto"/>
          <p:cNvCxnSpPr/>
          <p:nvPr/>
        </p:nvCxnSpPr>
        <p:spPr>
          <a:xfrm>
            <a:off x="107950" y="3500438"/>
            <a:ext cx="8928100" cy="0"/>
          </a:xfrm>
          <a:prstGeom prst="line">
            <a:avLst/>
          </a:prstGeom>
          <a:ln>
            <a:solidFill>
              <a:srgbClr val="8C7477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4" name="23 Rectángulo"/>
          <p:cNvSpPr/>
          <p:nvPr/>
        </p:nvSpPr>
        <p:spPr>
          <a:xfrm>
            <a:off x="0" y="4005263"/>
            <a:ext cx="9144000" cy="71437"/>
          </a:xfrm>
          <a:prstGeom prst="rect">
            <a:avLst/>
          </a:prstGeom>
          <a:solidFill>
            <a:schemeClr val="accent2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es-CL"/>
          </a:p>
        </p:txBody>
      </p:sp>
      <p:sp>
        <p:nvSpPr>
          <p:cNvPr id="25" name="24 Rectángulo"/>
          <p:cNvSpPr/>
          <p:nvPr/>
        </p:nvSpPr>
        <p:spPr>
          <a:xfrm>
            <a:off x="0" y="3573463"/>
            <a:ext cx="9144000" cy="360362"/>
          </a:xfrm>
          <a:prstGeom prst="rect">
            <a:avLst/>
          </a:prstGeom>
          <a:solidFill>
            <a:schemeClr val="accent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es-CL"/>
          </a:p>
        </p:txBody>
      </p:sp>
      <p:grpSp>
        <p:nvGrpSpPr>
          <p:cNvPr id="18" name="17 Grupo"/>
          <p:cNvGrpSpPr>
            <a:grpSpLocks/>
          </p:cNvGrpSpPr>
          <p:nvPr/>
        </p:nvGrpSpPr>
        <p:grpSpPr bwMode="auto">
          <a:xfrm>
            <a:off x="2051050" y="765175"/>
            <a:ext cx="5184775" cy="1076325"/>
            <a:chOff x="2051720" y="764704"/>
            <a:chExt cx="5184576" cy="1077218"/>
          </a:xfrm>
        </p:grpSpPr>
        <p:pic>
          <p:nvPicPr>
            <p:cNvPr id="14356" name="1 Imagen"/>
            <p:cNvPicPr>
              <a:picLocks noChangeAspect="1"/>
            </p:cNvPicPr>
            <p:nvPr/>
          </p:nvPicPr>
          <p:blipFill>
            <a:blip r:embed="rId2"/>
            <a:srcRect/>
            <a:stretch>
              <a:fillRect/>
            </a:stretch>
          </p:blipFill>
          <p:spPr bwMode="auto">
            <a:xfrm rot="5400000">
              <a:off x="2073679" y="862905"/>
              <a:ext cx="436237" cy="480156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</p:pic>
        <p:sp>
          <p:nvSpPr>
            <p:cNvPr id="31" name="30 CuadroTexto"/>
            <p:cNvSpPr txBox="1"/>
            <p:nvPr/>
          </p:nvSpPr>
          <p:spPr>
            <a:xfrm>
              <a:off x="2699395" y="764704"/>
              <a:ext cx="4536901" cy="1077218"/>
            </a:xfrm>
            <a:prstGeom prst="rect">
              <a:avLst/>
            </a:prstGeom>
            <a:noFill/>
          </p:spPr>
          <p:txBody>
            <a:bodyPr>
              <a:spAutoFit/>
            </a:bodyPr>
            <a:lstStyle/>
            <a:p>
              <a:pPr fontAlgn="auto">
                <a:spcBef>
                  <a:spcPts val="0"/>
                </a:spcBef>
                <a:spcAft>
                  <a:spcPts val="0"/>
                </a:spcAft>
                <a:defRPr/>
              </a:pPr>
              <a:r>
                <a:rPr lang="es-ES_tradnl" sz="2800" b="1" dirty="0">
                  <a:solidFill>
                    <a:schemeClr val="accent6"/>
                  </a:solidFill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  <a:latin typeface="+mn-lt"/>
                  <a:cs typeface="+mn-cs"/>
                </a:rPr>
                <a:t>Voy a aprender a…</a:t>
              </a:r>
            </a:p>
            <a:p>
              <a:pPr fontAlgn="auto">
                <a:lnSpc>
                  <a:spcPct val="150000"/>
                </a:lnSpc>
                <a:spcBef>
                  <a:spcPts val="0"/>
                </a:spcBef>
                <a:spcAft>
                  <a:spcPts val="0"/>
                </a:spcAft>
                <a:defRPr/>
              </a:pPr>
              <a:r>
                <a:rPr lang="es-CL" sz="2400" b="1" dirty="0">
                  <a:solidFill>
                    <a:schemeClr val="accent4">
                      <a:lumMod val="75000"/>
                    </a:schemeClr>
                  </a:solidFill>
                  <a:latin typeface="+mn-lt"/>
                  <a:cs typeface="+mn-cs"/>
                </a:rPr>
                <a:t>leer gráficos</a:t>
              </a:r>
              <a:endParaRPr lang="es-CL" b="1" dirty="0">
                <a:solidFill>
                  <a:schemeClr val="accent4">
                    <a:lumMod val="75000"/>
                  </a:schemeClr>
                </a:solidFill>
                <a:latin typeface="+mn-lt"/>
                <a:cs typeface="+mn-cs"/>
              </a:endParaRPr>
            </a:p>
          </p:txBody>
        </p:sp>
      </p:grpSp>
      <p:cxnSp>
        <p:nvCxnSpPr>
          <p:cNvPr id="35" name="34 Conector recto"/>
          <p:cNvCxnSpPr/>
          <p:nvPr/>
        </p:nvCxnSpPr>
        <p:spPr>
          <a:xfrm>
            <a:off x="7235825" y="2270125"/>
            <a:ext cx="1800225" cy="0"/>
          </a:xfrm>
          <a:prstGeom prst="line">
            <a:avLst/>
          </a:prstGeom>
          <a:ln>
            <a:solidFill>
              <a:srgbClr val="8C7477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28" name="27 Grupo"/>
          <p:cNvGrpSpPr>
            <a:grpSpLocks/>
          </p:cNvGrpSpPr>
          <p:nvPr/>
        </p:nvGrpSpPr>
        <p:grpSpPr bwMode="auto">
          <a:xfrm>
            <a:off x="2051050" y="2022475"/>
            <a:ext cx="5184775" cy="1262063"/>
            <a:chOff x="2051721" y="2023100"/>
            <a:chExt cx="5184575" cy="1261884"/>
          </a:xfrm>
        </p:grpSpPr>
        <p:sp>
          <p:nvSpPr>
            <p:cNvPr id="36" name="35 CuadroTexto"/>
            <p:cNvSpPr txBox="1"/>
            <p:nvPr/>
          </p:nvSpPr>
          <p:spPr>
            <a:xfrm>
              <a:off x="2699396" y="2023100"/>
              <a:ext cx="4536900" cy="1261884"/>
            </a:xfrm>
            <a:prstGeom prst="rect">
              <a:avLst/>
            </a:prstGeom>
            <a:noFill/>
          </p:spPr>
          <p:txBody>
            <a:bodyPr>
              <a:spAutoFit/>
            </a:bodyPr>
            <a:lstStyle/>
            <a:p>
              <a:pPr fontAlgn="auto">
                <a:spcBef>
                  <a:spcPts val="0"/>
                </a:spcBef>
                <a:spcAft>
                  <a:spcPts val="0"/>
                </a:spcAft>
                <a:defRPr/>
              </a:pPr>
              <a:r>
                <a:rPr lang="es-ES_tradnl" sz="2800" b="1" dirty="0">
                  <a:solidFill>
                    <a:schemeClr val="accent6"/>
                  </a:solidFill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  <a:latin typeface="+mn-lt"/>
                  <a:cs typeface="+mn-cs"/>
                </a:rPr>
                <a:t>y me va a servir para…</a:t>
              </a:r>
            </a:p>
            <a:p>
              <a:pPr fontAlgn="auto">
                <a:spcBef>
                  <a:spcPts val="0"/>
                </a:spcBef>
                <a:spcAft>
                  <a:spcPts val="0"/>
                </a:spcAft>
                <a:defRPr/>
              </a:pPr>
              <a:r>
                <a:rPr lang="es-ES_tradnl" sz="2400" b="1" dirty="0">
                  <a:solidFill>
                    <a:schemeClr val="accent4">
                      <a:lumMod val="75000"/>
                    </a:schemeClr>
                  </a:solidFill>
                  <a:latin typeface="+mn-lt"/>
                  <a:cs typeface="+mn-cs"/>
                </a:rPr>
                <a:t>entender y obtener información que nos entrega un gráfico</a:t>
              </a:r>
              <a:endParaRPr lang="es-CL" b="1" dirty="0">
                <a:solidFill>
                  <a:schemeClr val="accent4">
                    <a:lumMod val="75000"/>
                  </a:schemeClr>
                </a:solidFill>
                <a:latin typeface="+mn-lt"/>
                <a:cs typeface="+mn-cs"/>
              </a:endParaRPr>
            </a:p>
          </p:txBody>
        </p:sp>
        <p:pic>
          <p:nvPicPr>
            <p:cNvPr id="14355" name="36 Imagen"/>
            <p:cNvPicPr>
              <a:picLocks noChangeAspect="1"/>
            </p:cNvPicPr>
            <p:nvPr/>
          </p:nvPicPr>
          <p:blipFill>
            <a:blip r:embed="rId2"/>
            <a:srcRect/>
            <a:stretch>
              <a:fillRect/>
            </a:stretch>
          </p:blipFill>
          <p:spPr bwMode="auto">
            <a:xfrm rot="5400000">
              <a:off x="2073680" y="2178715"/>
              <a:ext cx="436237" cy="480156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</p:pic>
      </p:grpSp>
      <p:cxnSp>
        <p:nvCxnSpPr>
          <p:cNvPr id="38" name="37 Conector recto"/>
          <p:cNvCxnSpPr/>
          <p:nvPr/>
        </p:nvCxnSpPr>
        <p:spPr>
          <a:xfrm>
            <a:off x="107950" y="1052513"/>
            <a:ext cx="1800225" cy="0"/>
          </a:xfrm>
          <a:prstGeom prst="line">
            <a:avLst/>
          </a:prstGeom>
          <a:ln>
            <a:solidFill>
              <a:srgbClr val="8C7477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9" name="38 Conector recto"/>
          <p:cNvCxnSpPr/>
          <p:nvPr/>
        </p:nvCxnSpPr>
        <p:spPr>
          <a:xfrm>
            <a:off x="7235825" y="1052513"/>
            <a:ext cx="1800225" cy="0"/>
          </a:xfrm>
          <a:prstGeom prst="line">
            <a:avLst/>
          </a:prstGeom>
          <a:ln>
            <a:solidFill>
              <a:srgbClr val="8C7477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5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5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" fill="hold">
                            <p:stCondLst>
                              <p:cond delay="1500"/>
                            </p:stCondLst>
                            <p:childTnLst>
                              <p:par>
                                <p:cTn id="11" presetID="42" presetClass="entr" presetSubtype="0" fill="hold" nodeType="after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10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4" dur="1000" fill="hold"/>
                                        <p:tgtEl>
                                          <p:spTgt spid="2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2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" name="43 Rectángulo"/>
          <p:cNvSpPr/>
          <p:nvPr/>
        </p:nvSpPr>
        <p:spPr>
          <a:xfrm>
            <a:off x="0" y="5945188"/>
            <a:ext cx="9144000" cy="912812"/>
          </a:xfrm>
          <a:prstGeom prst="rect">
            <a:avLst/>
          </a:prstGeom>
          <a:solidFill>
            <a:srgbClr val="ABC2C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es-CL"/>
          </a:p>
        </p:txBody>
      </p:sp>
      <p:sp>
        <p:nvSpPr>
          <p:cNvPr id="43" name="42 Rectángulo"/>
          <p:cNvSpPr/>
          <p:nvPr/>
        </p:nvSpPr>
        <p:spPr>
          <a:xfrm>
            <a:off x="0" y="4149725"/>
            <a:ext cx="9144000" cy="1727200"/>
          </a:xfrm>
          <a:prstGeom prst="rect">
            <a:avLst/>
          </a:prstGeom>
          <a:solidFill>
            <a:schemeClr val="accent4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es-CL"/>
          </a:p>
        </p:txBody>
      </p:sp>
      <p:sp>
        <p:nvSpPr>
          <p:cNvPr id="24" name="23 Rectángulo"/>
          <p:cNvSpPr/>
          <p:nvPr/>
        </p:nvSpPr>
        <p:spPr>
          <a:xfrm>
            <a:off x="0" y="4005263"/>
            <a:ext cx="9144000" cy="71437"/>
          </a:xfrm>
          <a:prstGeom prst="rect">
            <a:avLst/>
          </a:prstGeom>
          <a:solidFill>
            <a:schemeClr val="accent2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es-CL"/>
          </a:p>
        </p:txBody>
      </p:sp>
      <p:sp>
        <p:nvSpPr>
          <p:cNvPr id="25" name="24 Rectángulo"/>
          <p:cNvSpPr/>
          <p:nvPr/>
        </p:nvSpPr>
        <p:spPr>
          <a:xfrm>
            <a:off x="0" y="3573463"/>
            <a:ext cx="9144000" cy="360362"/>
          </a:xfrm>
          <a:prstGeom prst="rect">
            <a:avLst/>
          </a:prstGeom>
          <a:solidFill>
            <a:schemeClr val="accent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es-CL"/>
          </a:p>
        </p:txBody>
      </p:sp>
      <p:sp>
        <p:nvSpPr>
          <p:cNvPr id="27" name="26 Rectángulo redondeado"/>
          <p:cNvSpPr/>
          <p:nvPr/>
        </p:nvSpPr>
        <p:spPr>
          <a:xfrm>
            <a:off x="179388" y="188913"/>
            <a:ext cx="8785225" cy="6480175"/>
          </a:xfrm>
          <a:prstGeom prst="roundRect">
            <a:avLst>
              <a:gd name="adj" fmla="val 7957"/>
            </a:avLst>
          </a:prstGeom>
          <a:solidFill>
            <a:schemeClr val="bg1"/>
          </a:solidFill>
          <a:ln w="6350">
            <a:solidFill>
              <a:srgbClr val="078313"/>
            </a:solidFill>
            <a:prstDash val="sys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es-CL"/>
          </a:p>
        </p:txBody>
      </p:sp>
      <p:graphicFrame>
        <p:nvGraphicFramePr>
          <p:cNvPr id="29" name="28 Tabla"/>
          <p:cNvGraphicFramePr>
            <a:graphicFrameLocks noGrp="1"/>
          </p:cNvGraphicFramePr>
          <p:nvPr/>
        </p:nvGraphicFramePr>
        <p:xfrm>
          <a:off x="1524000" y="1774733"/>
          <a:ext cx="6096000" cy="4678603"/>
        </p:xfrm>
        <a:graphic>
          <a:graphicData uri="http://schemas.openxmlformats.org/drawingml/2006/table">
            <a:tbl>
              <a:tblPr firstRow="1" bandRow="1">
                <a:effectLst>
                  <a:outerShdw blurRad="50800" dist="38100" dir="5400000" algn="t" rotWithShape="0">
                    <a:prstClr val="black">
                      <a:alpha val="40000"/>
                    </a:prstClr>
                  </a:outerShdw>
                </a:effectLst>
              </a:tblPr>
              <a:tblGrid>
                <a:gridCol w="1524000"/>
                <a:gridCol w="1524000"/>
                <a:gridCol w="1524000"/>
                <a:gridCol w="1524000"/>
              </a:tblGrid>
              <a:tr h="2734387">
                <a:tc>
                  <a:txBody>
                    <a:bodyPr/>
                    <a:lstStyle/>
                    <a:p>
                      <a:pPr>
                        <a:buFont typeface="Arial" charset="0"/>
                        <a:buNone/>
                      </a:pPr>
                      <a:endParaRPr lang="es-CL" sz="2400" baseline="0" dirty="0" smtClean="0"/>
                    </a:p>
                  </a:txBody>
                  <a:tcPr>
                    <a:lnL w="6350" cap="flat" cmpd="sng" algn="ctr">
                      <a:solidFill>
                        <a:schemeClr val="accent3">
                          <a:lumMod val="7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accent3">
                          <a:lumMod val="7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accent3">
                          <a:lumMod val="7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solidFill>
                      <a:srgbClr val="FFFFE5"/>
                    </a:solidFill>
                  </a:tcPr>
                </a:tc>
                <a:tc>
                  <a:txBody>
                    <a:bodyPr/>
                    <a:lstStyle/>
                    <a:p>
                      <a:endParaRPr lang="es-CL" sz="2400" dirty="0" smtClean="0"/>
                    </a:p>
                  </a:txBody>
                  <a:tcPr>
                    <a:lnL w="6350" cap="flat" cmpd="sng" algn="ctr">
                      <a:solidFill>
                        <a:schemeClr val="accent3">
                          <a:lumMod val="7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accent3">
                          <a:lumMod val="7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accent3">
                          <a:lumMod val="7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accent3">
                          <a:lumMod val="7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solidFill>
                      <a:srgbClr val="FFFFE5"/>
                    </a:solidFill>
                  </a:tcPr>
                </a:tc>
                <a:tc>
                  <a:txBody>
                    <a:bodyPr/>
                    <a:lstStyle/>
                    <a:p>
                      <a:endParaRPr lang="es-CL" sz="2000" dirty="0"/>
                    </a:p>
                  </a:txBody>
                  <a:tcPr>
                    <a:lnL w="6350" cap="flat" cmpd="sng" algn="ctr">
                      <a:solidFill>
                        <a:schemeClr val="accent3">
                          <a:lumMod val="7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accent3">
                          <a:lumMod val="7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accent3">
                          <a:lumMod val="7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accent3">
                          <a:lumMod val="7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solidFill>
                      <a:srgbClr val="FFFFE5"/>
                    </a:solidFill>
                  </a:tcPr>
                </a:tc>
                <a:tc>
                  <a:txBody>
                    <a:bodyPr/>
                    <a:lstStyle/>
                    <a:p>
                      <a:endParaRPr lang="es-CL" sz="2400" dirty="0" smtClean="0"/>
                    </a:p>
                  </a:txBody>
                  <a:tcPr>
                    <a:lnL w="6350" cap="flat" cmpd="sng" algn="ctr">
                      <a:solidFill>
                        <a:schemeClr val="accent3">
                          <a:lumMod val="7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accent3">
                          <a:lumMod val="7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accent3">
                          <a:lumMod val="7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accent3">
                          <a:lumMod val="7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solidFill>
                      <a:srgbClr val="FFFFE5"/>
                    </a:solidFill>
                  </a:tcPr>
                </a:tc>
              </a:tr>
              <a:tr h="1152128">
                <a:tc>
                  <a:txBody>
                    <a:bodyPr/>
                    <a:lstStyle/>
                    <a:p>
                      <a:endParaRPr lang="es-CL" dirty="0"/>
                    </a:p>
                  </a:txBody>
                  <a:tcPr>
                    <a:lnL w="6350" cap="flat" cmpd="sng" algn="ctr">
                      <a:solidFill>
                        <a:schemeClr val="accent3">
                          <a:lumMod val="7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accent3">
                          <a:lumMod val="7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accent3">
                          <a:lumMod val="7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accent3">
                          <a:lumMod val="7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es-CL" dirty="0"/>
                    </a:p>
                  </a:txBody>
                  <a:tcPr>
                    <a:lnL w="6350" cap="flat" cmpd="sng" algn="ctr">
                      <a:solidFill>
                        <a:schemeClr val="accent3">
                          <a:lumMod val="7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accent3">
                          <a:lumMod val="7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accent3">
                          <a:lumMod val="7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accent3">
                          <a:lumMod val="7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es-CL" dirty="0"/>
                    </a:p>
                  </a:txBody>
                  <a:tcPr>
                    <a:lnL w="6350" cap="flat" cmpd="sng" algn="ctr">
                      <a:solidFill>
                        <a:schemeClr val="accent3">
                          <a:lumMod val="7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accent3">
                          <a:lumMod val="7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accent3">
                          <a:lumMod val="7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accent3">
                          <a:lumMod val="7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es-CL" dirty="0"/>
                    </a:p>
                  </a:txBody>
                  <a:tcPr>
                    <a:lnL w="6350" cap="flat" cmpd="sng" algn="ctr">
                      <a:solidFill>
                        <a:schemeClr val="accent3">
                          <a:lumMod val="7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accent3">
                          <a:lumMod val="7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accent3">
                          <a:lumMod val="7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accent3">
                          <a:lumMod val="7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792088">
                <a:tc gridSpan="4">
                  <a:txBody>
                    <a:bodyPr/>
                    <a:lstStyle/>
                    <a:p>
                      <a:pPr algn="l"/>
                      <a:r>
                        <a:rPr lang="es-CL" sz="2800" dirty="0" smtClean="0">
                          <a:solidFill>
                            <a:schemeClr val="accent4">
                              <a:lumMod val="75000"/>
                            </a:schemeClr>
                          </a:solidFill>
                        </a:rPr>
                        <a:t>Cada  </a:t>
                      </a:r>
                      <a:r>
                        <a:rPr lang="es-CL" sz="2800" baseline="0" dirty="0" smtClean="0">
                          <a:solidFill>
                            <a:schemeClr val="accent4">
                              <a:lumMod val="75000"/>
                            </a:schemeClr>
                          </a:solidFill>
                        </a:rPr>
                        <a:t>    representa 1 fruta</a:t>
                      </a:r>
                      <a:endParaRPr lang="es-CL" sz="2800" dirty="0">
                        <a:solidFill>
                          <a:schemeClr val="accent4">
                            <a:lumMod val="75000"/>
                          </a:schemeClr>
                        </a:solidFill>
                      </a:endParaRPr>
                    </a:p>
                  </a:txBody>
                  <a:tcPr>
                    <a:lnL w="6350" cap="flat" cmpd="sng" algn="ctr">
                      <a:solidFill>
                        <a:schemeClr val="accent3">
                          <a:lumMod val="7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accent3">
                          <a:lumMod val="7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accent3">
                          <a:lumMod val="7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accent3">
                          <a:lumMod val="7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endParaRPr lang="es-CL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s-CL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s-CL"/>
                    </a:p>
                  </a:txBody>
                  <a:tcPr/>
                </a:tc>
              </a:tr>
            </a:tbl>
          </a:graphicData>
        </a:graphic>
      </p:graphicFrame>
      <p:sp>
        <p:nvSpPr>
          <p:cNvPr id="30" name="29 Rectángulo"/>
          <p:cNvSpPr/>
          <p:nvPr/>
        </p:nvSpPr>
        <p:spPr>
          <a:xfrm>
            <a:off x="2230438" y="333375"/>
            <a:ext cx="4699000" cy="70643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es-ES" sz="4000" b="1" dirty="0">
                <a:solidFill>
                  <a:schemeClr val="accent6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n-lt"/>
                <a:cs typeface="+mn-cs"/>
              </a:rPr>
              <a:t>Leyendo Pictogramas</a:t>
            </a:r>
          </a:p>
        </p:txBody>
      </p:sp>
      <p:grpSp>
        <p:nvGrpSpPr>
          <p:cNvPr id="17" name="16 Grupo"/>
          <p:cNvGrpSpPr>
            <a:grpSpLocks/>
          </p:cNvGrpSpPr>
          <p:nvPr/>
        </p:nvGrpSpPr>
        <p:grpSpPr bwMode="auto">
          <a:xfrm>
            <a:off x="1981200" y="4605338"/>
            <a:ext cx="5360988" cy="911225"/>
            <a:chOff x="1980495" y="4605362"/>
            <a:chExt cx="5360967" cy="911870"/>
          </a:xfrm>
        </p:grpSpPr>
        <p:pic>
          <p:nvPicPr>
            <p:cNvPr id="15412" name="2 Imagen"/>
            <p:cNvPicPr>
              <a:picLocks noChangeAspect="1"/>
            </p:cNvPicPr>
            <p:nvPr/>
          </p:nvPicPr>
          <p:blipFill>
            <a:blip r:embed="rId2"/>
            <a:srcRect/>
            <a:stretch>
              <a:fillRect/>
            </a:stretch>
          </p:blipFill>
          <p:spPr bwMode="auto">
            <a:xfrm>
              <a:off x="1980495" y="4694430"/>
              <a:ext cx="770524" cy="822802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</p:pic>
        <p:pic>
          <p:nvPicPr>
            <p:cNvPr id="15413" name="3 Imagen"/>
            <p:cNvPicPr>
              <a:picLocks noChangeAspect="1"/>
            </p:cNvPicPr>
            <p:nvPr/>
          </p:nvPicPr>
          <p:blipFill>
            <a:blip r:embed="rId3"/>
            <a:srcRect/>
            <a:stretch>
              <a:fillRect/>
            </a:stretch>
          </p:blipFill>
          <p:spPr bwMode="auto">
            <a:xfrm>
              <a:off x="3485563" y="4737577"/>
              <a:ext cx="838095" cy="736508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</p:pic>
        <p:pic>
          <p:nvPicPr>
            <p:cNvPr id="15414" name="4 Imagen"/>
            <p:cNvPicPr>
              <a:picLocks noChangeAspect="1"/>
            </p:cNvPicPr>
            <p:nvPr/>
          </p:nvPicPr>
          <p:blipFill>
            <a:blip r:embed="rId4"/>
            <a:srcRect/>
            <a:stretch>
              <a:fillRect/>
            </a:stretch>
          </p:blipFill>
          <p:spPr bwMode="auto">
            <a:xfrm>
              <a:off x="4788024" y="4694430"/>
              <a:ext cx="1053968" cy="787302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</p:pic>
        <p:pic>
          <p:nvPicPr>
            <p:cNvPr id="15415" name="5 Imagen"/>
            <p:cNvPicPr>
              <a:picLocks noChangeAspect="1"/>
            </p:cNvPicPr>
            <p:nvPr/>
          </p:nvPicPr>
          <p:blipFill>
            <a:blip r:embed="rId5"/>
            <a:srcRect/>
            <a:stretch>
              <a:fillRect/>
            </a:stretch>
          </p:blipFill>
          <p:spPr bwMode="auto">
            <a:xfrm>
              <a:off x="6300192" y="4605362"/>
              <a:ext cx="1041270" cy="863492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</p:pic>
      </p:grpSp>
      <p:grpSp>
        <p:nvGrpSpPr>
          <p:cNvPr id="18" name="17 Grupo"/>
          <p:cNvGrpSpPr>
            <a:grpSpLocks/>
          </p:cNvGrpSpPr>
          <p:nvPr/>
        </p:nvGrpSpPr>
        <p:grpSpPr bwMode="auto">
          <a:xfrm>
            <a:off x="1881188" y="1916113"/>
            <a:ext cx="4994275" cy="2160587"/>
            <a:chOff x="1881962" y="1916832"/>
            <a:chExt cx="4994294" cy="2160240"/>
          </a:xfrm>
        </p:grpSpPr>
        <p:grpSp>
          <p:nvGrpSpPr>
            <p:cNvPr id="15376" name="8 Grupo"/>
            <p:cNvGrpSpPr>
              <a:grpSpLocks/>
            </p:cNvGrpSpPr>
            <p:nvPr/>
          </p:nvGrpSpPr>
          <p:grpSpPr bwMode="auto">
            <a:xfrm>
              <a:off x="1881962" y="1916832"/>
              <a:ext cx="817830" cy="1796207"/>
              <a:chOff x="1881962" y="1916832"/>
              <a:chExt cx="817830" cy="1796207"/>
            </a:xfrm>
          </p:grpSpPr>
          <p:pic>
            <p:nvPicPr>
              <p:cNvPr id="15402" name="Picture 4"/>
              <p:cNvPicPr>
                <a:picLocks noChangeAspect="1" noChangeArrowheads="1"/>
              </p:cNvPicPr>
              <p:nvPr/>
            </p:nvPicPr>
            <p:blipFill>
              <a:blip r:embed="rId6"/>
              <a:srcRect/>
              <a:stretch>
                <a:fillRect/>
              </a:stretch>
            </p:blipFill>
            <p:spPr bwMode="auto">
              <a:xfrm>
                <a:off x="1881962" y="1916832"/>
                <a:ext cx="386565" cy="356047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</p:spPr>
          </p:pic>
          <p:pic>
            <p:nvPicPr>
              <p:cNvPr id="15403" name="Picture 4"/>
              <p:cNvPicPr>
                <a:picLocks noChangeAspect="1" noChangeArrowheads="1"/>
              </p:cNvPicPr>
              <p:nvPr/>
            </p:nvPicPr>
            <p:blipFill>
              <a:blip r:embed="rId6"/>
              <a:srcRect/>
              <a:stretch>
                <a:fillRect/>
              </a:stretch>
            </p:blipFill>
            <p:spPr bwMode="auto">
              <a:xfrm>
                <a:off x="2313227" y="1916832"/>
                <a:ext cx="386565" cy="356047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</p:spPr>
          </p:pic>
          <p:pic>
            <p:nvPicPr>
              <p:cNvPr id="15404" name="Picture 4"/>
              <p:cNvPicPr>
                <a:picLocks noChangeAspect="1" noChangeArrowheads="1"/>
              </p:cNvPicPr>
              <p:nvPr/>
            </p:nvPicPr>
            <p:blipFill>
              <a:blip r:embed="rId6"/>
              <a:srcRect/>
              <a:stretch>
                <a:fillRect/>
              </a:stretch>
            </p:blipFill>
            <p:spPr bwMode="auto">
              <a:xfrm>
                <a:off x="1881962" y="2280865"/>
                <a:ext cx="386565" cy="356047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</p:spPr>
          </p:pic>
          <p:pic>
            <p:nvPicPr>
              <p:cNvPr id="15405" name="Picture 4"/>
              <p:cNvPicPr>
                <a:picLocks noChangeAspect="1" noChangeArrowheads="1"/>
              </p:cNvPicPr>
              <p:nvPr/>
            </p:nvPicPr>
            <p:blipFill>
              <a:blip r:embed="rId6"/>
              <a:srcRect/>
              <a:stretch>
                <a:fillRect/>
              </a:stretch>
            </p:blipFill>
            <p:spPr bwMode="auto">
              <a:xfrm>
                <a:off x="2313227" y="2280865"/>
                <a:ext cx="386565" cy="356047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</p:spPr>
          </p:pic>
          <p:pic>
            <p:nvPicPr>
              <p:cNvPr id="15406" name="Picture 4"/>
              <p:cNvPicPr>
                <a:picLocks noChangeAspect="1" noChangeArrowheads="1"/>
              </p:cNvPicPr>
              <p:nvPr/>
            </p:nvPicPr>
            <p:blipFill>
              <a:blip r:embed="rId6"/>
              <a:srcRect/>
              <a:stretch>
                <a:fillRect/>
              </a:stretch>
            </p:blipFill>
            <p:spPr bwMode="auto">
              <a:xfrm>
                <a:off x="1881962" y="2636912"/>
                <a:ext cx="386565" cy="356047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</p:spPr>
          </p:pic>
          <p:pic>
            <p:nvPicPr>
              <p:cNvPr id="15407" name="Picture 4"/>
              <p:cNvPicPr>
                <a:picLocks noChangeAspect="1" noChangeArrowheads="1"/>
              </p:cNvPicPr>
              <p:nvPr/>
            </p:nvPicPr>
            <p:blipFill>
              <a:blip r:embed="rId6"/>
              <a:srcRect/>
              <a:stretch>
                <a:fillRect/>
              </a:stretch>
            </p:blipFill>
            <p:spPr bwMode="auto">
              <a:xfrm>
                <a:off x="2313227" y="2636912"/>
                <a:ext cx="386565" cy="356047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</p:spPr>
          </p:pic>
          <p:pic>
            <p:nvPicPr>
              <p:cNvPr id="15408" name="Picture 4"/>
              <p:cNvPicPr>
                <a:picLocks noChangeAspect="1" noChangeArrowheads="1"/>
              </p:cNvPicPr>
              <p:nvPr/>
            </p:nvPicPr>
            <p:blipFill>
              <a:blip r:embed="rId6"/>
              <a:srcRect/>
              <a:stretch>
                <a:fillRect/>
              </a:stretch>
            </p:blipFill>
            <p:spPr bwMode="auto">
              <a:xfrm>
                <a:off x="1881962" y="3000945"/>
                <a:ext cx="386565" cy="356047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</p:spPr>
          </p:pic>
          <p:pic>
            <p:nvPicPr>
              <p:cNvPr id="15409" name="Picture 4"/>
              <p:cNvPicPr>
                <a:picLocks noChangeAspect="1" noChangeArrowheads="1"/>
              </p:cNvPicPr>
              <p:nvPr/>
            </p:nvPicPr>
            <p:blipFill>
              <a:blip r:embed="rId6"/>
              <a:srcRect/>
              <a:stretch>
                <a:fillRect/>
              </a:stretch>
            </p:blipFill>
            <p:spPr bwMode="auto">
              <a:xfrm>
                <a:off x="2313227" y="3000945"/>
                <a:ext cx="386565" cy="356047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</p:spPr>
          </p:pic>
          <p:pic>
            <p:nvPicPr>
              <p:cNvPr id="15410" name="Picture 4"/>
              <p:cNvPicPr>
                <a:picLocks noChangeAspect="1" noChangeArrowheads="1"/>
              </p:cNvPicPr>
              <p:nvPr/>
            </p:nvPicPr>
            <p:blipFill>
              <a:blip r:embed="rId6"/>
              <a:srcRect/>
              <a:stretch>
                <a:fillRect/>
              </a:stretch>
            </p:blipFill>
            <p:spPr bwMode="auto">
              <a:xfrm>
                <a:off x="1881962" y="3356992"/>
                <a:ext cx="386565" cy="356047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</p:spPr>
          </p:pic>
          <p:pic>
            <p:nvPicPr>
              <p:cNvPr id="15411" name="Picture 4"/>
              <p:cNvPicPr>
                <a:picLocks noChangeAspect="1" noChangeArrowheads="1"/>
              </p:cNvPicPr>
              <p:nvPr/>
            </p:nvPicPr>
            <p:blipFill>
              <a:blip r:embed="rId6"/>
              <a:srcRect/>
              <a:stretch>
                <a:fillRect/>
              </a:stretch>
            </p:blipFill>
            <p:spPr bwMode="auto">
              <a:xfrm>
                <a:off x="2313227" y="3356992"/>
                <a:ext cx="386565" cy="356047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</p:spPr>
          </p:pic>
        </p:grpSp>
        <p:grpSp>
          <p:nvGrpSpPr>
            <p:cNvPr id="15377" name="12 Grupo"/>
            <p:cNvGrpSpPr>
              <a:grpSpLocks/>
            </p:cNvGrpSpPr>
            <p:nvPr/>
          </p:nvGrpSpPr>
          <p:grpSpPr bwMode="auto">
            <a:xfrm>
              <a:off x="3394130" y="1916832"/>
              <a:ext cx="817830" cy="1076127"/>
              <a:chOff x="3394130" y="1916832"/>
              <a:chExt cx="817830" cy="1076127"/>
            </a:xfrm>
          </p:grpSpPr>
          <p:pic>
            <p:nvPicPr>
              <p:cNvPr id="15396" name="Picture 4"/>
              <p:cNvPicPr>
                <a:picLocks noChangeAspect="1" noChangeArrowheads="1"/>
              </p:cNvPicPr>
              <p:nvPr/>
            </p:nvPicPr>
            <p:blipFill>
              <a:blip r:embed="rId6"/>
              <a:srcRect/>
              <a:stretch>
                <a:fillRect/>
              </a:stretch>
            </p:blipFill>
            <p:spPr bwMode="auto">
              <a:xfrm>
                <a:off x="3394130" y="1916832"/>
                <a:ext cx="386565" cy="356047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</p:spPr>
          </p:pic>
          <p:pic>
            <p:nvPicPr>
              <p:cNvPr id="15397" name="Picture 4"/>
              <p:cNvPicPr>
                <a:picLocks noChangeAspect="1" noChangeArrowheads="1"/>
              </p:cNvPicPr>
              <p:nvPr/>
            </p:nvPicPr>
            <p:blipFill>
              <a:blip r:embed="rId6"/>
              <a:srcRect/>
              <a:stretch>
                <a:fillRect/>
              </a:stretch>
            </p:blipFill>
            <p:spPr bwMode="auto">
              <a:xfrm>
                <a:off x="3825395" y="1916832"/>
                <a:ext cx="386565" cy="356047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</p:spPr>
          </p:pic>
          <p:pic>
            <p:nvPicPr>
              <p:cNvPr id="15398" name="Picture 4"/>
              <p:cNvPicPr>
                <a:picLocks noChangeAspect="1" noChangeArrowheads="1"/>
              </p:cNvPicPr>
              <p:nvPr/>
            </p:nvPicPr>
            <p:blipFill>
              <a:blip r:embed="rId6"/>
              <a:srcRect/>
              <a:stretch>
                <a:fillRect/>
              </a:stretch>
            </p:blipFill>
            <p:spPr bwMode="auto">
              <a:xfrm>
                <a:off x="3394130" y="2280865"/>
                <a:ext cx="386565" cy="356047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</p:spPr>
          </p:pic>
          <p:pic>
            <p:nvPicPr>
              <p:cNvPr id="15399" name="Picture 4"/>
              <p:cNvPicPr>
                <a:picLocks noChangeAspect="1" noChangeArrowheads="1"/>
              </p:cNvPicPr>
              <p:nvPr/>
            </p:nvPicPr>
            <p:blipFill>
              <a:blip r:embed="rId6"/>
              <a:srcRect/>
              <a:stretch>
                <a:fillRect/>
              </a:stretch>
            </p:blipFill>
            <p:spPr bwMode="auto">
              <a:xfrm>
                <a:off x="3825395" y="2280865"/>
                <a:ext cx="386565" cy="356047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</p:spPr>
          </p:pic>
          <p:pic>
            <p:nvPicPr>
              <p:cNvPr id="15400" name="Picture 4"/>
              <p:cNvPicPr>
                <a:picLocks noChangeAspect="1" noChangeArrowheads="1"/>
              </p:cNvPicPr>
              <p:nvPr/>
            </p:nvPicPr>
            <p:blipFill>
              <a:blip r:embed="rId6"/>
              <a:srcRect/>
              <a:stretch>
                <a:fillRect/>
              </a:stretch>
            </p:blipFill>
            <p:spPr bwMode="auto">
              <a:xfrm>
                <a:off x="3394130" y="2636912"/>
                <a:ext cx="386565" cy="356047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</p:spPr>
          </p:pic>
          <p:pic>
            <p:nvPicPr>
              <p:cNvPr id="15401" name="Picture 4"/>
              <p:cNvPicPr>
                <a:picLocks noChangeAspect="1" noChangeArrowheads="1"/>
              </p:cNvPicPr>
              <p:nvPr/>
            </p:nvPicPr>
            <p:blipFill>
              <a:blip r:embed="rId6"/>
              <a:srcRect/>
              <a:stretch>
                <a:fillRect/>
              </a:stretch>
            </p:blipFill>
            <p:spPr bwMode="auto">
              <a:xfrm>
                <a:off x="3825395" y="2636912"/>
                <a:ext cx="386565" cy="356047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</p:spPr>
          </p:pic>
        </p:grpSp>
        <p:grpSp>
          <p:nvGrpSpPr>
            <p:cNvPr id="15378" name="1 Grupo"/>
            <p:cNvGrpSpPr>
              <a:grpSpLocks/>
            </p:cNvGrpSpPr>
            <p:nvPr/>
          </p:nvGrpSpPr>
          <p:grpSpPr bwMode="auto">
            <a:xfrm>
              <a:off x="4906298" y="1916832"/>
              <a:ext cx="817830" cy="2160240"/>
              <a:chOff x="4906298" y="1916832"/>
              <a:chExt cx="817830" cy="2160240"/>
            </a:xfrm>
          </p:grpSpPr>
          <p:pic>
            <p:nvPicPr>
              <p:cNvPr id="15384" name="Picture 4"/>
              <p:cNvPicPr>
                <a:picLocks noChangeAspect="1" noChangeArrowheads="1"/>
              </p:cNvPicPr>
              <p:nvPr/>
            </p:nvPicPr>
            <p:blipFill>
              <a:blip r:embed="rId6"/>
              <a:srcRect/>
              <a:stretch>
                <a:fillRect/>
              </a:stretch>
            </p:blipFill>
            <p:spPr bwMode="auto">
              <a:xfrm>
                <a:off x="4906298" y="1916832"/>
                <a:ext cx="386565" cy="356047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</p:spPr>
          </p:pic>
          <p:pic>
            <p:nvPicPr>
              <p:cNvPr id="15385" name="Picture 4"/>
              <p:cNvPicPr>
                <a:picLocks noChangeAspect="1" noChangeArrowheads="1"/>
              </p:cNvPicPr>
              <p:nvPr/>
            </p:nvPicPr>
            <p:blipFill>
              <a:blip r:embed="rId6"/>
              <a:srcRect/>
              <a:stretch>
                <a:fillRect/>
              </a:stretch>
            </p:blipFill>
            <p:spPr bwMode="auto">
              <a:xfrm>
                <a:off x="5337563" y="1916832"/>
                <a:ext cx="386565" cy="356047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</p:spPr>
          </p:pic>
          <p:pic>
            <p:nvPicPr>
              <p:cNvPr id="15386" name="Picture 4"/>
              <p:cNvPicPr>
                <a:picLocks noChangeAspect="1" noChangeArrowheads="1"/>
              </p:cNvPicPr>
              <p:nvPr/>
            </p:nvPicPr>
            <p:blipFill>
              <a:blip r:embed="rId6"/>
              <a:srcRect/>
              <a:stretch>
                <a:fillRect/>
              </a:stretch>
            </p:blipFill>
            <p:spPr bwMode="auto">
              <a:xfrm>
                <a:off x="4906298" y="2280865"/>
                <a:ext cx="386565" cy="356047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</p:spPr>
          </p:pic>
          <p:pic>
            <p:nvPicPr>
              <p:cNvPr id="15387" name="Picture 4"/>
              <p:cNvPicPr>
                <a:picLocks noChangeAspect="1" noChangeArrowheads="1"/>
              </p:cNvPicPr>
              <p:nvPr/>
            </p:nvPicPr>
            <p:blipFill>
              <a:blip r:embed="rId6"/>
              <a:srcRect/>
              <a:stretch>
                <a:fillRect/>
              </a:stretch>
            </p:blipFill>
            <p:spPr bwMode="auto">
              <a:xfrm>
                <a:off x="5337563" y="2280865"/>
                <a:ext cx="386565" cy="356047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</p:spPr>
          </p:pic>
          <p:pic>
            <p:nvPicPr>
              <p:cNvPr id="15388" name="Picture 4"/>
              <p:cNvPicPr>
                <a:picLocks noChangeAspect="1" noChangeArrowheads="1"/>
              </p:cNvPicPr>
              <p:nvPr/>
            </p:nvPicPr>
            <p:blipFill>
              <a:blip r:embed="rId6"/>
              <a:srcRect/>
              <a:stretch>
                <a:fillRect/>
              </a:stretch>
            </p:blipFill>
            <p:spPr bwMode="auto">
              <a:xfrm>
                <a:off x="4906298" y="2636912"/>
                <a:ext cx="386565" cy="356047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</p:spPr>
          </p:pic>
          <p:pic>
            <p:nvPicPr>
              <p:cNvPr id="15389" name="Picture 4"/>
              <p:cNvPicPr>
                <a:picLocks noChangeAspect="1" noChangeArrowheads="1"/>
              </p:cNvPicPr>
              <p:nvPr/>
            </p:nvPicPr>
            <p:blipFill>
              <a:blip r:embed="rId6"/>
              <a:srcRect/>
              <a:stretch>
                <a:fillRect/>
              </a:stretch>
            </p:blipFill>
            <p:spPr bwMode="auto">
              <a:xfrm>
                <a:off x="5337563" y="2636912"/>
                <a:ext cx="386565" cy="356047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</p:spPr>
          </p:pic>
          <p:pic>
            <p:nvPicPr>
              <p:cNvPr id="15390" name="Picture 4"/>
              <p:cNvPicPr>
                <a:picLocks noChangeAspect="1" noChangeArrowheads="1"/>
              </p:cNvPicPr>
              <p:nvPr/>
            </p:nvPicPr>
            <p:blipFill>
              <a:blip r:embed="rId6"/>
              <a:srcRect/>
              <a:stretch>
                <a:fillRect/>
              </a:stretch>
            </p:blipFill>
            <p:spPr bwMode="auto">
              <a:xfrm>
                <a:off x="4906298" y="3000945"/>
                <a:ext cx="386565" cy="356047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</p:spPr>
          </p:pic>
          <p:pic>
            <p:nvPicPr>
              <p:cNvPr id="15391" name="Picture 4"/>
              <p:cNvPicPr>
                <a:picLocks noChangeAspect="1" noChangeArrowheads="1"/>
              </p:cNvPicPr>
              <p:nvPr/>
            </p:nvPicPr>
            <p:blipFill>
              <a:blip r:embed="rId6"/>
              <a:srcRect/>
              <a:stretch>
                <a:fillRect/>
              </a:stretch>
            </p:blipFill>
            <p:spPr bwMode="auto">
              <a:xfrm>
                <a:off x="5337563" y="3000945"/>
                <a:ext cx="386565" cy="356047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</p:spPr>
          </p:pic>
          <p:pic>
            <p:nvPicPr>
              <p:cNvPr id="15392" name="Picture 4"/>
              <p:cNvPicPr>
                <a:picLocks noChangeAspect="1" noChangeArrowheads="1"/>
              </p:cNvPicPr>
              <p:nvPr/>
            </p:nvPicPr>
            <p:blipFill>
              <a:blip r:embed="rId6"/>
              <a:srcRect/>
              <a:stretch>
                <a:fillRect/>
              </a:stretch>
            </p:blipFill>
            <p:spPr bwMode="auto">
              <a:xfrm>
                <a:off x="4906298" y="3356992"/>
                <a:ext cx="386565" cy="356047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</p:spPr>
          </p:pic>
          <p:pic>
            <p:nvPicPr>
              <p:cNvPr id="15393" name="Picture 4"/>
              <p:cNvPicPr>
                <a:picLocks noChangeAspect="1" noChangeArrowheads="1"/>
              </p:cNvPicPr>
              <p:nvPr/>
            </p:nvPicPr>
            <p:blipFill>
              <a:blip r:embed="rId6"/>
              <a:srcRect/>
              <a:stretch>
                <a:fillRect/>
              </a:stretch>
            </p:blipFill>
            <p:spPr bwMode="auto">
              <a:xfrm>
                <a:off x="5337563" y="3356992"/>
                <a:ext cx="386565" cy="356047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</p:spPr>
          </p:pic>
          <p:pic>
            <p:nvPicPr>
              <p:cNvPr id="15394" name="Picture 4"/>
              <p:cNvPicPr>
                <a:picLocks noChangeAspect="1" noChangeArrowheads="1"/>
              </p:cNvPicPr>
              <p:nvPr/>
            </p:nvPicPr>
            <p:blipFill>
              <a:blip r:embed="rId6"/>
              <a:srcRect/>
              <a:stretch>
                <a:fillRect/>
              </a:stretch>
            </p:blipFill>
            <p:spPr bwMode="auto">
              <a:xfrm>
                <a:off x="4906298" y="3721025"/>
                <a:ext cx="386565" cy="356047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</p:spPr>
          </p:pic>
          <p:pic>
            <p:nvPicPr>
              <p:cNvPr id="15395" name="Picture 4"/>
              <p:cNvPicPr>
                <a:picLocks noChangeAspect="1" noChangeArrowheads="1"/>
              </p:cNvPicPr>
              <p:nvPr/>
            </p:nvPicPr>
            <p:blipFill>
              <a:blip r:embed="rId6"/>
              <a:srcRect/>
              <a:stretch>
                <a:fillRect/>
              </a:stretch>
            </p:blipFill>
            <p:spPr bwMode="auto">
              <a:xfrm>
                <a:off x="5337563" y="3721025"/>
                <a:ext cx="386565" cy="356047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</p:spPr>
          </p:pic>
        </p:grpSp>
        <p:grpSp>
          <p:nvGrpSpPr>
            <p:cNvPr id="15379" name="9 Grupo"/>
            <p:cNvGrpSpPr>
              <a:grpSpLocks/>
            </p:cNvGrpSpPr>
            <p:nvPr/>
          </p:nvGrpSpPr>
          <p:grpSpPr bwMode="auto">
            <a:xfrm>
              <a:off x="6489691" y="1916832"/>
              <a:ext cx="386565" cy="1440160"/>
              <a:chOff x="6489691" y="1916832"/>
              <a:chExt cx="386565" cy="1440160"/>
            </a:xfrm>
          </p:grpSpPr>
          <p:pic>
            <p:nvPicPr>
              <p:cNvPr id="15380" name="Picture 4"/>
              <p:cNvPicPr>
                <a:picLocks noChangeAspect="1" noChangeArrowheads="1"/>
              </p:cNvPicPr>
              <p:nvPr/>
            </p:nvPicPr>
            <p:blipFill>
              <a:blip r:embed="rId6"/>
              <a:srcRect/>
              <a:stretch>
                <a:fillRect/>
              </a:stretch>
            </p:blipFill>
            <p:spPr bwMode="auto">
              <a:xfrm>
                <a:off x="6489691" y="1916832"/>
                <a:ext cx="386565" cy="356047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</p:spPr>
          </p:pic>
          <p:pic>
            <p:nvPicPr>
              <p:cNvPr id="15381" name="Picture 4"/>
              <p:cNvPicPr>
                <a:picLocks noChangeAspect="1" noChangeArrowheads="1"/>
              </p:cNvPicPr>
              <p:nvPr/>
            </p:nvPicPr>
            <p:blipFill>
              <a:blip r:embed="rId6"/>
              <a:srcRect/>
              <a:stretch>
                <a:fillRect/>
              </a:stretch>
            </p:blipFill>
            <p:spPr bwMode="auto">
              <a:xfrm>
                <a:off x="6489691" y="2280865"/>
                <a:ext cx="386565" cy="356047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</p:spPr>
          </p:pic>
          <p:pic>
            <p:nvPicPr>
              <p:cNvPr id="15382" name="Picture 4"/>
              <p:cNvPicPr>
                <a:picLocks noChangeAspect="1" noChangeArrowheads="1"/>
              </p:cNvPicPr>
              <p:nvPr/>
            </p:nvPicPr>
            <p:blipFill>
              <a:blip r:embed="rId6"/>
              <a:srcRect/>
              <a:stretch>
                <a:fillRect/>
              </a:stretch>
            </p:blipFill>
            <p:spPr bwMode="auto">
              <a:xfrm>
                <a:off x="6489691" y="2636912"/>
                <a:ext cx="386565" cy="356047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</p:spPr>
          </p:pic>
          <p:pic>
            <p:nvPicPr>
              <p:cNvPr id="15383" name="Picture 4"/>
              <p:cNvPicPr>
                <a:picLocks noChangeAspect="1" noChangeArrowheads="1"/>
              </p:cNvPicPr>
              <p:nvPr/>
            </p:nvPicPr>
            <p:blipFill>
              <a:blip r:embed="rId6"/>
              <a:srcRect/>
              <a:stretch>
                <a:fillRect/>
              </a:stretch>
            </p:blipFill>
            <p:spPr bwMode="auto">
              <a:xfrm>
                <a:off x="6489691" y="3000945"/>
                <a:ext cx="386565" cy="356047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</p:spPr>
          </p:pic>
        </p:grpSp>
      </p:grpSp>
      <p:pic>
        <p:nvPicPr>
          <p:cNvPr id="15370" name="Picture 4"/>
          <p:cNvPicPr>
            <a:picLocks noChangeAspect="1" noChangeArrowheads="1"/>
          </p:cNvPicPr>
          <p:nvPr/>
        </p:nvPicPr>
        <p:blipFill>
          <a:blip r:embed="rId6"/>
          <a:srcRect/>
          <a:stretch>
            <a:fillRect/>
          </a:stretch>
        </p:blipFill>
        <p:spPr bwMode="auto">
          <a:xfrm>
            <a:off x="2386013" y="5805488"/>
            <a:ext cx="385762" cy="3556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76" name="75 CuadroTexto"/>
          <p:cNvSpPr txBox="1"/>
          <p:nvPr/>
        </p:nvSpPr>
        <p:spPr>
          <a:xfrm>
            <a:off x="2417763" y="1398588"/>
            <a:ext cx="4314825" cy="460375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es-CL" sz="2400" b="1" dirty="0">
                <a:solidFill>
                  <a:schemeClr val="accent4">
                    <a:lumMod val="75000"/>
                  </a:schemeClr>
                </a:solidFill>
                <a:latin typeface="+mn-lt"/>
                <a:cs typeface="+mn-cs"/>
              </a:rPr>
              <a:t>Frutas favoritas de los 4° básicos</a:t>
            </a:r>
          </a:p>
        </p:txBody>
      </p:sp>
      <p:grpSp>
        <p:nvGrpSpPr>
          <p:cNvPr id="8" name="7 Grupo"/>
          <p:cNvGrpSpPr>
            <a:grpSpLocks/>
          </p:cNvGrpSpPr>
          <p:nvPr/>
        </p:nvGrpSpPr>
        <p:grpSpPr bwMode="auto">
          <a:xfrm>
            <a:off x="1476375" y="941388"/>
            <a:ext cx="6119813" cy="461962"/>
            <a:chOff x="1475656" y="941819"/>
            <a:chExt cx="6120680" cy="461665"/>
          </a:xfrm>
        </p:grpSpPr>
        <p:sp>
          <p:nvSpPr>
            <p:cNvPr id="7" name="6 Rectángulo redondeado"/>
            <p:cNvSpPr/>
            <p:nvPr/>
          </p:nvSpPr>
          <p:spPr>
            <a:xfrm>
              <a:off x="1475656" y="1084602"/>
              <a:ext cx="6120680" cy="230039"/>
            </a:xfrm>
            <a:prstGeom prst="roundRect">
              <a:avLst/>
            </a:prstGeom>
            <a:solidFill>
              <a:schemeClr val="accent6"/>
            </a:solidFill>
            <a:ln>
              <a:noFill/>
            </a:ln>
            <a:effectLst>
              <a:outerShdw blurRad="50800" dist="38100" dir="5400000" algn="t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fontAlgn="auto">
                <a:spcBef>
                  <a:spcPts val="0"/>
                </a:spcBef>
                <a:spcAft>
                  <a:spcPts val="0"/>
                </a:spcAft>
                <a:defRPr/>
              </a:pPr>
              <a:endParaRPr lang="es-CL"/>
            </a:p>
          </p:txBody>
        </p:sp>
        <p:sp>
          <p:nvSpPr>
            <p:cNvPr id="77" name="76 CuadroTexto"/>
            <p:cNvSpPr txBox="1"/>
            <p:nvPr/>
          </p:nvSpPr>
          <p:spPr>
            <a:xfrm>
              <a:off x="3876296" y="941819"/>
              <a:ext cx="1198733" cy="461665"/>
            </a:xfrm>
            <a:prstGeom prst="rect">
              <a:avLst/>
            </a:prstGeom>
            <a:noFill/>
          </p:spPr>
          <p:txBody>
            <a:bodyPr wrap="none">
              <a:spAutoFit/>
            </a:bodyPr>
            <a:lstStyle/>
            <a:p>
              <a:pPr fontAlgn="auto">
                <a:spcBef>
                  <a:spcPts val="0"/>
                </a:spcBef>
                <a:spcAft>
                  <a:spcPts val="0"/>
                </a:spcAft>
                <a:defRPr/>
              </a:pPr>
              <a:r>
                <a:rPr lang="es-CL" sz="2400" b="1" dirty="0">
                  <a:solidFill>
                    <a:schemeClr val="bg1"/>
                  </a:solidFill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  <a:latin typeface="+mn-lt"/>
                  <a:cs typeface="+mn-cs"/>
                </a:rPr>
                <a:t>observa</a:t>
              </a:r>
            </a:p>
          </p:txBody>
        </p:sp>
      </p:grpSp>
      <p:sp>
        <p:nvSpPr>
          <p:cNvPr id="16" name="15 Rectángulo"/>
          <p:cNvSpPr/>
          <p:nvPr/>
        </p:nvSpPr>
        <p:spPr>
          <a:xfrm>
            <a:off x="1403350" y="1039813"/>
            <a:ext cx="6337300" cy="363537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es-CL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750"/>
                            </p:stCondLst>
                            <p:childTnLst>
                              <p:par>
                                <p:cTn id="9" presetID="10" presetClass="entr" presetSubtype="0" fill="hold" nodeType="after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1500"/>
                            </p:stCondLst>
                            <p:childTnLst>
                              <p:par>
                                <p:cTn id="13" presetID="10" presetClass="entr" presetSubtype="0" fill="hold" grpId="0" nodeType="after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>
                            <p:stCondLst>
                              <p:cond delay="3000"/>
                            </p:stCondLst>
                            <p:childTnLst>
                              <p:par>
                                <p:cTn id="17" presetID="42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10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0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1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2" fill="hold">
                            <p:stCondLst>
                              <p:cond delay="4000"/>
                            </p:stCondLst>
                            <p:childTnLst>
                              <p:par>
                                <p:cTn id="23" presetID="2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5" dur="17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0" grpId="0"/>
      <p:bldP spid="16" grpId="0" animBg="1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" name="43 Rectángulo"/>
          <p:cNvSpPr/>
          <p:nvPr/>
        </p:nvSpPr>
        <p:spPr>
          <a:xfrm>
            <a:off x="0" y="5945188"/>
            <a:ext cx="9144000" cy="912812"/>
          </a:xfrm>
          <a:prstGeom prst="rect">
            <a:avLst/>
          </a:prstGeom>
          <a:solidFill>
            <a:srgbClr val="ABC2C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es-CL"/>
          </a:p>
        </p:txBody>
      </p:sp>
      <p:sp>
        <p:nvSpPr>
          <p:cNvPr id="43" name="42 Rectángulo"/>
          <p:cNvSpPr/>
          <p:nvPr/>
        </p:nvSpPr>
        <p:spPr>
          <a:xfrm>
            <a:off x="0" y="4149725"/>
            <a:ext cx="9144000" cy="1727200"/>
          </a:xfrm>
          <a:prstGeom prst="rect">
            <a:avLst/>
          </a:prstGeom>
          <a:solidFill>
            <a:schemeClr val="accent4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es-CL"/>
          </a:p>
        </p:txBody>
      </p:sp>
      <p:sp>
        <p:nvSpPr>
          <p:cNvPr id="24" name="23 Rectángulo"/>
          <p:cNvSpPr/>
          <p:nvPr/>
        </p:nvSpPr>
        <p:spPr>
          <a:xfrm>
            <a:off x="0" y="4005263"/>
            <a:ext cx="9144000" cy="71437"/>
          </a:xfrm>
          <a:prstGeom prst="rect">
            <a:avLst/>
          </a:prstGeom>
          <a:solidFill>
            <a:schemeClr val="accent2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es-CL"/>
          </a:p>
        </p:txBody>
      </p:sp>
      <p:sp>
        <p:nvSpPr>
          <p:cNvPr id="25" name="24 Rectángulo"/>
          <p:cNvSpPr/>
          <p:nvPr/>
        </p:nvSpPr>
        <p:spPr>
          <a:xfrm>
            <a:off x="0" y="3573463"/>
            <a:ext cx="9144000" cy="360362"/>
          </a:xfrm>
          <a:prstGeom prst="rect">
            <a:avLst/>
          </a:prstGeom>
          <a:solidFill>
            <a:schemeClr val="accent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es-CL"/>
          </a:p>
        </p:txBody>
      </p:sp>
      <p:sp>
        <p:nvSpPr>
          <p:cNvPr id="27" name="26 Rectángulo redondeado"/>
          <p:cNvSpPr/>
          <p:nvPr/>
        </p:nvSpPr>
        <p:spPr>
          <a:xfrm>
            <a:off x="179388" y="188913"/>
            <a:ext cx="8785225" cy="6480175"/>
          </a:xfrm>
          <a:prstGeom prst="roundRect">
            <a:avLst>
              <a:gd name="adj" fmla="val 7957"/>
            </a:avLst>
          </a:prstGeom>
          <a:solidFill>
            <a:schemeClr val="bg1"/>
          </a:solidFill>
          <a:ln w="6350">
            <a:solidFill>
              <a:srgbClr val="078313"/>
            </a:solidFill>
            <a:prstDash val="sys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es-CL"/>
          </a:p>
        </p:txBody>
      </p:sp>
      <p:graphicFrame>
        <p:nvGraphicFramePr>
          <p:cNvPr id="29" name="28 Tabla"/>
          <p:cNvGraphicFramePr>
            <a:graphicFrameLocks noGrp="1"/>
          </p:cNvGraphicFramePr>
          <p:nvPr/>
        </p:nvGraphicFramePr>
        <p:xfrm>
          <a:off x="1524000" y="1774733"/>
          <a:ext cx="6096000" cy="4678603"/>
        </p:xfrm>
        <a:graphic>
          <a:graphicData uri="http://schemas.openxmlformats.org/drawingml/2006/table">
            <a:tbl>
              <a:tblPr firstRow="1" bandRow="1">
                <a:effectLst>
                  <a:outerShdw blurRad="50800" dist="38100" dir="5400000" algn="t" rotWithShape="0">
                    <a:prstClr val="black">
                      <a:alpha val="40000"/>
                    </a:prstClr>
                  </a:outerShdw>
                </a:effectLst>
              </a:tblPr>
              <a:tblGrid>
                <a:gridCol w="1524000"/>
                <a:gridCol w="1524000"/>
                <a:gridCol w="1524000"/>
                <a:gridCol w="1524000"/>
              </a:tblGrid>
              <a:tr h="2734387">
                <a:tc>
                  <a:txBody>
                    <a:bodyPr/>
                    <a:lstStyle/>
                    <a:p>
                      <a:pPr>
                        <a:buFont typeface="Arial" charset="0"/>
                        <a:buNone/>
                      </a:pPr>
                      <a:endParaRPr lang="es-CL" sz="2400" baseline="0" dirty="0" smtClean="0"/>
                    </a:p>
                  </a:txBody>
                  <a:tcPr>
                    <a:lnL w="6350" cap="flat" cmpd="sng" algn="ctr">
                      <a:solidFill>
                        <a:schemeClr val="accent3">
                          <a:lumMod val="7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accent3">
                          <a:lumMod val="7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accent3">
                          <a:lumMod val="7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solidFill>
                      <a:srgbClr val="FDF2F1"/>
                    </a:solidFill>
                  </a:tcPr>
                </a:tc>
                <a:tc>
                  <a:txBody>
                    <a:bodyPr/>
                    <a:lstStyle/>
                    <a:p>
                      <a:endParaRPr lang="es-CL" sz="2400" dirty="0" smtClean="0"/>
                    </a:p>
                  </a:txBody>
                  <a:tcPr>
                    <a:lnL w="6350" cap="flat" cmpd="sng" algn="ctr">
                      <a:solidFill>
                        <a:schemeClr val="accent3">
                          <a:lumMod val="7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accent3">
                          <a:lumMod val="7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accent3">
                          <a:lumMod val="7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accent3">
                          <a:lumMod val="7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solidFill>
                      <a:srgbClr val="FDF2F1"/>
                    </a:solidFill>
                  </a:tcPr>
                </a:tc>
                <a:tc>
                  <a:txBody>
                    <a:bodyPr/>
                    <a:lstStyle/>
                    <a:p>
                      <a:endParaRPr lang="es-CL" sz="2000" dirty="0"/>
                    </a:p>
                  </a:txBody>
                  <a:tcPr>
                    <a:lnL w="6350" cap="flat" cmpd="sng" algn="ctr">
                      <a:solidFill>
                        <a:schemeClr val="accent3">
                          <a:lumMod val="7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accent3">
                          <a:lumMod val="7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accent3">
                          <a:lumMod val="7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accent3">
                          <a:lumMod val="7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solidFill>
                      <a:srgbClr val="FDF2F1"/>
                    </a:solidFill>
                  </a:tcPr>
                </a:tc>
                <a:tc>
                  <a:txBody>
                    <a:bodyPr/>
                    <a:lstStyle/>
                    <a:p>
                      <a:endParaRPr lang="es-CL" sz="2400" dirty="0" smtClean="0"/>
                    </a:p>
                  </a:txBody>
                  <a:tcPr>
                    <a:lnL w="6350" cap="flat" cmpd="sng" algn="ctr">
                      <a:solidFill>
                        <a:schemeClr val="accent3">
                          <a:lumMod val="7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accent3">
                          <a:lumMod val="7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accent3">
                          <a:lumMod val="7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accent3">
                          <a:lumMod val="7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solidFill>
                      <a:srgbClr val="FDF2F1"/>
                    </a:solidFill>
                  </a:tcPr>
                </a:tc>
              </a:tr>
              <a:tr h="1152128">
                <a:tc>
                  <a:txBody>
                    <a:bodyPr/>
                    <a:lstStyle/>
                    <a:p>
                      <a:endParaRPr lang="es-CL" dirty="0"/>
                    </a:p>
                  </a:txBody>
                  <a:tcPr>
                    <a:lnL w="6350" cap="flat" cmpd="sng" algn="ctr">
                      <a:solidFill>
                        <a:schemeClr val="accent3">
                          <a:lumMod val="7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accent3">
                          <a:lumMod val="7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accent3">
                          <a:lumMod val="7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accent3">
                          <a:lumMod val="7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es-CL" dirty="0"/>
                    </a:p>
                  </a:txBody>
                  <a:tcPr>
                    <a:lnL w="6350" cap="flat" cmpd="sng" algn="ctr">
                      <a:solidFill>
                        <a:schemeClr val="accent3">
                          <a:lumMod val="7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accent3">
                          <a:lumMod val="7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accent3">
                          <a:lumMod val="7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accent3">
                          <a:lumMod val="7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es-CL" dirty="0"/>
                    </a:p>
                  </a:txBody>
                  <a:tcPr>
                    <a:lnL w="6350" cap="flat" cmpd="sng" algn="ctr">
                      <a:solidFill>
                        <a:schemeClr val="accent3">
                          <a:lumMod val="7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accent3">
                          <a:lumMod val="7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accent3">
                          <a:lumMod val="7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accent3">
                          <a:lumMod val="7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es-CL" dirty="0"/>
                    </a:p>
                  </a:txBody>
                  <a:tcPr>
                    <a:lnL w="6350" cap="flat" cmpd="sng" algn="ctr">
                      <a:solidFill>
                        <a:schemeClr val="accent3">
                          <a:lumMod val="7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accent3">
                          <a:lumMod val="7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accent3">
                          <a:lumMod val="7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accent3">
                          <a:lumMod val="7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792088">
                <a:tc gridSpan="4">
                  <a:txBody>
                    <a:bodyPr/>
                    <a:lstStyle/>
                    <a:p>
                      <a:pPr algn="l"/>
                      <a:r>
                        <a:rPr lang="es-CL" sz="2800" dirty="0" smtClean="0">
                          <a:solidFill>
                            <a:schemeClr val="accent4">
                              <a:lumMod val="75000"/>
                            </a:schemeClr>
                          </a:solidFill>
                        </a:rPr>
                        <a:t>Cada  </a:t>
                      </a:r>
                      <a:r>
                        <a:rPr lang="es-CL" sz="2800" baseline="0" dirty="0" smtClean="0">
                          <a:solidFill>
                            <a:schemeClr val="accent4">
                              <a:lumMod val="75000"/>
                            </a:schemeClr>
                          </a:solidFill>
                        </a:rPr>
                        <a:t>    representa 2 frutas</a:t>
                      </a:r>
                      <a:endParaRPr lang="es-CL" sz="2800" dirty="0">
                        <a:solidFill>
                          <a:schemeClr val="accent4">
                            <a:lumMod val="75000"/>
                          </a:schemeClr>
                        </a:solidFill>
                      </a:endParaRPr>
                    </a:p>
                  </a:txBody>
                  <a:tcPr>
                    <a:lnL w="6350" cap="flat" cmpd="sng" algn="ctr">
                      <a:solidFill>
                        <a:schemeClr val="accent3">
                          <a:lumMod val="7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accent3">
                          <a:lumMod val="7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accent3">
                          <a:lumMod val="7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accent3">
                          <a:lumMod val="7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endParaRPr lang="es-CL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s-CL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s-CL"/>
                    </a:p>
                  </a:txBody>
                  <a:tcPr/>
                </a:tc>
              </a:tr>
            </a:tbl>
          </a:graphicData>
        </a:graphic>
      </p:graphicFrame>
      <p:sp>
        <p:nvSpPr>
          <p:cNvPr id="30" name="29 Rectángulo"/>
          <p:cNvSpPr/>
          <p:nvPr/>
        </p:nvSpPr>
        <p:spPr>
          <a:xfrm>
            <a:off x="2230438" y="333375"/>
            <a:ext cx="4699000" cy="70643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es-ES" sz="4000" b="1" dirty="0">
                <a:solidFill>
                  <a:schemeClr val="accent6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n-lt"/>
                <a:cs typeface="+mn-cs"/>
              </a:rPr>
              <a:t>Leyendo Pictogramas</a:t>
            </a:r>
          </a:p>
        </p:txBody>
      </p:sp>
      <p:grpSp>
        <p:nvGrpSpPr>
          <p:cNvPr id="10" name="9 Grupo"/>
          <p:cNvGrpSpPr>
            <a:grpSpLocks/>
          </p:cNvGrpSpPr>
          <p:nvPr/>
        </p:nvGrpSpPr>
        <p:grpSpPr bwMode="auto">
          <a:xfrm>
            <a:off x="1981200" y="4605338"/>
            <a:ext cx="5360988" cy="911225"/>
            <a:chOff x="1980495" y="4605362"/>
            <a:chExt cx="5360967" cy="911870"/>
          </a:xfrm>
        </p:grpSpPr>
        <p:pic>
          <p:nvPicPr>
            <p:cNvPr id="16426" name="2 Imagen"/>
            <p:cNvPicPr>
              <a:picLocks noChangeAspect="1"/>
            </p:cNvPicPr>
            <p:nvPr/>
          </p:nvPicPr>
          <p:blipFill>
            <a:blip r:embed="rId2"/>
            <a:srcRect/>
            <a:stretch>
              <a:fillRect/>
            </a:stretch>
          </p:blipFill>
          <p:spPr bwMode="auto">
            <a:xfrm>
              <a:off x="1980495" y="4694430"/>
              <a:ext cx="770524" cy="822802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</p:pic>
        <p:pic>
          <p:nvPicPr>
            <p:cNvPr id="16427" name="3 Imagen"/>
            <p:cNvPicPr>
              <a:picLocks noChangeAspect="1"/>
            </p:cNvPicPr>
            <p:nvPr/>
          </p:nvPicPr>
          <p:blipFill>
            <a:blip r:embed="rId3"/>
            <a:srcRect/>
            <a:stretch>
              <a:fillRect/>
            </a:stretch>
          </p:blipFill>
          <p:spPr bwMode="auto">
            <a:xfrm>
              <a:off x="3485563" y="4737577"/>
              <a:ext cx="838095" cy="736508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</p:pic>
        <p:pic>
          <p:nvPicPr>
            <p:cNvPr id="16428" name="4 Imagen"/>
            <p:cNvPicPr>
              <a:picLocks noChangeAspect="1"/>
            </p:cNvPicPr>
            <p:nvPr/>
          </p:nvPicPr>
          <p:blipFill>
            <a:blip r:embed="rId4"/>
            <a:srcRect/>
            <a:stretch>
              <a:fillRect/>
            </a:stretch>
          </p:blipFill>
          <p:spPr bwMode="auto">
            <a:xfrm>
              <a:off x="4788024" y="4694430"/>
              <a:ext cx="1053968" cy="787302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</p:pic>
        <p:pic>
          <p:nvPicPr>
            <p:cNvPr id="16429" name="5 Imagen"/>
            <p:cNvPicPr>
              <a:picLocks noChangeAspect="1"/>
            </p:cNvPicPr>
            <p:nvPr/>
          </p:nvPicPr>
          <p:blipFill>
            <a:blip r:embed="rId5"/>
            <a:srcRect/>
            <a:stretch>
              <a:fillRect/>
            </a:stretch>
          </p:blipFill>
          <p:spPr bwMode="auto">
            <a:xfrm>
              <a:off x="6300192" y="4605362"/>
              <a:ext cx="1041270" cy="863492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</p:pic>
      </p:grpSp>
      <p:grpSp>
        <p:nvGrpSpPr>
          <p:cNvPr id="11" name="10 Grupo"/>
          <p:cNvGrpSpPr>
            <a:grpSpLocks/>
          </p:cNvGrpSpPr>
          <p:nvPr/>
        </p:nvGrpSpPr>
        <p:grpSpPr bwMode="auto">
          <a:xfrm>
            <a:off x="1881188" y="1916113"/>
            <a:ext cx="4994275" cy="1441450"/>
            <a:chOff x="1881962" y="1916832"/>
            <a:chExt cx="4994294" cy="1440160"/>
          </a:xfrm>
        </p:grpSpPr>
        <p:grpSp>
          <p:nvGrpSpPr>
            <p:cNvPr id="16400" name="1 Grupo"/>
            <p:cNvGrpSpPr>
              <a:grpSpLocks/>
            </p:cNvGrpSpPr>
            <p:nvPr/>
          </p:nvGrpSpPr>
          <p:grpSpPr bwMode="auto">
            <a:xfrm>
              <a:off x="1881962" y="1916832"/>
              <a:ext cx="817830" cy="1440160"/>
              <a:chOff x="1881962" y="1916832"/>
              <a:chExt cx="817830" cy="1440160"/>
            </a:xfrm>
          </p:grpSpPr>
          <p:pic>
            <p:nvPicPr>
              <p:cNvPr id="16418" name="Picture 4"/>
              <p:cNvPicPr>
                <a:picLocks noChangeAspect="1" noChangeArrowheads="1"/>
              </p:cNvPicPr>
              <p:nvPr/>
            </p:nvPicPr>
            <p:blipFill>
              <a:blip r:embed="rId6"/>
              <a:srcRect/>
              <a:stretch>
                <a:fillRect/>
              </a:stretch>
            </p:blipFill>
            <p:spPr bwMode="auto">
              <a:xfrm>
                <a:off x="1881962" y="1916832"/>
                <a:ext cx="386565" cy="356047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</p:spPr>
          </p:pic>
          <p:pic>
            <p:nvPicPr>
              <p:cNvPr id="16419" name="Picture 4"/>
              <p:cNvPicPr>
                <a:picLocks noChangeAspect="1" noChangeArrowheads="1"/>
              </p:cNvPicPr>
              <p:nvPr/>
            </p:nvPicPr>
            <p:blipFill>
              <a:blip r:embed="rId6"/>
              <a:srcRect/>
              <a:stretch>
                <a:fillRect/>
              </a:stretch>
            </p:blipFill>
            <p:spPr bwMode="auto">
              <a:xfrm>
                <a:off x="2313227" y="1916832"/>
                <a:ext cx="386565" cy="356047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</p:spPr>
          </p:pic>
          <p:pic>
            <p:nvPicPr>
              <p:cNvPr id="16420" name="Picture 4"/>
              <p:cNvPicPr>
                <a:picLocks noChangeAspect="1" noChangeArrowheads="1"/>
              </p:cNvPicPr>
              <p:nvPr/>
            </p:nvPicPr>
            <p:blipFill>
              <a:blip r:embed="rId6"/>
              <a:srcRect/>
              <a:stretch>
                <a:fillRect/>
              </a:stretch>
            </p:blipFill>
            <p:spPr bwMode="auto">
              <a:xfrm>
                <a:off x="1881962" y="2280865"/>
                <a:ext cx="386565" cy="356047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</p:spPr>
          </p:pic>
          <p:pic>
            <p:nvPicPr>
              <p:cNvPr id="16421" name="Picture 4"/>
              <p:cNvPicPr>
                <a:picLocks noChangeAspect="1" noChangeArrowheads="1"/>
              </p:cNvPicPr>
              <p:nvPr/>
            </p:nvPicPr>
            <p:blipFill>
              <a:blip r:embed="rId6"/>
              <a:srcRect/>
              <a:stretch>
                <a:fillRect/>
              </a:stretch>
            </p:blipFill>
            <p:spPr bwMode="auto">
              <a:xfrm>
                <a:off x="2313227" y="2280865"/>
                <a:ext cx="386565" cy="356047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</p:spPr>
          </p:pic>
          <p:pic>
            <p:nvPicPr>
              <p:cNvPr id="16422" name="Picture 4"/>
              <p:cNvPicPr>
                <a:picLocks noChangeAspect="1" noChangeArrowheads="1"/>
              </p:cNvPicPr>
              <p:nvPr/>
            </p:nvPicPr>
            <p:blipFill>
              <a:blip r:embed="rId6"/>
              <a:srcRect/>
              <a:stretch>
                <a:fillRect/>
              </a:stretch>
            </p:blipFill>
            <p:spPr bwMode="auto">
              <a:xfrm>
                <a:off x="1881962" y="2636912"/>
                <a:ext cx="386565" cy="356047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</p:spPr>
          </p:pic>
          <p:pic>
            <p:nvPicPr>
              <p:cNvPr id="16423" name="Picture 4"/>
              <p:cNvPicPr>
                <a:picLocks noChangeAspect="1" noChangeArrowheads="1"/>
              </p:cNvPicPr>
              <p:nvPr/>
            </p:nvPicPr>
            <p:blipFill>
              <a:blip r:embed="rId6"/>
              <a:srcRect/>
              <a:stretch>
                <a:fillRect/>
              </a:stretch>
            </p:blipFill>
            <p:spPr bwMode="auto">
              <a:xfrm>
                <a:off x="2313227" y="2636912"/>
                <a:ext cx="386565" cy="356047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</p:spPr>
          </p:pic>
          <p:pic>
            <p:nvPicPr>
              <p:cNvPr id="16424" name="Picture 4"/>
              <p:cNvPicPr>
                <a:picLocks noChangeAspect="1" noChangeArrowheads="1"/>
              </p:cNvPicPr>
              <p:nvPr/>
            </p:nvPicPr>
            <p:blipFill>
              <a:blip r:embed="rId6"/>
              <a:srcRect/>
              <a:stretch>
                <a:fillRect/>
              </a:stretch>
            </p:blipFill>
            <p:spPr bwMode="auto">
              <a:xfrm>
                <a:off x="1881962" y="3000945"/>
                <a:ext cx="386565" cy="356047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</p:spPr>
          </p:pic>
          <p:pic>
            <p:nvPicPr>
              <p:cNvPr id="16425" name="Picture 4"/>
              <p:cNvPicPr>
                <a:picLocks noChangeAspect="1" noChangeArrowheads="1"/>
              </p:cNvPicPr>
              <p:nvPr/>
            </p:nvPicPr>
            <p:blipFill>
              <a:blip r:embed="rId6"/>
              <a:srcRect/>
              <a:stretch>
                <a:fillRect/>
              </a:stretch>
            </p:blipFill>
            <p:spPr bwMode="auto">
              <a:xfrm>
                <a:off x="2313227" y="3000945"/>
                <a:ext cx="386565" cy="356047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</p:spPr>
          </p:pic>
        </p:grpSp>
        <p:grpSp>
          <p:nvGrpSpPr>
            <p:cNvPr id="16401" name="8 Grupo"/>
            <p:cNvGrpSpPr>
              <a:grpSpLocks/>
            </p:cNvGrpSpPr>
            <p:nvPr/>
          </p:nvGrpSpPr>
          <p:grpSpPr bwMode="auto">
            <a:xfrm>
              <a:off x="3394130" y="1916832"/>
              <a:ext cx="817830" cy="720080"/>
              <a:chOff x="3394130" y="1916832"/>
              <a:chExt cx="817830" cy="720080"/>
            </a:xfrm>
          </p:grpSpPr>
          <p:pic>
            <p:nvPicPr>
              <p:cNvPr id="16414" name="Picture 4"/>
              <p:cNvPicPr>
                <a:picLocks noChangeAspect="1" noChangeArrowheads="1"/>
              </p:cNvPicPr>
              <p:nvPr/>
            </p:nvPicPr>
            <p:blipFill>
              <a:blip r:embed="rId6"/>
              <a:srcRect/>
              <a:stretch>
                <a:fillRect/>
              </a:stretch>
            </p:blipFill>
            <p:spPr bwMode="auto">
              <a:xfrm>
                <a:off x="3394130" y="1916832"/>
                <a:ext cx="386565" cy="356047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</p:spPr>
          </p:pic>
          <p:pic>
            <p:nvPicPr>
              <p:cNvPr id="16415" name="Picture 4"/>
              <p:cNvPicPr>
                <a:picLocks noChangeAspect="1" noChangeArrowheads="1"/>
              </p:cNvPicPr>
              <p:nvPr/>
            </p:nvPicPr>
            <p:blipFill>
              <a:blip r:embed="rId6"/>
              <a:srcRect/>
              <a:stretch>
                <a:fillRect/>
              </a:stretch>
            </p:blipFill>
            <p:spPr bwMode="auto">
              <a:xfrm>
                <a:off x="3825395" y="1916832"/>
                <a:ext cx="386565" cy="356047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</p:spPr>
          </p:pic>
          <p:pic>
            <p:nvPicPr>
              <p:cNvPr id="16416" name="Picture 4"/>
              <p:cNvPicPr>
                <a:picLocks noChangeAspect="1" noChangeArrowheads="1"/>
              </p:cNvPicPr>
              <p:nvPr/>
            </p:nvPicPr>
            <p:blipFill>
              <a:blip r:embed="rId6"/>
              <a:srcRect/>
              <a:stretch>
                <a:fillRect/>
              </a:stretch>
            </p:blipFill>
            <p:spPr bwMode="auto">
              <a:xfrm>
                <a:off x="3394130" y="2280865"/>
                <a:ext cx="386565" cy="356047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</p:spPr>
          </p:pic>
          <p:pic>
            <p:nvPicPr>
              <p:cNvPr id="16417" name="Picture 4"/>
              <p:cNvPicPr>
                <a:picLocks noChangeAspect="1" noChangeArrowheads="1"/>
              </p:cNvPicPr>
              <p:nvPr/>
            </p:nvPicPr>
            <p:blipFill>
              <a:blip r:embed="rId6"/>
              <a:srcRect/>
              <a:stretch>
                <a:fillRect/>
              </a:stretch>
            </p:blipFill>
            <p:spPr bwMode="auto">
              <a:xfrm>
                <a:off x="3825395" y="2280865"/>
                <a:ext cx="386565" cy="356047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</p:spPr>
          </p:pic>
        </p:grpSp>
        <p:grpSp>
          <p:nvGrpSpPr>
            <p:cNvPr id="16402" name="13 Grupo"/>
            <p:cNvGrpSpPr>
              <a:grpSpLocks/>
            </p:cNvGrpSpPr>
            <p:nvPr/>
          </p:nvGrpSpPr>
          <p:grpSpPr bwMode="auto">
            <a:xfrm>
              <a:off x="4906298" y="1916832"/>
              <a:ext cx="817830" cy="1440160"/>
              <a:chOff x="4906298" y="1916832"/>
              <a:chExt cx="817830" cy="1440160"/>
            </a:xfrm>
          </p:grpSpPr>
          <p:pic>
            <p:nvPicPr>
              <p:cNvPr id="16406" name="Picture 4"/>
              <p:cNvPicPr>
                <a:picLocks noChangeAspect="1" noChangeArrowheads="1"/>
              </p:cNvPicPr>
              <p:nvPr/>
            </p:nvPicPr>
            <p:blipFill>
              <a:blip r:embed="rId6"/>
              <a:srcRect/>
              <a:stretch>
                <a:fillRect/>
              </a:stretch>
            </p:blipFill>
            <p:spPr bwMode="auto">
              <a:xfrm>
                <a:off x="4906298" y="1916832"/>
                <a:ext cx="386565" cy="356047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</p:spPr>
          </p:pic>
          <p:pic>
            <p:nvPicPr>
              <p:cNvPr id="16407" name="Picture 4"/>
              <p:cNvPicPr>
                <a:picLocks noChangeAspect="1" noChangeArrowheads="1"/>
              </p:cNvPicPr>
              <p:nvPr/>
            </p:nvPicPr>
            <p:blipFill>
              <a:blip r:embed="rId6"/>
              <a:srcRect/>
              <a:stretch>
                <a:fillRect/>
              </a:stretch>
            </p:blipFill>
            <p:spPr bwMode="auto">
              <a:xfrm>
                <a:off x="5337563" y="1916832"/>
                <a:ext cx="386565" cy="356047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</p:spPr>
          </p:pic>
          <p:pic>
            <p:nvPicPr>
              <p:cNvPr id="16408" name="Picture 4"/>
              <p:cNvPicPr>
                <a:picLocks noChangeAspect="1" noChangeArrowheads="1"/>
              </p:cNvPicPr>
              <p:nvPr/>
            </p:nvPicPr>
            <p:blipFill>
              <a:blip r:embed="rId6"/>
              <a:srcRect/>
              <a:stretch>
                <a:fillRect/>
              </a:stretch>
            </p:blipFill>
            <p:spPr bwMode="auto">
              <a:xfrm>
                <a:off x="4906298" y="2280865"/>
                <a:ext cx="386565" cy="356047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</p:spPr>
          </p:pic>
          <p:pic>
            <p:nvPicPr>
              <p:cNvPr id="16409" name="Picture 4"/>
              <p:cNvPicPr>
                <a:picLocks noChangeAspect="1" noChangeArrowheads="1"/>
              </p:cNvPicPr>
              <p:nvPr/>
            </p:nvPicPr>
            <p:blipFill>
              <a:blip r:embed="rId6"/>
              <a:srcRect/>
              <a:stretch>
                <a:fillRect/>
              </a:stretch>
            </p:blipFill>
            <p:spPr bwMode="auto">
              <a:xfrm>
                <a:off x="5337563" y="2280865"/>
                <a:ext cx="386565" cy="356047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</p:spPr>
          </p:pic>
          <p:pic>
            <p:nvPicPr>
              <p:cNvPr id="16410" name="Picture 4"/>
              <p:cNvPicPr>
                <a:picLocks noChangeAspect="1" noChangeArrowheads="1"/>
              </p:cNvPicPr>
              <p:nvPr/>
            </p:nvPicPr>
            <p:blipFill>
              <a:blip r:embed="rId6"/>
              <a:srcRect/>
              <a:stretch>
                <a:fillRect/>
              </a:stretch>
            </p:blipFill>
            <p:spPr bwMode="auto">
              <a:xfrm>
                <a:off x="4906298" y="2636912"/>
                <a:ext cx="386565" cy="356047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</p:spPr>
          </p:pic>
          <p:pic>
            <p:nvPicPr>
              <p:cNvPr id="16411" name="Picture 4"/>
              <p:cNvPicPr>
                <a:picLocks noChangeAspect="1" noChangeArrowheads="1"/>
              </p:cNvPicPr>
              <p:nvPr/>
            </p:nvPicPr>
            <p:blipFill>
              <a:blip r:embed="rId6"/>
              <a:srcRect/>
              <a:stretch>
                <a:fillRect/>
              </a:stretch>
            </p:blipFill>
            <p:spPr bwMode="auto">
              <a:xfrm>
                <a:off x="5337563" y="2636912"/>
                <a:ext cx="386565" cy="356047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</p:spPr>
          </p:pic>
          <p:pic>
            <p:nvPicPr>
              <p:cNvPr id="16412" name="Picture 4"/>
              <p:cNvPicPr>
                <a:picLocks noChangeAspect="1" noChangeArrowheads="1"/>
              </p:cNvPicPr>
              <p:nvPr/>
            </p:nvPicPr>
            <p:blipFill>
              <a:blip r:embed="rId6"/>
              <a:srcRect/>
              <a:stretch>
                <a:fillRect/>
              </a:stretch>
            </p:blipFill>
            <p:spPr bwMode="auto">
              <a:xfrm>
                <a:off x="4906298" y="3000945"/>
                <a:ext cx="386565" cy="356047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</p:spPr>
          </p:pic>
          <p:pic>
            <p:nvPicPr>
              <p:cNvPr id="16413" name="Picture 4"/>
              <p:cNvPicPr>
                <a:picLocks noChangeAspect="1" noChangeArrowheads="1"/>
              </p:cNvPicPr>
              <p:nvPr/>
            </p:nvPicPr>
            <p:blipFill>
              <a:blip r:embed="rId6"/>
              <a:srcRect/>
              <a:stretch>
                <a:fillRect/>
              </a:stretch>
            </p:blipFill>
            <p:spPr bwMode="auto">
              <a:xfrm>
                <a:off x="5337563" y="3000945"/>
                <a:ext cx="386565" cy="356047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</p:spPr>
          </p:pic>
        </p:grpSp>
        <p:grpSp>
          <p:nvGrpSpPr>
            <p:cNvPr id="16403" name="14 Grupo"/>
            <p:cNvGrpSpPr>
              <a:grpSpLocks/>
            </p:cNvGrpSpPr>
            <p:nvPr/>
          </p:nvGrpSpPr>
          <p:grpSpPr bwMode="auto">
            <a:xfrm>
              <a:off x="6489691" y="1916832"/>
              <a:ext cx="386565" cy="720080"/>
              <a:chOff x="6489691" y="1916832"/>
              <a:chExt cx="386565" cy="720080"/>
            </a:xfrm>
          </p:grpSpPr>
          <p:pic>
            <p:nvPicPr>
              <p:cNvPr id="16404" name="Picture 4"/>
              <p:cNvPicPr>
                <a:picLocks noChangeAspect="1" noChangeArrowheads="1"/>
              </p:cNvPicPr>
              <p:nvPr/>
            </p:nvPicPr>
            <p:blipFill>
              <a:blip r:embed="rId6"/>
              <a:srcRect/>
              <a:stretch>
                <a:fillRect/>
              </a:stretch>
            </p:blipFill>
            <p:spPr bwMode="auto">
              <a:xfrm>
                <a:off x="6489691" y="1916832"/>
                <a:ext cx="386565" cy="356047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</p:spPr>
          </p:pic>
          <p:pic>
            <p:nvPicPr>
              <p:cNvPr id="16405" name="Picture 4"/>
              <p:cNvPicPr>
                <a:picLocks noChangeAspect="1" noChangeArrowheads="1"/>
              </p:cNvPicPr>
              <p:nvPr/>
            </p:nvPicPr>
            <p:blipFill>
              <a:blip r:embed="rId6"/>
              <a:srcRect/>
              <a:stretch>
                <a:fillRect/>
              </a:stretch>
            </p:blipFill>
            <p:spPr bwMode="auto">
              <a:xfrm>
                <a:off x="6489691" y="2280865"/>
                <a:ext cx="386565" cy="356047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</p:spPr>
          </p:pic>
        </p:grpSp>
      </p:grpSp>
      <p:pic>
        <p:nvPicPr>
          <p:cNvPr id="16394" name="Picture 4"/>
          <p:cNvPicPr>
            <a:picLocks noChangeAspect="1" noChangeArrowheads="1"/>
          </p:cNvPicPr>
          <p:nvPr/>
        </p:nvPicPr>
        <p:blipFill>
          <a:blip r:embed="rId6"/>
          <a:srcRect/>
          <a:stretch>
            <a:fillRect/>
          </a:stretch>
        </p:blipFill>
        <p:spPr bwMode="auto">
          <a:xfrm>
            <a:off x="2386013" y="5805488"/>
            <a:ext cx="385762" cy="3556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76" name="75 CuadroTexto"/>
          <p:cNvSpPr txBox="1"/>
          <p:nvPr/>
        </p:nvSpPr>
        <p:spPr>
          <a:xfrm>
            <a:off x="2417763" y="1398588"/>
            <a:ext cx="4314825" cy="460375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es-CL" sz="2400" b="1" dirty="0">
                <a:solidFill>
                  <a:schemeClr val="accent4">
                    <a:lumMod val="75000"/>
                  </a:schemeClr>
                </a:solidFill>
                <a:latin typeface="+mn-lt"/>
                <a:cs typeface="+mn-cs"/>
              </a:rPr>
              <a:t>Frutas favoritas de los 2° básicos</a:t>
            </a:r>
          </a:p>
        </p:txBody>
      </p:sp>
      <p:grpSp>
        <p:nvGrpSpPr>
          <p:cNvPr id="8" name="7 Grupo"/>
          <p:cNvGrpSpPr>
            <a:grpSpLocks/>
          </p:cNvGrpSpPr>
          <p:nvPr/>
        </p:nvGrpSpPr>
        <p:grpSpPr bwMode="auto">
          <a:xfrm>
            <a:off x="1476375" y="941388"/>
            <a:ext cx="6119813" cy="461962"/>
            <a:chOff x="1475656" y="941819"/>
            <a:chExt cx="6120680" cy="461665"/>
          </a:xfrm>
        </p:grpSpPr>
        <p:sp>
          <p:nvSpPr>
            <p:cNvPr id="7" name="6 Rectángulo redondeado"/>
            <p:cNvSpPr/>
            <p:nvPr/>
          </p:nvSpPr>
          <p:spPr>
            <a:xfrm>
              <a:off x="1475656" y="1084602"/>
              <a:ext cx="6120680" cy="230039"/>
            </a:xfrm>
            <a:prstGeom prst="roundRect">
              <a:avLst/>
            </a:prstGeom>
            <a:solidFill>
              <a:schemeClr val="accent6"/>
            </a:solidFill>
            <a:ln>
              <a:noFill/>
            </a:ln>
            <a:effectLst>
              <a:outerShdw blurRad="50800" dist="38100" dir="5400000" algn="t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fontAlgn="auto">
                <a:spcBef>
                  <a:spcPts val="0"/>
                </a:spcBef>
                <a:spcAft>
                  <a:spcPts val="0"/>
                </a:spcAft>
                <a:defRPr/>
              </a:pPr>
              <a:endParaRPr lang="es-CL"/>
            </a:p>
          </p:txBody>
        </p:sp>
        <p:sp>
          <p:nvSpPr>
            <p:cNvPr id="77" name="76 CuadroTexto"/>
            <p:cNvSpPr txBox="1"/>
            <p:nvPr/>
          </p:nvSpPr>
          <p:spPr>
            <a:xfrm>
              <a:off x="3876296" y="941819"/>
              <a:ext cx="1198733" cy="461665"/>
            </a:xfrm>
            <a:prstGeom prst="rect">
              <a:avLst/>
            </a:prstGeom>
            <a:noFill/>
          </p:spPr>
          <p:txBody>
            <a:bodyPr wrap="none">
              <a:spAutoFit/>
            </a:bodyPr>
            <a:lstStyle/>
            <a:p>
              <a:pPr fontAlgn="auto">
                <a:spcBef>
                  <a:spcPts val="0"/>
                </a:spcBef>
                <a:spcAft>
                  <a:spcPts val="0"/>
                </a:spcAft>
                <a:defRPr/>
              </a:pPr>
              <a:r>
                <a:rPr lang="es-CL" sz="2400" b="1" dirty="0">
                  <a:solidFill>
                    <a:schemeClr val="bg1"/>
                  </a:solidFill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  <a:latin typeface="+mn-lt"/>
                  <a:cs typeface="+mn-cs"/>
                </a:rPr>
                <a:t>observa</a:t>
              </a:r>
            </a:p>
          </p:txBody>
        </p:sp>
      </p:grpSp>
      <p:sp>
        <p:nvSpPr>
          <p:cNvPr id="12" name="11 Rectángulo"/>
          <p:cNvSpPr/>
          <p:nvPr/>
        </p:nvSpPr>
        <p:spPr>
          <a:xfrm>
            <a:off x="1470025" y="1039813"/>
            <a:ext cx="6264275" cy="363537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es-CL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after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" fill="hold">
                            <p:stCondLst>
                              <p:cond delay="1500"/>
                            </p:stCondLst>
                            <p:childTnLst>
                              <p:par>
                                <p:cTn id="14" presetID="42" presetClass="entr" presetSubtype="0" fill="hold" nodeType="after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10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7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8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22" presetClass="entr" presetSubtype="8" fill="hold" nodeType="click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3" dur="1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2" grpId="0" animBg="1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" name="43 Rectángulo"/>
          <p:cNvSpPr/>
          <p:nvPr/>
        </p:nvSpPr>
        <p:spPr>
          <a:xfrm>
            <a:off x="0" y="5945188"/>
            <a:ext cx="9144000" cy="912812"/>
          </a:xfrm>
          <a:prstGeom prst="rect">
            <a:avLst/>
          </a:prstGeom>
          <a:solidFill>
            <a:srgbClr val="ABC2C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es-CL"/>
          </a:p>
        </p:txBody>
      </p:sp>
      <p:sp>
        <p:nvSpPr>
          <p:cNvPr id="43" name="42 Rectángulo"/>
          <p:cNvSpPr/>
          <p:nvPr/>
        </p:nvSpPr>
        <p:spPr>
          <a:xfrm>
            <a:off x="0" y="4149725"/>
            <a:ext cx="9144000" cy="1727200"/>
          </a:xfrm>
          <a:prstGeom prst="rect">
            <a:avLst/>
          </a:prstGeom>
          <a:solidFill>
            <a:schemeClr val="accent4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es-CL"/>
          </a:p>
        </p:txBody>
      </p:sp>
      <p:sp>
        <p:nvSpPr>
          <p:cNvPr id="24" name="23 Rectángulo"/>
          <p:cNvSpPr/>
          <p:nvPr/>
        </p:nvSpPr>
        <p:spPr>
          <a:xfrm>
            <a:off x="0" y="4005263"/>
            <a:ext cx="9144000" cy="71437"/>
          </a:xfrm>
          <a:prstGeom prst="rect">
            <a:avLst/>
          </a:prstGeom>
          <a:solidFill>
            <a:schemeClr val="accent2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es-CL"/>
          </a:p>
        </p:txBody>
      </p:sp>
      <p:sp>
        <p:nvSpPr>
          <p:cNvPr id="25" name="24 Rectángulo"/>
          <p:cNvSpPr/>
          <p:nvPr/>
        </p:nvSpPr>
        <p:spPr>
          <a:xfrm>
            <a:off x="0" y="3573463"/>
            <a:ext cx="9144000" cy="360362"/>
          </a:xfrm>
          <a:prstGeom prst="rect">
            <a:avLst/>
          </a:prstGeom>
          <a:solidFill>
            <a:schemeClr val="accent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es-CL"/>
          </a:p>
        </p:txBody>
      </p:sp>
      <p:sp>
        <p:nvSpPr>
          <p:cNvPr id="27" name="26 Rectángulo redondeado"/>
          <p:cNvSpPr/>
          <p:nvPr/>
        </p:nvSpPr>
        <p:spPr>
          <a:xfrm>
            <a:off x="179388" y="188913"/>
            <a:ext cx="8785225" cy="6480175"/>
          </a:xfrm>
          <a:prstGeom prst="roundRect">
            <a:avLst>
              <a:gd name="adj" fmla="val 7957"/>
            </a:avLst>
          </a:prstGeom>
          <a:solidFill>
            <a:schemeClr val="bg1"/>
          </a:solidFill>
          <a:ln w="6350">
            <a:solidFill>
              <a:srgbClr val="078313"/>
            </a:solidFill>
            <a:prstDash val="sys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es-CL"/>
          </a:p>
        </p:txBody>
      </p:sp>
      <p:graphicFrame>
        <p:nvGraphicFramePr>
          <p:cNvPr id="29" name="28 Tabla"/>
          <p:cNvGraphicFramePr>
            <a:graphicFrameLocks noGrp="1"/>
          </p:cNvGraphicFramePr>
          <p:nvPr/>
        </p:nvGraphicFramePr>
        <p:xfrm>
          <a:off x="1524000" y="1774733"/>
          <a:ext cx="6096000" cy="4246555"/>
        </p:xfrm>
        <a:graphic>
          <a:graphicData uri="http://schemas.openxmlformats.org/drawingml/2006/table">
            <a:tbl>
              <a:tblPr firstRow="1" bandRow="1">
                <a:effectLst>
                  <a:outerShdw blurRad="50800" dist="38100" dir="5400000" algn="t" rotWithShape="0">
                    <a:prstClr val="black">
                      <a:alpha val="40000"/>
                    </a:prstClr>
                  </a:outerShdw>
                </a:effectLst>
              </a:tblPr>
              <a:tblGrid>
                <a:gridCol w="1524000"/>
                <a:gridCol w="1524000"/>
                <a:gridCol w="1524000"/>
                <a:gridCol w="1524000"/>
              </a:tblGrid>
              <a:tr h="2302339">
                <a:tc>
                  <a:txBody>
                    <a:bodyPr/>
                    <a:lstStyle/>
                    <a:p>
                      <a:pPr>
                        <a:buFont typeface="Arial" charset="0"/>
                        <a:buNone/>
                      </a:pPr>
                      <a:endParaRPr lang="es-CL" sz="2400" baseline="0" dirty="0" smtClean="0"/>
                    </a:p>
                  </a:txBody>
                  <a:tcPr>
                    <a:lnL w="6350" cap="flat" cmpd="sng" algn="ctr">
                      <a:solidFill>
                        <a:schemeClr val="accent3">
                          <a:lumMod val="7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accent3">
                          <a:lumMod val="7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accent3">
                          <a:lumMod val="7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s-CL" sz="2400" dirty="0" smtClean="0"/>
                    </a:p>
                  </a:txBody>
                  <a:tcPr>
                    <a:lnL w="6350" cap="flat" cmpd="sng" algn="ctr">
                      <a:solidFill>
                        <a:schemeClr val="accent3">
                          <a:lumMod val="7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accent3">
                          <a:lumMod val="7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accent3">
                          <a:lumMod val="7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accent3">
                          <a:lumMod val="7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s-CL" sz="2000" dirty="0"/>
                    </a:p>
                  </a:txBody>
                  <a:tcPr>
                    <a:lnL w="6350" cap="flat" cmpd="sng" algn="ctr">
                      <a:solidFill>
                        <a:schemeClr val="accent3">
                          <a:lumMod val="7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accent3">
                          <a:lumMod val="7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accent3">
                          <a:lumMod val="7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accent3">
                          <a:lumMod val="7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s-CL" sz="2400" dirty="0" smtClean="0"/>
                    </a:p>
                  </a:txBody>
                  <a:tcPr>
                    <a:lnL w="6350" cap="flat" cmpd="sng" algn="ctr">
                      <a:solidFill>
                        <a:schemeClr val="accent3">
                          <a:lumMod val="7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accent3">
                          <a:lumMod val="7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accent3">
                          <a:lumMod val="7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accent3">
                          <a:lumMod val="7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</a:tr>
              <a:tr h="1152128">
                <a:tc>
                  <a:txBody>
                    <a:bodyPr/>
                    <a:lstStyle/>
                    <a:p>
                      <a:pPr algn="ctr"/>
                      <a:endParaRPr lang="es-ES_tradnl" b="1" dirty="0" smtClean="0">
                        <a:solidFill>
                          <a:schemeClr val="accent4">
                            <a:lumMod val="75000"/>
                          </a:schemeClr>
                        </a:solidFill>
                      </a:endParaRPr>
                    </a:p>
                    <a:p>
                      <a:pPr algn="ctr"/>
                      <a:r>
                        <a:rPr lang="es-ES_tradnl" b="1" dirty="0" smtClean="0">
                          <a:solidFill>
                            <a:schemeClr val="accent4">
                              <a:lumMod val="75000"/>
                            </a:schemeClr>
                          </a:solidFill>
                        </a:rPr>
                        <a:t>Taller de danza</a:t>
                      </a:r>
                      <a:endParaRPr lang="es-CL" b="1" dirty="0">
                        <a:solidFill>
                          <a:schemeClr val="accent4">
                            <a:lumMod val="75000"/>
                          </a:schemeClr>
                        </a:solidFill>
                      </a:endParaRPr>
                    </a:p>
                  </a:txBody>
                  <a:tcPr>
                    <a:lnL w="6350" cap="flat" cmpd="sng" algn="ctr">
                      <a:solidFill>
                        <a:schemeClr val="accent3">
                          <a:lumMod val="7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accent3">
                          <a:lumMod val="7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accent3">
                          <a:lumMod val="7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accent3">
                          <a:lumMod val="7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s-ES_tradnl" b="1" dirty="0" smtClean="0">
                        <a:solidFill>
                          <a:schemeClr val="accent4">
                            <a:lumMod val="75000"/>
                          </a:schemeClr>
                        </a:solidFill>
                      </a:endParaRPr>
                    </a:p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s-ES_tradnl" b="1" dirty="0" smtClean="0">
                          <a:solidFill>
                            <a:schemeClr val="accent4">
                              <a:lumMod val="75000"/>
                            </a:schemeClr>
                          </a:solidFill>
                        </a:rPr>
                        <a:t>Taller de teatro</a:t>
                      </a:r>
                      <a:endParaRPr lang="es-CL" dirty="0"/>
                    </a:p>
                  </a:txBody>
                  <a:tcPr>
                    <a:lnL w="6350" cap="flat" cmpd="sng" algn="ctr">
                      <a:solidFill>
                        <a:schemeClr val="accent3">
                          <a:lumMod val="7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accent3">
                          <a:lumMod val="7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accent3">
                          <a:lumMod val="7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accent3">
                          <a:lumMod val="7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s-ES_tradnl" b="1" dirty="0" smtClean="0">
                        <a:solidFill>
                          <a:schemeClr val="accent4">
                            <a:lumMod val="75000"/>
                          </a:schemeClr>
                        </a:solidFill>
                      </a:endParaRPr>
                    </a:p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s-ES_tradnl" b="1" dirty="0" smtClean="0">
                          <a:solidFill>
                            <a:schemeClr val="accent4">
                              <a:lumMod val="75000"/>
                            </a:schemeClr>
                          </a:solidFill>
                        </a:rPr>
                        <a:t>Taller de pintura</a:t>
                      </a:r>
                      <a:endParaRPr lang="es-CL" dirty="0"/>
                    </a:p>
                  </a:txBody>
                  <a:tcPr>
                    <a:lnL w="6350" cap="flat" cmpd="sng" algn="ctr">
                      <a:solidFill>
                        <a:schemeClr val="accent3">
                          <a:lumMod val="7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accent3">
                          <a:lumMod val="7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accent3">
                          <a:lumMod val="7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accent3">
                          <a:lumMod val="7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s-ES_tradnl" b="1" dirty="0" smtClean="0">
                        <a:solidFill>
                          <a:schemeClr val="accent4">
                            <a:lumMod val="75000"/>
                          </a:schemeClr>
                        </a:solidFill>
                      </a:endParaRPr>
                    </a:p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s-ES_tradnl" b="1" dirty="0" smtClean="0">
                          <a:solidFill>
                            <a:schemeClr val="accent4">
                              <a:lumMod val="75000"/>
                            </a:schemeClr>
                          </a:solidFill>
                        </a:rPr>
                        <a:t>Taller de cocina</a:t>
                      </a:r>
                      <a:endParaRPr lang="es-CL" dirty="0"/>
                    </a:p>
                  </a:txBody>
                  <a:tcPr>
                    <a:lnL w="6350" cap="flat" cmpd="sng" algn="ctr">
                      <a:solidFill>
                        <a:schemeClr val="accent3">
                          <a:lumMod val="7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accent3">
                          <a:lumMod val="7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accent3">
                          <a:lumMod val="7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accent3">
                          <a:lumMod val="7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792088">
                <a:tc gridSpan="4">
                  <a:txBody>
                    <a:bodyPr/>
                    <a:lstStyle/>
                    <a:p>
                      <a:pPr algn="l"/>
                      <a:r>
                        <a:rPr lang="es-CL" sz="2800" dirty="0" smtClean="0">
                          <a:solidFill>
                            <a:schemeClr val="accent4">
                              <a:lumMod val="75000"/>
                            </a:schemeClr>
                          </a:solidFill>
                        </a:rPr>
                        <a:t>Cada  </a:t>
                      </a:r>
                      <a:r>
                        <a:rPr lang="es-CL" sz="2800" baseline="0" dirty="0" smtClean="0">
                          <a:solidFill>
                            <a:schemeClr val="accent4">
                              <a:lumMod val="75000"/>
                            </a:schemeClr>
                          </a:solidFill>
                        </a:rPr>
                        <a:t>       representa 3 niños</a:t>
                      </a:r>
                      <a:endParaRPr lang="es-CL" sz="2800" dirty="0">
                        <a:solidFill>
                          <a:schemeClr val="accent4">
                            <a:lumMod val="75000"/>
                          </a:schemeClr>
                        </a:solidFill>
                      </a:endParaRPr>
                    </a:p>
                  </a:txBody>
                  <a:tcPr>
                    <a:lnL w="6350" cap="flat" cmpd="sng" algn="ctr">
                      <a:solidFill>
                        <a:schemeClr val="accent3">
                          <a:lumMod val="7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accent3">
                          <a:lumMod val="7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accent3">
                          <a:lumMod val="7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accent3">
                          <a:lumMod val="7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endParaRPr lang="es-CL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s-CL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s-CL"/>
                    </a:p>
                  </a:txBody>
                  <a:tcPr/>
                </a:tc>
              </a:tr>
            </a:tbl>
          </a:graphicData>
        </a:graphic>
      </p:graphicFrame>
      <p:sp>
        <p:nvSpPr>
          <p:cNvPr id="30" name="29 Rectángulo"/>
          <p:cNvSpPr/>
          <p:nvPr/>
        </p:nvSpPr>
        <p:spPr>
          <a:xfrm>
            <a:off x="2230438" y="333375"/>
            <a:ext cx="4699000" cy="70643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es-ES" sz="4000" b="1" dirty="0">
                <a:solidFill>
                  <a:schemeClr val="accent6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n-lt"/>
                <a:cs typeface="+mn-cs"/>
              </a:rPr>
              <a:t>Leyendo Pictogramas</a:t>
            </a:r>
          </a:p>
        </p:txBody>
      </p:sp>
      <p:sp>
        <p:nvSpPr>
          <p:cNvPr id="76" name="75 CuadroTexto"/>
          <p:cNvSpPr txBox="1"/>
          <p:nvPr/>
        </p:nvSpPr>
        <p:spPr>
          <a:xfrm>
            <a:off x="2732088" y="1398588"/>
            <a:ext cx="3711575" cy="460375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es-CL" sz="2400" b="1" dirty="0">
                <a:solidFill>
                  <a:schemeClr val="accent4">
                    <a:lumMod val="75000"/>
                  </a:schemeClr>
                </a:solidFill>
                <a:latin typeface="+mn-lt"/>
                <a:cs typeface="+mn-cs"/>
              </a:rPr>
              <a:t>Talleres </a:t>
            </a:r>
            <a:r>
              <a:rPr lang="es-CL" sz="2400" b="1" dirty="0" err="1">
                <a:solidFill>
                  <a:schemeClr val="accent4">
                    <a:lumMod val="75000"/>
                  </a:schemeClr>
                </a:solidFill>
                <a:latin typeface="+mn-lt"/>
                <a:cs typeface="+mn-cs"/>
              </a:rPr>
              <a:t>extraprogramáticos</a:t>
            </a:r>
            <a:endParaRPr lang="es-CL" sz="2400" b="1" dirty="0">
              <a:solidFill>
                <a:schemeClr val="accent4">
                  <a:lumMod val="75000"/>
                </a:schemeClr>
              </a:solidFill>
              <a:latin typeface="+mn-lt"/>
              <a:cs typeface="+mn-cs"/>
            </a:endParaRPr>
          </a:p>
        </p:txBody>
      </p:sp>
      <p:grpSp>
        <p:nvGrpSpPr>
          <p:cNvPr id="8" name="7 Grupo"/>
          <p:cNvGrpSpPr>
            <a:grpSpLocks/>
          </p:cNvGrpSpPr>
          <p:nvPr/>
        </p:nvGrpSpPr>
        <p:grpSpPr bwMode="auto">
          <a:xfrm>
            <a:off x="1476375" y="941388"/>
            <a:ext cx="6119813" cy="461962"/>
            <a:chOff x="1475656" y="941819"/>
            <a:chExt cx="6120680" cy="461665"/>
          </a:xfrm>
        </p:grpSpPr>
        <p:sp>
          <p:nvSpPr>
            <p:cNvPr id="7" name="6 Rectángulo redondeado"/>
            <p:cNvSpPr/>
            <p:nvPr/>
          </p:nvSpPr>
          <p:spPr>
            <a:xfrm>
              <a:off x="1475656" y="1084602"/>
              <a:ext cx="6120680" cy="230039"/>
            </a:xfrm>
            <a:prstGeom prst="roundRect">
              <a:avLst/>
            </a:prstGeom>
            <a:solidFill>
              <a:schemeClr val="accent6"/>
            </a:solidFill>
            <a:ln>
              <a:noFill/>
            </a:ln>
            <a:effectLst>
              <a:outerShdw blurRad="50800" dist="38100" dir="5400000" algn="t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fontAlgn="auto">
                <a:spcBef>
                  <a:spcPts val="0"/>
                </a:spcBef>
                <a:spcAft>
                  <a:spcPts val="0"/>
                </a:spcAft>
                <a:defRPr/>
              </a:pPr>
              <a:endParaRPr lang="es-CL"/>
            </a:p>
          </p:txBody>
        </p:sp>
        <p:sp>
          <p:nvSpPr>
            <p:cNvPr id="77" name="76 CuadroTexto"/>
            <p:cNvSpPr txBox="1"/>
            <p:nvPr/>
          </p:nvSpPr>
          <p:spPr>
            <a:xfrm>
              <a:off x="3876296" y="941819"/>
              <a:ext cx="1198733" cy="461665"/>
            </a:xfrm>
            <a:prstGeom prst="rect">
              <a:avLst/>
            </a:prstGeom>
            <a:noFill/>
          </p:spPr>
          <p:txBody>
            <a:bodyPr wrap="none">
              <a:spAutoFit/>
            </a:bodyPr>
            <a:lstStyle/>
            <a:p>
              <a:pPr fontAlgn="auto">
                <a:spcBef>
                  <a:spcPts val="0"/>
                </a:spcBef>
                <a:spcAft>
                  <a:spcPts val="0"/>
                </a:spcAft>
                <a:defRPr/>
              </a:pPr>
              <a:r>
                <a:rPr lang="es-CL" sz="2400" b="1" dirty="0">
                  <a:solidFill>
                    <a:schemeClr val="bg1"/>
                  </a:solidFill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  <a:latin typeface="+mn-lt"/>
                  <a:cs typeface="+mn-cs"/>
                </a:rPr>
                <a:t>observa</a:t>
              </a:r>
            </a:p>
          </p:txBody>
        </p:sp>
      </p:grpSp>
      <p:grpSp>
        <p:nvGrpSpPr>
          <p:cNvPr id="4" name="3 Grupo"/>
          <p:cNvGrpSpPr>
            <a:grpSpLocks/>
          </p:cNvGrpSpPr>
          <p:nvPr/>
        </p:nvGrpSpPr>
        <p:grpSpPr bwMode="auto">
          <a:xfrm>
            <a:off x="6372225" y="1989138"/>
            <a:ext cx="863600" cy="1543050"/>
            <a:chOff x="6372200" y="1988840"/>
            <a:chExt cx="864096" cy="1543457"/>
          </a:xfrm>
        </p:grpSpPr>
        <p:pic>
          <p:nvPicPr>
            <p:cNvPr id="17429" name="9 Imagen"/>
            <p:cNvPicPr>
              <a:picLocks noChangeAspect="1"/>
            </p:cNvPicPr>
            <p:nvPr/>
          </p:nvPicPr>
          <p:blipFill>
            <a:blip r:embed="rId2"/>
            <a:srcRect/>
            <a:stretch>
              <a:fillRect/>
            </a:stretch>
          </p:blipFill>
          <p:spPr bwMode="auto">
            <a:xfrm>
              <a:off x="6383219" y="1988840"/>
              <a:ext cx="410010" cy="472767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</p:pic>
        <p:pic>
          <p:nvPicPr>
            <p:cNvPr id="17430" name="46 Imagen"/>
            <p:cNvPicPr>
              <a:picLocks noChangeAspect="1"/>
            </p:cNvPicPr>
            <p:nvPr/>
          </p:nvPicPr>
          <p:blipFill>
            <a:blip r:embed="rId2"/>
            <a:srcRect/>
            <a:stretch>
              <a:fillRect/>
            </a:stretch>
          </p:blipFill>
          <p:spPr bwMode="auto">
            <a:xfrm>
              <a:off x="6826286" y="1988840"/>
              <a:ext cx="410010" cy="472767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</p:pic>
        <p:pic>
          <p:nvPicPr>
            <p:cNvPr id="17431" name="47 Imagen"/>
            <p:cNvPicPr>
              <a:picLocks noChangeAspect="1"/>
            </p:cNvPicPr>
            <p:nvPr/>
          </p:nvPicPr>
          <p:blipFill>
            <a:blip r:embed="rId2"/>
            <a:srcRect/>
            <a:stretch>
              <a:fillRect/>
            </a:stretch>
          </p:blipFill>
          <p:spPr bwMode="auto">
            <a:xfrm>
              <a:off x="6372200" y="2524185"/>
              <a:ext cx="410010" cy="472767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</p:pic>
        <p:pic>
          <p:nvPicPr>
            <p:cNvPr id="17432" name="48 Imagen"/>
            <p:cNvPicPr>
              <a:picLocks noChangeAspect="1"/>
            </p:cNvPicPr>
            <p:nvPr/>
          </p:nvPicPr>
          <p:blipFill>
            <a:blip r:embed="rId2"/>
            <a:srcRect/>
            <a:stretch>
              <a:fillRect/>
            </a:stretch>
          </p:blipFill>
          <p:spPr bwMode="auto">
            <a:xfrm>
              <a:off x="6815267" y="2524185"/>
              <a:ext cx="410010" cy="472767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</p:pic>
        <p:pic>
          <p:nvPicPr>
            <p:cNvPr id="17433" name="49 Imagen"/>
            <p:cNvPicPr>
              <a:picLocks noChangeAspect="1"/>
            </p:cNvPicPr>
            <p:nvPr/>
          </p:nvPicPr>
          <p:blipFill>
            <a:blip r:embed="rId2"/>
            <a:srcRect/>
            <a:stretch>
              <a:fillRect/>
            </a:stretch>
          </p:blipFill>
          <p:spPr bwMode="auto">
            <a:xfrm>
              <a:off x="6383219" y="3059530"/>
              <a:ext cx="410010" cy="472767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</p:pic>
        <p:pic>
          <p:nvPicPr>
            <p:cNvPr id="17434" name="54 Imagen"/>
            <p:cNvPicPr>
              <a:picLocks noChangeAspect="1"/>
            </p:cNvPicPr>
            <p:nvPr/>
          </p:nvPicPr>
          <p:blipFill>
            <a:blip r:embed="rId2"/>
            <a:srcRect/>
            <a:stretch>
              <a:fillRect/>
            </a:stretch>
          </p:blipFill>
          <p:spPr bwMode="auto">
            <a:xfrm>
              <a:off x="6826286" y="3059530"/>
              <a:ext cx="410010" cy="472767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</p:pic>
      </p:grpSp>
      <p:pic>
        <p:nvPicPr>
          <p:cNvPr id="65" name="64 Imagen"/>
          <p:cNvPicPr>
            <a:picLocks noChangeAspect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3370263" y="2051050"/>
            <a:ext cx="409575" cy="4730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grpSp>
        <p:nvGrpSpPr>
          <p:cNvPr id="2" name="1 Grupo"/>
          <p:cNvGrpSpPr>
            <a:grpSpLocks/>
          </p:cNvGrpSpPr>
          <p:nvPr/>
        </p:nvGrpSpPr>
        <p:grpSpPr bwMode="auto">
          <a:xfrm>
            <a:off x="1870075" y="2051050"/>
            <a:ext cx="420688" cy="1543050"/>
            <a:chOff x="1870346" y="2051418"/>
            <a:chExt cx="421029" cy="1543457"/>
          </a:xfrm>
        </p:grpSpPr>
        <p:pic>
          <p:nvPicPr>
            <p:cNvPr id="17426" name="55 Imagen"/>
            <p:cNvPicPr>
              <a:picLocks noChangeAspect="1"/>
            </p:cNvPicPr>
            <p:nvPr/>
          </p:nvPicPr>
          <p:blipFill>
            <a:blip r:embed="rId2"/>
            <a:srcRect/>
            <a:stretch>
              <a:fillRect/>
            </a:stretch>
          </p:blipFill>
          <p:spPr bwMode="auto">
            <a:xfrm>
              <a:off x="1881365" y="2051418"/>
              <a:ext cx="410010" cy="472767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</p:pic>
        <p:pic>
          <p:nvPicPr>
            <p:cNvPr id="17427" name="65 Imagen"/>
            <p:cNvPicPr>
              <a:picLocks noChangeAspect="1"/>
            </p:cNvPicPr>
            <p:nvPr/>
          </p:nvPicPr>
          <p:blipFill>
            <a:blip r:embed="rId2"/>
            <a:srcRect/>
            <a:stretch>
              <a:fillRect/>
            </a:stretch>
          </p:blipFill>
          <p:spPr bwMode="auto">
            <a:xfrm>
              <a:off x="1870346" y="2586763"/>
              <a:ext cx="410010" cy="472767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</p:pic>
        <p:pic>
          <p:nvPicPr>
            <p:cNvPr id="17428" name="67 Imagen"/>
            <p:cNvPicPr>
              <a:picLocks noChangeAspect="1"/>
            </p:cNvPicPr>
            <p:nvPr/>
          </p:nvPicPr>
          <p:blipFill>
            <a:blip r:embed="rId2"/>
            <a:srcRect/>
            <a:stretch>
              <a:fillRect/>
            </a:stretch>
          </p:blipFill>
          <p:spPr bwMode="auto">
            <a:xfrm>
              <a:off x="1881365" y="3122108"/>
              <a:ext cx="410010" cy="472767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</p:pic>
      </p:grpSp>
      <p:grpSp>
        <p:nvGrpSpPr>
          <p:cNvPr id="3" name="2 Grupo"/>
          <p:cNvGrpSpPr>
            <a:grpSpLocks/>
          </p:cNvGrpSpPr>
          <p:nvPr/>
        </p:nvGrpSpPr>
        <p:grpSpPr bwMode="auto">
          <a:xfrm>
            <a:off x="4870450" y="2060575"/>
            <a:ext cx="422275" cy="1008063"/>
            <a:chOff x="4871051" y="2060848"/>
            <a:chExt cx="421029" cy="1008112"/>
          </a:xfrm>
        </p:grpSpPr>
        <p:pic>
          <p:nvPicPr>
            <p:cNvPr id="17424" name="66 Imagen"/>
            <p:cNvPicPr>
              <a:picLocks noChangeAspect="1"/>
            </p:cNvPicPr>
            <p:nvPr/>
          </p:nvPicPr>
          <p:blipFill>
            <a:blip r:embed="rId2"/>
            <a:srcRect/>
            <a:stretch>
              <a:fillRect/>
            </a:stretch>
          </p:blipFill>
          <p:spPr bwMode="auto">
            <a:xfrm>
              <a:off x="4871051" y="2060848"/>
              <a:ext cx="410010" cy="472767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</p:pic>
        <p:pic>
          <p:nvPicPr>
            <p:cNvPr id="17425" name="68 Imagen"/>
            <p:cNvPicPr>
              <a:picLocks noChangeAspect="1"/>
            </p:cNvPicPr>
            <p:nvPr/>
          </p:nvPicPr>
          <p:blipFill>
            <a:blip r:embed="rId2"/>
            <a:srcRect/>
            <a:stretch>
              <a:fillRect/>
            </a:stretch>
          </p:blipFill>
          <p:spPr bwMode="auto">
            <a:xfrm>
              <a:off x="4882070" y="2596193"/>
              <a:ext cx="410010" cy="472767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</p:pic>
      </p:grpSp>
      <p:pic>
        <p:nvPicPr>
          <p:cNvPr id="70" name="69 Imagen"/>
          <p:cNvPicPr>
            <a:picLocks noChangeAspect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2527300" y="5260975"/>
            <a:ext cx="409575" cy="4714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5" name="4 Rectángulo"/>
          <p:cNvSpPr/>
          <p:nvPr/>
        </p:nvSpPr>
        <p:spPr>
          <a:xfrm>
            <a:off x="1403350" y="1039813"/>
            <a:ext cx="6337300" cy="358775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es-CL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after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75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1000"/>
                            </p:stCondLst>
                            <p:childTnLst>
                              <p:par>
                                <p:cTn id="9" presetID="10" presetClass="entr" presetSubtype="0" fill="hold" grpId="0" nodeType="after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75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2750"/>
                            </p:stCondLst>
                            <p:childTnLst>
                              <p:par>
                                <p:cTn id="13" presetID="22" presetClass="entr" presetSubtype="1" fill="hold" nodeType="after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5" dur="125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>
                            <p:stCondLst>
                              <p:cond delay="4250"/>
                            </p:stCondLst>
                            <p:childTnLst>
                              <p:par>
                                <p:cTn id="17" presetID="10" presetClass="entr" presetSubtype="0" fill="hold" grpId="0" nodeType="after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750"/>
                                        <p:tgtEl>
                                          <p:spTgt spid="7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0" fill="hold">
                            <p:stCondLst>
                              <p:cond delay="5250"/>
                            </p:stCondLst>
                            <p:childTnLst>
                              <p:par>
                                <p:cTn id="21" presetID="22" presetClass="entr" presetSubtype="1" fill="hold" nodeType="after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3" dur="10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4" fill="hold">
                            <p:stCondLst>
                              <p:cond delay="6500"/>
                            </p:stCondLst>
                            <p:childTnLst>
                              <p:par>
                                <p:cTn id="25" presetID="22" presetClass="entr" presetSubtype="1" fill="hold" nodeType="after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7" dur="1000"/>
                                        <p:tgtEl>
                                          <p:spTgt spid="6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8" fill="hold">
                            <p:stCondLst>
                              <p:cond delay="7750"/>
                            </p:stCondLst>
                            <p:childTnLst>
                              <p:par>
                                <p:cTn id="29" presetID="22" presetClass="entr" presetSubtype="1" fill="hold" nodeType="after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31" dur="10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2" fill="hold">
                            <p:stCondLst>
                              <p:cond delay="9000"/>
                            </p:stCondLst>
                            <p:childTnLst>
                              <p:par>
                                <p:cTn id="33" presetID="22" presetClass="entr" presetSubtype="1" fill="hold" nodeType="after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35" dur="125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6" fill="hold">
                            <p:stCondLst>
                              <p:cond delay="10500"/>
                            </p:stCondLst>
                            <p:childTnLst>
                              <p:par>
                                <p:cTn id="37" presetID="10" presetClass="entr" presetSubtype="0" fill="hold" nodeType="after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9" dur="750"/>
                                        <p:tgtEl>
                                          <p:spTgt spid="7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6" grpId="0"/>
      <p:bldP spid="5" grpId="0" animBg="1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3 Rectángulo"/>
          <p:cNvSpPr/>
          <p:nvPr/>
        </p:nvSpPr>
        <p:spPr>
          <a:xfrm>
            <a:off x="0" y="885825"/>
            <a:ext cx="9151938" cy="5280025"/>
          </a:xfrm>
          <a:prstGeom prst="rect">
            <a:avLst/>
          </a:prstGeom>
          <a:solidFill>
            <a:srgbClr val="FFFFE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es-CL"/>
          </a:p>
        </p:txBody>
      </p:sp>
      <p:grpSp>
        <p:nvGrpSpPr>
          <p:cNvPr id="18434" name="2 Grupo"/>
          <p:cNvGrpSpPr>
            <a:grpSpLocks/>
          </p:cNvGrpSpPr>
          <p:nvPr/>
        </p:nvGrpSpPr>
        <p:grpSpPr bwMode="auto">
          <a:xfrm rot="10800000">
            <a:off x="0" y="-26988"/>
            <a:ext cx="9151938" cy="3284538"/>
            <a:chOff x="152400" y="3725416"/>
            <a:chExt cx="9144000" cy="3284984"/>
          </a:xfrm>
        </p:grpSpPr>
        <p:sp>
          <p:nvSpPr>
            <p:cNvPr id="28" name="27 Rectángulo"/>
            <p:cNvSpPr/>
            <p:nvPr/>
          </p:nvSpPr>
          <p:spPr>
            <a:xfrm>
              <a:off x="152400" y="6099050"/>
              <a:ext cx="9144000" cy="912937"/>
            </a:xfrm>
            <a:prstGeom prst="rect">
              <a:avLst/>
            </a:prstGeom>
            <a:solidFill>
              <a:srgbClr val="ABC2C5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fontAlgn="auto">
                <a:spcBef>
                  <a:spcPts val="0"/>
                </a:spcBef>
                <a:spcAft>
                  <a:spcPts val="0"/>
                </a:spcAft>
                <a:defRPr/>
              </a:pPr>
              <a:endParaRPr lang="es-CL"/>
            </a:p>
          </p:txBody>
        </p:sp>
        <p:sp>
          <p:nvSpPr>
            <p:cNvPr id="31" name="30 Rectángulo"/>
            <p:cNvSpPr/>
            <p:nvPr/>
          </p:nvSpPr>
          <p:spPr>
            <a:xfrm>
              <a:off x="152400" y="4300169"/>
              <a:ext cx="9144000" cy="1727435"/>
            </a:xfrm>
            <a:prstGeom prst="rect">
              <a:avLst/>
            </a:prstGeom>
            <a:solidFill>
              <a:schemeClr val="accent4">
                <a:lumMod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fontAlgn="auto">
                <a:spcBef>
                  <a:spcPts val="0"/>
                </a:spcBef>
                <a:spcAft>
                  <a:spcPts val="0"/>
                </a:spcAft>
                <a:defRPr/>
              </a:pPr>
              <a:endParaRPr lang="es-CL"/>
            </a:p>
          </p:txBody>
        </p:sp>
        <p:sp>
          <p:nvSpPr>
            <p:cNvPr id="32" name="31 Rectángulo"/>
            <p:cNvSpPr/>
            <p:nvPr/>
          </p:nvSpPr>
          <p:spPr>
            <a:xfrm>
              <a:off x="152400" y="4157275"/>
              <a:ext cx="9144000" cy="71447"/>
            </a:xfrm>
            <a:prstGeom prst="rect">
              <a:avLst/>
            </a:prstGeom>
            <a:solidFill>
              <a:schemeClr val="accent2">
                <a:lumMod val="60000"/>
                <a:lumOff val="4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fontAlgn="auto">
                <a:spcBef>
                  <a:spcPts val="0"/>
                </a:spcBef>
                <a:spcAft>
                  <a:spcPts val="0"/>
                </a:spcAft>
                <a:defRPr/>
              </a:pPr>
              <a:endParaRPr lang="es-CL"/>
            </a:p>
          </p:txBody>
        </p:sp>
        <p:sp>
          <p:nvSpPr>
            <p:cNvPr id="33" name="32 Rectángulo"/>
            <p:cNvSpPr/>
            <p:nvPr/>
          </p:nvSpPr>
          <p:spPr>
            <a:xfrm>
              <a:off x="152400" y="3725416"/>
              <a:ext cx="9144000" cy="360411"/>
            </a:xfrm>
            <a:prstGeom prst="rect">
              <a:avLst/>
            </a:prstGeom>
            <a:solidFill>
              <a:schemeClr val="accent6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fontAlgn="auto">
                <a:spcBef>
                  <a:spcPts val="0"/>
                </a:spcBef>
                <a:spcAft>
                  <a:spcPts val="0"/>
                </a:spcAft>
                <a:defRPr/>
              </a:pPr>
              <a:endParaRPr lang="es-CL"/>
            </a:p>
          </p:txBody>
        </p:sp>
      </p:grpSp>
      <p:sp>
        <p:nvSpPr>
          <p:cNvPr id="44" name="43 Rectángulo"/>
          <p:cNvSpPr/>
          <p:nvPr/>
        </p:nvSpPr>
        <p:spPr>
          <a:xfrm>
            <a:off x="0" y="5945188"/>
            <a:ext cx="9151938" cy="912812"/>
          </a:xfrm>
          <a:prstGeom prst="rect">
            <a:avLst/>
          </a:prstGeom>
          <a:solidFill>
            <a:srgbClr val="ABC2C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es-CL"/>
          </a:p>
        </p:txBody>
      </p:sp>
      <p:sp>
        <p:nvSpPr>
          <p:cNvPr id="43" name="42 Rectángulo"/>
          <p:cNvSpPr/>
          <p:nvPr/>
        </p:nvSpPr>
        <p:spPr>
          <a:xfrm>
            <a:off x="0" y="4149725"/>
            <a:ext cx="9151938" cy="1727200"/>
          </a:xfrm>
          <a:prstGeom prst="rect">
            <a:avLst/>
          </a:prstGeom>
          <a:solidFill>
            <a:schemeClr val="accent4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es-CL"/>
          </a:p>
        </p:txBody>
      </p:sp>
      <p:sp>
        <p:nvSpPr>
          <p:cNvPr id="24" name="23 Rectángulo"/>
          <p:cNvSpPr/>
          <p:nvPr/>
        </p:nvSpPr>
        <p:spPr>
          <a:xfrm>
            <a:off x="0" y="4005263"/>
            <a:ext cx="9151938" cy="71437"/>
          </a:xfrm>
          <a:prstGeom prst="rect">
            <a:avLst/>
          </a:prstGeom>
          <a:solidFill>
            <a:schemeClr val="accent2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es-CL"/>
          </a:p>
        </p:txBody>
      </p:sp>
      <p:sp>
        <p:nvSpPr>
          <p:cNvPr id="25" name="24 Rectángulo"/>
          <p:cNvSpPr/>
          <p:nvPr/>
        </p:nvSpPr>
        <p:spPr>
          <a:xfrm>
            <a:off x="0" y="3573463"/>
            <a:ext cx="9151938" cy="360362"/>
          </a:xfrm>
          <a:prstGeom prst="rect">
            <a:avLst/>
          </a:prstGeom>
          <a:solidFill>
            <a:schemeClr val="accent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es-CL"/>
          </a:p>
        </p:txBody>
      </p:sp>
      <p:sp>
        <p:nvSpPr>
          <p:cNvPr id="27" name="26 Rectángulo redondeado"/>
          <p:cNvSpPr/>
          <p:nvPr/>
        </p:nvSpPr>
        <p:spPr>
          <a:xfrm>
            <a:off x="684213" y="1817688"/>
            <a:ext cx="7775575" cy="3195637"/>
          </a:xfrm>
          <a:prstGeom prst="roundRect">
            <a:avLst>
              <a:gd name="adj" fmla="val 7957"/>
            </a:avLst>
          </a:prstGeom>
          <a:solidFill>
            <a:srgbClr val="FFFFEF"/>
          </a:solidFill>
          <a:ln w="6350">
            <a:solidFill>
              <a:srgbClr val="078313"/>
            </a:solidFill>
            <a:prstDash val="sysDash"/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es-CL"/>
          </a:p>
        </p:txBody>
      </p:sp>
      <p:sp>
        <p:nvSpPr>
          <p:cNvPr id="30" name="29 Rectángulo"/>
          <p:cNvSpPr/>
          <p:nvPr/>
        </p:nvSpPr>
        <p:spPr>
          <a:xfrm>
            <a:off x="2952750" y="2060575"/>
            <a:ext cx="3254375" cy="708025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es-ES" sz="4000" b="1" dirty="0">
                <a:solidFill>
                  <a:schemeClr val="accent2">
                    <a:lumMod val="60000"/>
                    <a:lumOff val="40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n-lt"/>
                <a:cs typeface="+mn-cs"/>
              </a:rPr>
              <a:t>¿Cómo te fue?</a:t>
            </a:r>
          </a:p>
        </p:txBody>
      </p:sp>
      <p:pic>
        <p:nvPicPr>
          <p:cNvPr id="2" name="1 Imagen"/>
          <p:cNvPicPr>
            <a:picLocks noChangeAspect="1"/>
          </p:cNvPicPr>
          <p:nvPr/>
        </p:nvPicPr>
        <p:blipFill>
          <a:blip r:embed="rId2">
            <a:duotone>
              <a:prstClr val="black"/>
              <a:schemeClr val="accent4">
                <a:tint val="45000"/>
                <a:satMod val="400000"/>
              </a:schemeClr>
            </a:duotone>
            <a:extLst/>
          </a:blip>
          <a:stretch>
            <a:fillRect/>
          </a:stretch>
        </p:blipFill>
        <p:spPr>
          <a:xfrm>
            <a:off x="2771800" y="3068960"/>
            <a:ext cx="3602900" cy="897988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3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3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22" presetClass="entr" presetSubtype="8" fill="hold" nodeType="click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4" dur="2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0" grpId="0"/>
    </p:bldLst>
  </p:timing>
</p:sld>
</file>

<file path=ppt/theme/theme1.xml><?xml version="1.0" encoding="utf-8"?>
<a:theme xmlns:a="http://schemas.openxmlformats.org/drawingml/2006/main" name="Tema de Office">
  <a:themeElements>
    <a:clrScheme name="Personalizado 1">
      <a:dk1>
        <a:sysClr val="windowText" lastClr="000000"/>
      </a:dk1>
      <a:lt1>
        <a:srgbClr val="FFFFFF"/>
      </a:lt1>
      <a:dk2>
        <a:srgbClr val="465E9C"/>
      </a:dk2>
      <a:lt2>
        <a:srgbClr val="CCDDEA"/>
      </a:lt2>
      <a:accent1>
        <a:srgbClr val="FDA023"/>
      </a:accent1>
      <a:accent2>
        <a:srgbClr val="AA2B1E"/>
      </a:accent2>
      <a:accent3>
        <a:srgbClr val="71685C"/>
      </a:accent3>
      <a:accent4>
        <a:srgbClr val="64A73B"/>
      </a:accent4>
      <a:accent5>
        <a:srgbClr val="EB5605"/>
      </a:accent5>
      <a:accent6>
        <a:srgbClr val="B9CA1A"/>
      </a:accent6>
      <a:hlink>
        <a:srgbClr val="D83E2C"/>
      </a:hlink>
      <a:folHlink>
        <a:srgbClr val="ED7D27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2202</TotalTime>
  <Words>88</Words>
  <Application>Microsoft Office PowerPoint</Application>
  <PresentationFormat>Presentación en pantalla (4:3)</PresentationFormat>
  <Paragraphs>29</Paragraphs>
  <Slides>6</Slides>
  <Notes>0</Notes>
  <HiddenSlides>0</HiddenSlides>
  <MMClips>0</MMClips>
  <ScaleCrop>false</ScaleCrop>
  <HeadingPairs>
    <vt:vector size="4" baseType="variant">
      <vt:variant>
        <vt:lpstr>Tema</vt:lpstr>
      </vt:variant>
      <vt:variant>
        <vt:i4>1</vt:i4>
      </vt:variant>
      <vt:variant>
        <vt:lpstr>Títulos de diapositiva</vt:lpstr>
      </vt:variant>
      <vt:variant>
        <vt:i4>6</vt:i4>
      </vt:variant>
    </vt:vector>
  </HeadingPairs>
  <TitlesOfParts>
    <vt:vector size="7" baseType="lpstr">
      <vt:lpstr>Tema de Office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Presentación de PowerPoint</dc:title>
  <dc:creator>Maria Loreto Jullian</dc:creator>
  <cp:lastModifiedBy>Miguel Urbina Moraga</cp:lastModifiedBy>
  <cp:revision>131</cp:revision>
  <dcterms:created xsi:type="dcterms:W3CDTF">2011-10-03T14:57:32Z</dcterms:created>
  <dcterms:modified xsi:type="dcterms:W3CDTF">2013-06-04T22:54:28Z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0x0101005CB7FB4DFD77A542A502E4889E60EF12</vt:lpwstr>
  </property>
</Properties>
</file>