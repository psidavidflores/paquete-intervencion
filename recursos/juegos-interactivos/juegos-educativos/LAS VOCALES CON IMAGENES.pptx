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65" r:id="rId5"/>
    <p:sldId id="260" r:id="rId6"/>
    <p:sldId id="264" r:id="rId7"/>
    <p:sldId id="272" r:id="rId8"/>
    <p:sldId id="263" r:id="rId9"/>
    <p:sldId id="268" r:id="rId10"/>
    <p:sldId id="266" r:id="rId11"/>
    <p:sldId id="269" r:id="rId12"/>
    <p:sldId id="267" r:id="rId13"/>
    <p:sldId id="271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654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4641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261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093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289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706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9359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2929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7942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8127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2652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2DAD0-A988-4BA2-A0D4-4A153F0E411B}" type="datetimeFigureOut">
              <a:rPr lang="es-CL" smtClean="0"/>
              <a:t>09-02-2019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D6189-6B52-46FF-B085-122350F944E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609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las voca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0" y="0"/>
            <a:ext cx="9115400" cy="684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38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71" y="29522"/>
            <a:ext cx="9125974" cy="682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388172" y="1011394"/>
            <a:ext cx="63496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5400" b="1" cap="none" spc="50" dirty="0" smtClean="0">
                <a:ln w="11430"/>
                <a:solidFill>
                  <a:schemeClr val="accent5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¿ Cómo me  siento hoy?</a:t>
            </a:r>
            <a:endParaRPr lang="es-ES" sz="5400" b="1" cap="none" spc="50" dirty="0">
              <a:ln w="11430"/>
              <a:solidFill>
                <a:schemeClr val="accent5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3" y="2492897"/>
            <a:ext cx="1800200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721" y="3645024"/>
            <a:ext cx="214312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846" y="2852936"/>
            <a:ext cx="2070431" cy="197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692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684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683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4" y="1482384"/>
            <a:ext cx="208597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60" y="4111969"/>
            <a:ext cx="3505572" cy="2746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673" y="488987"/>
            <a:ext cx="3820757" cy="1986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498" y="2553946"/>
            <a:ext cx="2857500" cy="2459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111969"/>
            <a:ext cx="2651944" cy="2393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42"/>
          <a:stretch/>
        </p:blipFill>
        <p:spPr bwMode="auto">
          <a:xfrm>
            <a:off x="6208459" y="332656"/>
            <a:ext cx="2599661" cy="2935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711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821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48680"/>
            <a:ext cx="2687748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511" y="535292"/>
            <a:ext cx="1800200" cy="2530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35" y="3717032"/>
            <a:ext cx="2988845" cy="2722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3" t="6213" r="7293" b="13505"/>
          <a:stretch/>
        </p:blipFill>
        <p:spPr bwMode="auto">
          <a:xfrm>
            <a:off x="6781611" y="4509120"/>
            <a:ext cx="2142488" cy="201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9" t="4271" r="20402" b="9510"/>
          <a:stretch/>
        </p:blipFill>
        <p:spPr bwMode="auto">
          <a:xfrm>
            <a:off x="3851920" y="2881830"/>
            <a:ext cx="2034226" cy="32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6" name="Picture 8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" t="11883" b="17339"/>
          <a:stretch/>
        </p:blipFill>
        <p:spPr bwMode="auto">
          <a:xfrm>
            <a:off x="3995936" y="604632"/>
            <a:ext cx="2191622" cy="158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8" name="Picture 10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0"/>
          <a:stretch/>
        </p:blipFill>
        <p:spPr bwMode="auto">
          <a:xfrm>
            <a:off x="6796775" y="2114709"/>
            <a:ext cx="2189593" cy="235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955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766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0648"/>
            <a:ext cx="2160240" cy="2382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548680"/>
            <a:ext cx="3269703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23" y="4086924"/>
            <a:ext cx="2736304" cy="2596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168" y="1112390"/>
            <a:ext cx="2490990" cy="2761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211877"/>
            <a:ext cx="2153201" cy="1628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341615"/>
            <a:ext cx="2664296" cy="1998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44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453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2656"/>
            <a:ext cx="2489800" cy="1950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6" t="-3514" r="2476" b="13700"/>
          <a:stretch/>
        </p:blipFill>
        <p:spPr bwMode="auto">
          <a:xfrm>
            <a:off x="631706" y="2477585"/>
            <a:ext cx="2181622" cy="1490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51817"/>
            <a:ext cx="2436019" cy="1831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550" y="4243624"/>
            <a:ext cx="2621776" cy="230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6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060848"/>
            <a:ext cx="2757686" cy="2757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8" name="Picture 1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06" y="4721962"/>
            <a:ext cx="2304256" cy="2072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171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02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1" y="260648"/>
            <a:ext cx="3401229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789040"/>
            <a:ext cx="3505572" cy="2746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229" y="445748"/>
            <a:ext cx="1177491" cy="1977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" t="16691" r="5886" b="14363"/>
          <a:stretch/>
        </p:blipFill>
        <p:spPr bwMode="auto">
          <a:xfrm>
            <a:off x="6121997" y="4461259"/>
            <a:ext cx="2186529" cy="1641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617" y="1432322"/>
            <a:ext cx="2904965" cy="2788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433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</Words>
  <Application>Microsoft Office PowerPoint</Application>
  <PresentationFormat>Presentación en pantalla (4:3)</PresentationFormat>
  <Paragraphs>1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10</cp:revision>
  <dcterms:created xsi:type="dcterms:W3CDTF">2019-02-09T18:38:18Z</dcterms:created>
  <dcterms:modified xsi:type="dcterms:W3CDTF">2019-02-09T20:19:00Z</dcterms:modified>
</cp:coreProperties>
</file>