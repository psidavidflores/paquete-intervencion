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A7CB"/>
    <a:srgbClr val="37A9FF"/>
    <a:srgbClr val="FFD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858" y="6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F3C3-1667-4FEA-9638-ED2503C140A5}" type="datetimeFigureOut">
              <a:rPr lang="es-ES" smtClean="0"/>
              <a:t>28/09/2020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FA70-98B6-4A86-B151-00E83875FC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0405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F3C3-1667-4FEA-9638-ED2503C140A5}" type="datetimeFigureOut">
              <a:rPr lang="es-ES" smtClean="0"/>
              <a:t>28/09/2020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FA70-98B6-4A86-B151-00E83875FC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5079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F3C3-1667-4FEA-9638-ED2503C140A5}" type="datetimeFigureOut">
              <a:rPr lang="es-ES" smtClean="0"/>
              <a:t>28/09/2020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FA70-98B6-4A86-B151-00E83875FC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4569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F3C3-1667-4FEA-9638-ED2503C140A5}" type="datetimeFigureOut">
              <a:rPr lang="es-ES" smtClean="0"/>
              <a:t>28/09/2020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FA70-98B6-4A86-B151-00E83875FC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8488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F3C3-1667-4FEA-9638-ED2503C140A5}" type="datetimeFigureOut">
              <a:rPr lang="es-ES" smtClean="0"/>
              <a:t>28/09/2020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FA70-98B6-4A86-B151-00E83875FC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626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F3C3-1667-4FEA-9638-ED2503C140A5}" type="datetimeFigureOut">
              <a:rPr lang="es-ES" smtClean="0"/>
              <a:t>28/09/2020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FA70-98B6-4A86-B151-00E83875FC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732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F3C3-1667-4FEA-9638-ED2503C140A5}" type="datetimeFigureOut">
              <a:rPr lang="es-ES" smtClean="0"/>
              <a:t>28/09/2020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FA70-98B6-4A86-B151-00E83875FC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81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F3C3-1667-4FEA-9638-ED2503C140A5}" type="datetimeFigureOut">
              <a:rPr lang="es-ES" smtClean="0"/>
              <a:t>28/09/2020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FA70-98B6-4A86-B151-00E83875FC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4608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F3C3-1667-4FEA-9638-ED2503C140A5}" type="datetimeFigureOut">
              <a:rPr lang="es-ES" smtClean="0"/>
              <a:t>28/09/2020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FA70-98B6-4A86-B151-00E83875FC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762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F3C3-1667-4FEA-9638-ED2503C140A5}" type="datetimeFigureOut">
              <a:rPr lang="es-ES" smtClean="0"/>
              <a:t>28/09/2020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FA70-98B6-4A86-B151-00E83875FC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773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AF3C3-1667-4FEA-9638-ED2503C140A5}" type="datetimeFigureOut">
              <a:rPr lang="es-ES" smtClean="0"/>
              <a:t>28/09/2020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FFA70-98B6-4A86-B151-00E83875FC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0312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AF3C3-1667-4FEA-9638-ED2503C140A5}" type="datetimeFigureOut">
              <a:rPr lang="es-ES" smtClean="0"/>
              <a:t>28/09/2020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FFA70-98B6-4A86-B151-00E83875FC4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1740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audio" Target="../media/audio1.wav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ángulo 112"/>
          <p:cNvSpPr/>
          <p:nvPr/>
        </p:nvSpPr>
        <p:spPr>
          <a:xfrm>
            <a:off x="11365360" y="0"/>
            <a:ext cx="1017140" cy="6880566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85" y="523784"/>
            <a:ext cx="1293977" cy="158523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85" y="2638235"/>
            <a:ext cx="1293977" cy="158152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085" y="4748980"/>
            <a:ext cx="1293976" cy="158523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136" y="523784"/>
            <a:ext cx="1293976" cy="158523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136" y="2636382"/>
            <a:ext cx="1293976" cy="158523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201" y="541942"/>
            <a:ext cx="1293977" cy="154891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136" y="4748980"/>
            <a:ext cx="1293976" cy="1585235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201" y="4767138"/>
            <a:ext cx="1293977" cy="1548918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201" y="2641755"/>
            <a:ext cx="1293977" cy="1574489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252" y="523784"/>
            <a:ext cx="1293976" cy="1585235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252" y="2636382"/>
            <a:ext cx="1293976" cy="1585235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252" y="4748980"/>
            <a:ext cx="1293977" cy="1585235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464" y="523784"/>
            <a:ext cx="1293697" cy="1585235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324" y="2641755"/>
            <a:ext cx="1293977" cy="1574489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324" y="4748980"/>
            <a:ext cx="1293976" cy="1585235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0375" y="525637"/>
            <a:ext cx="1293977" cy="1581527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0375" y="2636382"/>
            <a:ext cx="1293976" cy="1585235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0515" y="4748980"/>
            <a:ext cx="1293697" cy="1585235"/>
          </a:xfrm>
          <a:prstGeom prst="rect">
            <a:avLst/>
          </a:prstGeom>
        </p:spPr>
      </p:pic>
      <p:pic>
        <p:nvPicPr>
          <p:cNvPr id="58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130" y="1654370"/>
            <a:ext cx="407884" cy="390209"/>
          </a:xfrm>
          <a:prstGeom prst="rect">
            <a:avLst/>
          </a:prstGeom>
        </p:spPr>
      </p:pic>
      <p:pic>
        <p:nvPicPr>
          <p:cNvPr id="24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972" y="488400"/>
            <a:ext cx="1366201" cy="1656000"/>
          </a:xfrm>
          <a:prstGeom prst="rect">
            <a:avLst/>
          </a:prstGeom>
        </p:spPr>
      </p:pic>
      <p:pic>
        <p:nvPicPr>
          <p:cNvPr id="60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508" y="3784660"/>
            <a:ext cx="407884" cy="390209"/>
          </a:xfrm>
          <a:prstGeom prst="rect">
            <a:avLst/>
          </a:prstGeom>
        </p:spPr>
      </p:pic>
      <p:pic>
        <p:nvPicPr>
          <p:cNvPr id="61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50" y="2618690"/>
            <a:ext cx="1366201" cy="1656000"/>
          </a:xfrm>
          <a:prstGeom prst="rect">
            <a:avLst/>
          </a:prstGeom>
        </p:spPr>
      </p:pic>
      <p:pic>
        <p:nvPicPr>
          <p:cNvPr id="62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508" y="5914950"/>
            <a:ext cx="407884" cy="390209"/>
          </a:xfrm>
          <a:prstGeom prst="rect">
            <a:avLst/>
          </a:prstGeom>
        </p:spPr>
      </p:pic>
      <p:pic>
        <p:nvPicPr>
          <p:cNvPr id="63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50" y="4748980"/>
            <a:ext cx="1366201" cy="1656000"/>
          </a:xfrm>
          <a:prstGeom prst="rect">
            <a:avLst/>
          </a:prstGeom>
        </p:spPr>
      </p:pic>
      <p:pic>
        <p:nvPicPr>
          <p:cNvPr id="64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817" y="1654370"/>
            <a:ext cx="407884" cy="390209"/>
          </a:xfrm>
          <a:prstGeom prst="rect">
            <a:avLst/>
          </a:prstGeom>
        </p:spPr>
      </p:pic>
      <p:pic>
        <p:nvPicPr>
          <p:cNvPr id="65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659" y="488400"/>
            <a:ext cx="1366201" cy="1656000"/>
          </a:xfrm>
          <a:prstGeom prst="rect">
            <a:avLst/>
          </a:prstGeom>
        </p:spPr>
      </p:pic>
      <p:pic>
        <p:nvPicPr>
          <p:cNvPr id="66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195" y="3784660"/>
            <a:ext cx="407884" cy="390209"/>
          </a:xfrm>
          <a:prstGeom prst="rect">
            <a:avLst/>
          </a:prstGeom>
        </p:spPr>
      </p:pic>
      <p:pic>
        <p:nvPicPr>
          <p:cNvPr id="67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037" y="2618690"/>
            <a:ext cx="1366201" cy="1656000"/>
          </a:xfrm>
          <a:prstGeom prst="rect">
            <a:avLst/>
          </a:prstGeom>
        </p:spPr>
      </p:pic>
      <p:pic>
        <p:nvPicPr>
          <p:cNvPr id="68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195" y="5914950"/>
            <a:ext cx="407884" cy="390209"/>
          </a:xfrm>
          <a:prstGeom prst="rect">
            <a:avLst/>
          </a:prstGeom>
        </p:spPr>
      </p:pic>
      <p:pic>
        <p:nvPicPr>
          <p:cNvPr id="69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037" y="4748980"/>
            <a:ext cx="1366201" cy="1656000"/>
          </a:xfrm>
          <a:prstGeom prst="rect">
            <a:avLst/>
          </a:prstGeom>
        </p:spPr>
      </p:pic>
      <p:pic>
        <p:nvPicPr>
          <p:cNvPr id="70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932" y="1617134"/>
            <a:ext cx="407884" cy="390209"/>
          </a:xfrm>
          <a:prstGeom prst="rect">
            <a:avLst/>
          </a:prstGeom>
        </p:spPr>
      </p:pic>
      <p:pic>
        <p:nvPicPr>
          <p:cNvPr id="72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310" y="3747424"/>
            <a:ext cx="407884" cy="390209"/>
          </a:xfrm>
          <a:prstGeom prst="rect">
            <a:avLst/>
          </a:prstGeom>
        </p:spPr>
      </p:pic>
      <p:pic>
        <p:nvPicPr>
          <p:cNvPr id="73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152" y="2581454"/>
            <a:ext cx="1366201" cy="1656000"/>
          </a:xfrm>
          <a:prstGeom prst="rect">
            <a:avLst/>
          </a:prstGeom>
        </p:spPr>
      </p:pic>
      <p:pic>
        <p:nvPicPr>
          <p:cNvPr id="74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310" y="5877714"/>
            <a:ext cx="407884" cy="390209"/>
          </a:xfrm>
          <a:prstGeom prst="rect">
            <a:avLst/>
          </a:prstGeom>
        </p:spPr>
      </p:pic>
      <p:pic>
        <p:nvPicPr>
          <p:cNvPr id="75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152" y="4711744"/>
            <a:ext cx="1366201" cy="1656000"/>
          </a:xfrm>
          <a:prstGeom prst="rect">
            <a:avLst/>
          </a:prstGeom>
        </p:spPr>
      </p:pic>
      <p:pic>
        <p:nvPicPr>
          <p:cNvPr id="76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9710" y="1654370"/>
            <a:ext cx="407884" cy="390209"/>
          </a:xfrm>
          <a:prstGeom prst="rect">
            <a:avLst/>
          </a:prstGeom>
        </p:spPr>
      </p:pic>
      <p:pic>
        <p:nvPicPr>
          <p:cNvPr id="77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552" y="488400"/>
            <a:ext cx="1366201" cy="1656000"/>
          </a:xfrm>
          <a:prstGeom prst="rect">
            <a:avLst/>
          </a:prstGeom>
        </p:spPr>
      </p:pic>
      <p:pic>
        <p:nvPicPr>
          <p:cNvPr id="78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088" y="3784660"/>
            <a:ext cx="407884" cy="390209"/>
          </a:xfrm>
          <a:prstGeom prst="rect">
            <a:avLst/>
          </a:prstGeom>
        </p:spPr>
      </p:pic>
      <p:pic>
        <p:nvPicPr>
          <p:cNvPr id="79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930" y="2618690"/>
            <a:ext cx="1366201" cy="1656000"/>
          </a:xfrm>
          <a:prstGeom prst="rect">
            <a:avLst/>
          </a:prstGeom>
        </p:spPr>
      </p:pic>
      <p:pic>
        <p:nvPicPr>
          <p:cNvPr id="80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088" y="5914950"/>
            <a:ext cx="407884" cy="390209"/>
          </a:xfrm>
          <a:prstGeom prst="rect">
            <a:avLst/>
          </a:prstGeom>
        </p:spPr>
      </p:pic>
      <p:pic>
        <p:nvPicPr>
          <p:cNvPr id="81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930" y="4748980"/>
            <a:ext cx="1366201" cy="1656000"/>
          </a:xfrm>
          <a:prstGeom prst="rect">
            <a:avLst/>
          </a:prstGeom>
        </p:spPr>
      </p:pic>
      <p:pic>
        <p:nvPicPr>
          <p:cNvPr id="82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173" y="1654370"/>
            <a:ext cx="407884" cy="390209"/>
          </a:xfrm>
          <a:prstGeom prst="rect">
            <a:avLst/>
          </a:prstGeom>
        </p:spPr>
      </p:pic>
      <p:pic>
        <p:nvPicPr>
          <p:cNvPr id="83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015" y="488400"/>
            <a:ext cx="1366201" cy="1656000"/>
          </a:xfrm>
          <a:prstGeom prst="rect">
            <a:avLst/>
          </a:prstGeom>
        </p:spPr>
      </p:pic>
      <p:pic>
        <p:nvPicPr>
          <p:cNvPr id="84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6551" y="3784660"/>
            <a:ext cx="407884" cy="390209"/>
          </a:xfrm>
          <a:prstGeom prst="rect">
            <a:avLst/>
          </a:prstGeom>
        </p:spPr>
      </p:pic>
      <p:pic>
        <p:nvPicPr>
          <p:cNvPr id="85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93" y="2618690"/>
            <a:ext cx="1366201" cy="1656000"/>
          </a:xfrm>
          <a:prstGeom prst="rect">
            <a:avLst/>
          </a:prstGeom>
        </p:spPr>
      </p:pic>
      <p:pic>
        <p:nvPicPr>
          <p:cNvPr id="86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6551" y="5914950"/>
            <a:ext cx="407884" cy="390209"/>
          </a:xfrm>
          <a:prstGeom prst="rect">
            <a:avLst/>
          </a:prstGeom>
        </p:spPr>
      </p:pic>
      <p:pic>
        <p:nvPicPr>
          <p:cNvPr id="87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393" y="4748980"/>
            <a:ext cx="1366201" cy="1656000"/>
          </a:xfrm>
          <a:prstGeom prst="rect">
            <a:avLst/>
          </a:prstGeom>
        </p:spPr>
      </p:pic>
      <p:pic>
        <p:nvPicPr>
          <p:cNvPr id="88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4987" y="1654370"/>
            <a:ext cx="407884" cy="390209"/>
          </a:xfrm>
          <a:prstGeom prst="rect">
            <a:avLst/>
          </a:prstGeom>
        </p:spPr>
      </p:pic>
      <p:pic>
        <p:nvPicPr>
          <p:cNvPr id="89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829" y="488400"/>
            <a:ext cx="1366201" cy="1656000"/>
          </a:xfrm>
          <a:prstGeom prst="rect">
            <a:avLst/>
          </a:prstGeom>
        </p:spPr>
      </p:pic>
      <p:pic>
        <p:nvPicPr>
          <p:cNvPr id="90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65" y="3784660"/>
            <a:ext cx="407884" cy="390209"/>
          </a:xfrm>
          <a:prstGeom prst="rect">
            <a:avLst/>
          </a:prstGeom>
        </p:spPr>
      </p:pic>
      <p:pic>
        <p:nvPicPr>
          <p:cNvPr id="91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207" y="2618690"/>
            <a:ext cx="1366201" cy="1656000"/>
          </a:xfrm>
          <a:prstGeom prst="rect">
            <a:avLst/>
          </a:prstGeom>
        </p:spPr>
      </p:pic>
      <p:pic>
        <p:nvPicPr>
          <p:cNvPr id="92" name="ASPA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65" y="5914950"/>
            <a:ext cx="407884" cy="390209"/>
          </a:xfrm>
          <a:prstGeom prst="rect">
            <a:avLst/>
          </a:prstGeom>
        </p:spPr>
      </p:pic>
      <p:pic>
        <p:nvPicPr>
          <p:cNvPr id="93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8207" y="4748980"/>
            <a:ext cx="1366201" cy="1656000"/>
          </a:xfrm>
          <a:prstGeom prst="rect">
            <a:avLst/>
          </a:prstGeom>
        </p:spPr>
      </p:pic>
      <p:pic>
        <p:nvPicPr>
          <p:cNvPr id="71" name="TAPA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774" y="451164"/>
            <a:ext cx="1366201" cy="1656000"/>
          </a:xfrm>
          <a:prstGeom prst="rect">
            <a:avLst/>
          </a:prstGeom>
        </p:spPr>
      </p:pic>
      <p:sp>
        <p:nvSpPr>
          <p:cNvPr id="112" name="Rectángulo 111"/>
          <p:cNvSpPr/>
          <p:nvPr/>
        </p:nvSpPr>
        <p:spPr>
          <a:xfrm>
            <a:off x="11418567" y="-30214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</a:t>
            </a:r>
            <a:endParaRPr lang="es-ES" sz="6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5" name="Rectángulo 114"/>
          <p:cNvSpPr/>
          <p:nvPr/>
        </p:nvSpPr>
        <p:spPr>
          <a:xfrm>
            <a:off x="11418567" y="950770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</a:t>
            </a:r>
            <a:endParaRPr lang="es-ES" sz="6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16" name="Rectángulo 115"/>
          <p:cNvSpPr/>
          <p:nvPr/>
        </p:nvSpPr>
        <p:spPr>
          <a:xfrm>
            <a:off x="11418567" y="1853152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</a:t>
            </a:r>
          </a:p>
        </p:txBody>
      </p:sp>
      <p:sp>
        <p:nvSpPr>
          <p:cNvPr id="117" name="Rectángulo 116"/>
          <p:cNvSpPr/>
          <p:nvPr/>
        </p:nvSpPr>
        <p:spPr>
          <a:xfrm>
            <a:off x="11418567" y="2660564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</a:t>
            </a:r>
          </a:p>
        </p:txBody>
      </p:sp>
      <p:sp>
        <p:nvSpPr>
          <p:cNvPr id="118" name="Rectángulo 117"/>
          <p:cNvSpPr/>
          <p:nvPr/>
        </p:nvSpPr>
        <p:spPr>
          <a:xfrm>
            <a:off x="11418567" y="3467976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</a:t>
            </a:r>
          </a:p>
        </p:txBody>
      </p:sp>
      <p:sp>
        <p:nvSpPr>
          <p:cNvPr id="119" name="Rectángulo 118"/>
          <p:cNvSpPr/>
          <p:nvPr/>
        </p:nvSpPr>
        <p:spPr>
          <a:xfrm>
            <a:off x="11418567" y="4157746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</a:t>
            </a:r>
          </a:p>
        </p:txBody>
      </p:sp>
      <p:sp>
        <p:nvSpPr>
          <p:cNvPr id="120" name="Rectángulo 119"/>
          <p:cNvSpPr/>
          <p:nvPr/>
        </p:nvSpPr>
        <p:spPr>
          <a:xfrm>
            <a:off x="11418567" y="4938006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</a:t>
            </a:r>
          </a:p>
        </p:txBody>
      </p:sp>
      <p:sp>
        <p:nvSpPr>
          <p:cNvPr id="121" name="Rectángulo 120"/>
          <p:cNvSpPr/>
          <p:nvPr/>
        </p:nvSpPr>
        <p:spPr>
          <a:xfrm>
            <a:off x="11418567" y="5772570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</a:t>
            </a:r>
          </a:p>
        </p:txBody>
      </p:sp>
      <p:sp>
        <p:nvSpPr>
          <p:cNvPr id="122" name="Rectángulo 121"/>
          <p:cNvSpPr/>
          <p:nvPr/>
        </p:nvSpPr>
        <p:spPr>
          <a:xfrm>
            <a:off x="-24183" y="0"/>
            <a:ext cx="841006" cy="6880566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3" name="Rectángulo 122"/>
          <p:cNvSpPr/>
          <p:nvPr/>
        </p:nvSpPr>
        <p:spPr>
          <a:xfrm>
            <a:off x="29024" y="-30214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</a:t>
            </a:r>
            <a:endParaRPr lang="es-ES" sz="6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4" name="Rectángulo 123"/>
          <p:cNvSpPr/>
          <p:nvPr/>
        </p:nvSpPr>
        <p:spPr>
          <a:xfrm>
            <a:off x="29024" y="950770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</a:t>
            </a:r>
            <a:endParaRPr lang="es-ES" sz="6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25" name="Rectángulo 124"/>
          <p:cNvSpPr/>
          <p:nvPr/>
        </p:nvSpPr>
        <p:spPr>
          <a:xfrm>
            <a:off x="29024" y="1853152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</a:t>
            </a:r>
          </a:p>
        </p:txBody>
      </p:sp>
      <p:sp>
        <p:nvSpPr>
          <p:cNvPr id="126" name="Rectángulo 125"/>
          <p:cNvSpPr/>
          <p:nvPr/>
        </p:nvSpPr>
        <p:spPr>
          <a:xfrm>
            <a:off x="29024" y="2660564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</a:t>
            </a:r>
          </a:p>
        </p:txBody>
      </p:sp>
      <p:sp>
        <p:nvSpPr>
          <p:cNvPr id="127" name="Rectángulo 126"/>
          <p:cNvSpPr/>
          <p:nvPr/>
        </p:nvSpPr>
        <p:spPr>
          <a:xfrm>
            <a:off x="29024" y="3467976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</a:t>
            </a:r>
          </a:p>
        </p:txBody>
      </p:sp>
      <p:sp>
        <p:nvSpPr>
          <p:cNvPr id="128" name="Rectángulo 127"/>
          <p:cNvSpPr/>
          <p:nvPr/>
        </p:nvSpPr>
        <p:spPr>
          <a:xfrm>
            <a:off x="29024" y="4157746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</a:t>
            </a:r>
          </a:p>
        </p:txBody>
      </p:sp>
      <p:sp>
        <p:nvSpPr>
          <p:cNvPr id="129" name="Rectángulo 128"/>
          <p:cNvSpPr/>
          <p:nvPr/>
        </p:nvSpPr>
        <p:spPr>
          <a:xfrm>
            <a:off x="29024" y="4938006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</a:t>
            </a:r>
          </a:p>
        </p:txBody>
      </p:sp>
      <p:sp>
        <p:nvSpPr>
          <p:cNvPr id="130" name="Rectángulo 129"/>
          <p:cNvSpPr/>
          <p:nvPr/>
        </p:nvSpPr>
        <p:spPr>
          <a:xfrm>
            <a:off x="29024" y="5772570"/>
            <a:ext cx="697628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</a:t>
            </a:r>
            <a:endParaRPr lang="es-ES" sz="66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32" name="Imagen 131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826" y="6277941"/>
            <a:ext cx="2626951" cy="803538"/>
          </a:xfrm>
          <a:prstGeom prst="rect">
            <a:avLst/>
          </a:prstGeom>
        </p:spPr>
      </p:pic>
      <p:pic>
        <p:nvPicPr>
          <p:cNvPr id="133" name="Imagen 132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493" y="3223654"/>
            <a:ext cx="412969" cy="410687"/>
          </a:xfrm>
          <a:prstGeom prst="rect">
            <a:avLst/>
          </a:prstGeom>
        </p:spPr>
      </p:pic>
      <p:pic>
        <p:nvPicPr>
          <p:cNvPr id="134" name="Imagen 133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47" y="5888277"/>
            <a:ext cx="468235" cy="89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12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</Words>
  <Application>Microsoft Office PowerPoint</Application>
  <PresentationFormat>Panorámica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Antonio Ciudad Real Núñez</dc:creator>
  <cp:lastModifiedBy>profesor.racr@gmail.com</cp:lastModifiedBy>
  <cp:revision>8</cp:revision>
  <dcterms:created xsi:type="dcterms:W3CDTF">2020-05-15T14:19:44Z</dcterms:created>
  <dcterms:modified xsi:type="dcterms:W3CDTF">2020-09-28T17:59:07Z</dcterms:modified>
  <cp:contentStatus/>
</cp:coreProperties>
</file>