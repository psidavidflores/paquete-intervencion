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228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7782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16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7978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834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86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200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410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406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176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279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A9C2B-32F7-4503-9693-7EF980936934}" type="datetimeFigureOut">
              <a:rPr lang="es-CL" smtClean="0"/>
              <a:t>22-08-2019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2B3BC-A7BA-4F41-9BE7-17E6792E61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597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Resultado de imagen para bordes infantiles escol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98" y="-210"/>
            <a:ext cx="9173197" cy="68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105133" y="1196752"/>
            <a:ext cx="589296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Hoy aprenderemos:</a:t>
            </a:r>
            <a:endParaRPr lang="es-ES" sz="7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763688" y="2661915"/>
            <a:ext cx="534986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tx2">
                    <a:lumMod val="75000"/>
                  </a:schemeClr>
                </a:solidFill>
              </a:rPr>
              <a:t>Segmentación silábica</a:t>
            </a:r>
            <a:endParaRPr lang="es-ES" sz="4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6390" name="Picture 6" descr="Resultado de imagen para segmentacion silabica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110" y="3789040"/>
            <a:ext cx="3517098" cy="156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87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03"/>
          <a:stretch/>
        </p:blipFill>
        <p:spPr bwMode="auto">
          <a:xfrm>
            <a:off x="5522924" y="2921677"/>
            <a:ext cx="2304256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00585" y="1101514"/>
            <a:ext cx="65265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884772" y="2314778"/>
            <a:ext cx="512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Separa en sílabas cada imagen. Encierra el número que corresponde a la cantidad de silabas. </a:t>
            </a:r>
            <a:endParaRPr lang="es-CL" dirty="0"/>
          </a:p>
        </p:txBody>
      </p:sp>
      <p:pic>
        <p:nvPicPr>
          <p:cNvPr id="9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884772" y="3429000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72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2053" name="Picture 5" descr="Resultado de imagen para dibujo de tijer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91"/>
          <a:stretch/>
        </p:blipFill>
        <p:spPr bwMode="auto">
          <a:xfrm>
            <a:off x="763158" y="2120082"/>
            <a:ext cx="3524950" cy="306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440439" y="4581128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873910" y="2485423"/>
            <a:ext cx="2276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Tijera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84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12290" name="Picture 2" descr="Resultado de imagen para dibujo de celu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3" r="33695"/>
          <a:stretch/>
        </p:blipFill>
        <p:spPr bwMode="auto">
          <a:xfrm>
            <a:off x="971600" y="2120082"/>
            <a:ext cx="2088232" cy="354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059832" y="4332407"/>
            <a:ext cx="4561477" cy="128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637468" y="2485423"/>
            <a:ext cx="27494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Celular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0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11266" name="Picture 2" descr="Resultado de imagen para dibujo de bicicle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62"/>
          <a:stretch/>
        </p:blipFill>
        <p:spPr bwMode="auto">
          <a:xfrm>
            <a:off x="1163541" y="2112120"/>
            <a:ext cx="3686286" cy="261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130412" y="4631174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340110" y="2485423"/>
            <a:ext cx="33441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Bicicleta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10242" name="Picture 2" descr="Resultado de imagen para dibujo de flo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77" y="2334105"/>
            <a:ext cx="2382163" cy="221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763688" y="4587343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692772" y="2485423"/>
            <a:ext cx="26388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Flores 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30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9218" name="Picture 2" descr="Resultado de imagen para escoba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3" r="13927"/>
          <a:stretch/>
        </p:blipFill>
        <p:spPr bwMode="auto">
          <a:xfrm>
            <a:off x="857521" y="2120826"/>
            <a:ext cx="2298404" cy="332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131840" y="4277161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355976" y="2485423"/>
            <a:ext cx="26933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Escoba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79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8194" name="Picture 2" descr="Resultado de imagen para dibujo de gat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0" t="5488" r="17362" b="7767"/>
          <a:stretch/>
        </p:blipFill>
        <p:spPr bwMode="auto">
          <a:xfrm>
            <a:off x="971600" y="2152339"/>
            <a:ext cx="2825760" cy="292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987824" y="4221088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788024" y="2485423"/>
            <a:ext cx="18758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Gato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88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52" y="2197214"/>
            <a:ext cx="2902143" cy="336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635895" y="4404356"/>
            <a:ext cx="4392490" cy="123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29878" y="2485423"/>
            <a:ext cx="31646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Profesor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2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6146" name="Picture 2" descr="Resultado de imagen para dibujo de guitarr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8" r="14689"/>
          <a:stretch/>
        </p:blipFill>
        <p:spPr bwMode="auto">
          <a:xfrm>
            <a:off x="883535" y="2328009"/>
            <a:ext cx="3113808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915816" y="4365104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16252" y="2485423"/>
            <a:ext cx="31919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Guitarra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05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5122" name="Picture 2" descr="Resultado de imagen para dibujo de cru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564904"/>
            <a:ext cx="1959399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843808" y="4257092"/>
            <a:ext cx="486694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5081498" y="2485423"/>
            <a:ext cx="18614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Cruz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1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08920"/>
            <a:ext cx="2160240" cy="275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198199" y="4335404"/>
            <a:ext cx="4686169" cy="131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688051" y="2728234"/>
            <a:ext cx="37064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Fantasma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93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3074" name="Picture 2" descr="Resultado de imagen para rinoceronte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3312368" cy="212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2483768" y="4904988"/>
            <a:ext cx="4513586" cy="12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3419872" y="2167105"/>
            <a:ext cx="46201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Rinoceronte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53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15362" name="Picture 2" descr="Resultado de imagen para dibujo de jiraf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348880"/>
            <a:ext cx="252028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314328" y="4221088"/>
            <a:ext cx="4722926" cy="132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880322" y="2485423"/>
            <a:ext cx="22637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Jirafa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93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14338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26" y="2120082"/>
            <a:ext cx="3520275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4332110" y="4437112"/>
            <a:ext cx="3680313" cy="103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963678" y="2485423"/>
            <a:ext cx="20970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Circo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0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233" y="0"/>
            <a:ext cx="916023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3568" y="1196752"/>
            <a:ext cx="7510069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7030A0"/>
                </a:solidFill>
                <a:effectLst/>
              </a:rPr>
              <a:t>¿ Cuántas sílabas tiene…?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7030A0"/>
              </a:solidFill>
              <a:effectLst/>
            </a:endParaRPr>
          </a:p>
        </p:txBody>
      </p:sp>
      <p:pic>
        <p:nvPicPr>
          <p:cNvPr id="13316" name="Picture 4" descr="Resultado de imagen para dibujo koa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97990"/>
            <a:ext cx="2907661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131840" y="4584081"/>
            <a:ext cx="4341717" cy="1220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4446451" y="2722832"/>
            <a:ext cx="22092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ookman Old Style" pitchFamily="18" charset="0"/>
              </a:rPr>
              <a:t>Koala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55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110</Words>
  <Application>Microsoft Office PowerPoint</Application>
  <PresentationFormat>Presentación en pantalla (4:3)</PresentationFormat>
  <Paragraphs>32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2019-05-16T19:43:43Z</dcterms:created>
  <dcterms:modified xsi:type="dcterms:W3CDTF">2019-08-22T18:00:25Z</dcterms:modified>
</cp:coreProperties>
</file>