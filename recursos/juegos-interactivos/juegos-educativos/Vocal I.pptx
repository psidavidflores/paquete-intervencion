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EB21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5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48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303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838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25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65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0990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475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056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828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954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2209F-549F-49B0-8076-7EA9090884B7}" type="datetimeFigureOut">
              <a:rPr lang="es-CL" smtClean="0"/>
              <a:t>19-12-2019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0F6ED-DF30-4474-9709-6D7F514703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263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gif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1.jpeg"/><Relationship Id="rId7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8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8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" y="0"/>
            <a:ext cx="9137995" cy="6858000"/>
          </a:xfrm>
          <a:prstGeom prst="rect">
            <a:avLst/>
          </a:prstGeom>
          <a:ln w="76200">
            <a:solidFill>
              <a:srgbClr val="FFFF00"/>
            </a:solidFill>
            <a:miter lim="800000"/>
            <a:headEnd/>
            <a:tailEnd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764401" y="1183883"/>
            <a:ext cx="630499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Arial Black" pitchFamily="34" charset="0"/>
              </a:rPr>
              <a:t>Jugando aprendo:</a:t>
            </a:r>
            <a:endParaRPr lang="es-E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Arial Black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3131840" y="2014880"/>
            <a:ext cx="17306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Vocal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30" name="Picture 6" descr="Resultado de imagen para vocal i colo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075" y="2189707"/>
            <a:ext cx="1118698" cy="168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vocal i colore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6" t="10430" r="10829" b="19159"/>
          <a:stretch/>
        </p:blipFill>
        <p:spPr bwMode="auto">
          <a:xfrm>
            <a:off x="1739285" y="3130949"/>
            <a:ext cx="2050232" cy="158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vocal i colore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9" t="8172" r="43829" b="19586"/>
          <a:stretch/>
        </p:blipFill>
        <p:spPr bwMode="auto">
          <a:xfrm>
            <a:off x="4619565" y="3146256"/>
            <a:ext cx="789709" cy="155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vocal i colore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18" t="51125" r="52070" b="26699"/>
          <a:stretch/>
        </p:blipFill>
        <p:spPr bwMode="auto">
          <a:xfrm>
            <a:off x="5920470" y="2953521"/>
            <a:ext cx="595746" cy="177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56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Vocal 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484784"/>
            <a:ext cx="2016224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vocal i color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7" r="23756" b="5793"/>
          <a:stretch/>
        </p:blipFill>
        <p:spPr bwMode="auto">
          <a:xfrm>
            <a:off x="1187623" y="1988840"/>
            <a:ext cx="4493553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331640" y="1340768"/>
            <a:ext cx="39672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Observemos: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640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Vocal 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9" y="908720"/>
            <a:ext cx="1224136" cy="271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sultado de imagen para dibujo de isl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628800"/>
            <a:ext cx="2857500" cy="256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Resultado de imagen para dibujo de igua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8" name="Picture 6" descr="Resultado de imagen para dibujo de iguan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69562"/>
            <a:ext cx="2220838" cy="217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dibujo de iglu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1"/>
          <a:stretch/>
        </p:blipFill>
        <p:spPr bwMode="auto">
          <a:xfrm>
            <a:off x="5076056" y="3977357"/>
            <a:ext cx="2407295" cy="175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355" y="1208151"/>
            <a:ext cx="1809750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81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Vocal 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9" y="908720"/>
            <a:ext cx="1224136" cy="271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Resultado de imagen para dibujos con im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2" name="Picture 6" descr="Resultado de imagen para dibujos con iman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120" y="1268760"/>
            <a:ext cx="2161277" cy="162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92" y="3789040"/>
            <a:ext cx="2171626" cy="21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para dibujo de incendi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918" y="1980617"/>
            <a:ext cx="2304256" cy="275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356293"/>
            <a:ext cx="1584174" cy="244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36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Resultado de imagen para actividades con la letra i para kind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69" b="21861"/>
          <a:stretch/>
        </p:blipFill>
        <p:spPr bwMode="auto">
          <a:xfrm>
            <a:off x="1115616" y="2276872"/>
            <a:ext cx="6840760" cy="360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115616" y="1268760"/>
            <a:ext cx="6984776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 </a:t>
            </a:r>
            <a:r>
              <a:rPr lang="es-CL" sz="2400" dirty="0" smtClean="0"/>
              <a:t>Marca con una (x) todas las  i que encuentres</a:t>
            </a:r>
            <a:r>
              <a:rPr lang="es-CL" dirty="0" smtClean="0"/>
              <a:t>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4931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029932" y="1642104"/>
            <a:ext cx="72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 smtClean="0"/>
              <a:t>Actividad: Observa la secuencias  y completa con el dibujo que falta.  </a:t>
            </a:r>
            <a:endParaRPr lang="es-CL" sz="2000" dirty="0"/>
          </a:p>
        </p:txBody>
      </p:sp>
      <p:pic>
        <p:nvPicPr>
          <p:cNvPr id="6" name="Picture 6" descr="Resultado de imagen para dibujo de iguan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48880"/>
            <a:ext cx="1584176" cy="141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Resultado de imagen para dibujo de iglu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1"/>
          <a:stretch/>
        </p:blipFill>
        <p:spPr bwMode="auto">
          <a:xfrm>
            <a:off x="2711089" y="2420887"/>
            <a:ext cx="1737494" cy="126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999796"/>
            <a:ext cx="1152126" cy="17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 de iguan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624" y="2276871"/>
            <a:ext cx="1584176" cy="141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5" t="9740" r="19805" b="10314"/>
          <a:stretch/>
        </p:blipFill>
        <p:spPr bwMode="auto">
          <a:xfrm>
            <a:off x="7059693" y="2190564"/>
            <a:ext cx="1043233" cy="139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dibujos con iman"/>
          <p:cNvPicPr>
            <a:picLocks noChangeAspect="1" noChangeArrowheads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56" y="4485180"/>
            <a:ext cx="1728192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isl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089" y="4100328"/>
            <a:ext cx="1872209" cy="168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Resultado de imagen para dibujos con iman"/>
          <p:cNvPicPr>
            <a:picLocks noChangeAspect="1" noChangeArrowheads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20" y="4485180"/>
            <a:ext cx="1728192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5" t="9740" r="19805" b="10314"/>
          <a:stretch/>
        </p:blipFill>
        <p:spPr bwMode="auto">
          <a:xfrm>
            <a:off x="6501469" y="4309806"/>
            <a:ext cx="1230214" cy="164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2971063" y="918829"/>
            <a:ext cx="33185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Secuencias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956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16428"/>
            <a:ext cx="1233686" cy="172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Resultado de imagen para dibujo de incendi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1"/>
          <a:stretch/>
        </p:blipFill>
        <p:spPr bwMode="auto">
          <a:xfrm>
            <a:off x="2555776" y="1863996"/>
            <a:ext cx="1640238" cy="168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sultado de imagen para dibujo de igua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983" y="2173306"/>
            <a:ext cx="1584176" cy="141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159" y="1863996"/>
            <a:ext cx="1233686" cy="172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5" t="9740" r="19805" b="10314"/>
          <a:stretch/>
        </p:blipFill>
        <p:spPr bwMode="auto">
          <a:xfrm>
            <a:off x="5544991" y="4054905"/>
            <a:ext cx="1043233" cy="139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s con iman"/>
          <p:cNvPicPr>
            <a:picLocks noChangeAspect="1" noChangeArrowheads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87491"/>
            <a:ext cx="1376069" cy="103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isl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102" y="3966211"/>
            <a:ext cx="1730022" cy="155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igua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124" y="4108186"/>
            <a:ext cx="1584176" cy="141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5" t="9740" r="19805" b="10314"/>
          <a:stretch/>
        </p:blipFill>
        <p:spPr bwMode="auto">
          <a:xfrm>
            <a:off x="7164288" y="2083715"/>
            <a:ext cx="1043233" cy="139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isl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3" y="4109712"/>
            <a:ext cx="1619297" cy="145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Rectángulo"/>
          <p:cNvSpPr/>
          <p:nvPr/>
        </p:nvSpPr>
        <p:spPr>
          <a:xfrm>
            <a:off x="2971063" y="918829"/>
            <a:ext cx="33185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Secuencias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118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513025" y="921494"/>
            <a:ext cx="4234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Buscando las i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905340" y="1842161"/>
            <a:ext cx="7422994" cy="646331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s-CL" dirty="0" smtClean="0"/>
              <a:t>Actividad: Con la ayuda de tu profesor /a lean las palabras. Encierra todas las </a:t>
            </a:r>
          </a:p>
          <a:p>
            <a:r>
              <a:rPr lang="es-CL" dirty="0" smtClean="0"/>
              <a:t>I que encuentres.  </a:t>
            </a:r>
            <a:endParaRPr lang="es-CL" dirty="0"/>
          </a:p>
        </p:txBody>
      </p:sp>
      <p:sp>
        <p:nvSpPr>
          <p:cNvPr id="6" name="5 Rectángulo"/>
          <p:cNvSpPr/>
          <p:nvPr/>
        </p:nvSpPr>
        <p:spPr>
          <a:xfrm>
            <a:off x="1753039" y="2780928"/>
            <a:ext cx="15199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Silla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475656" y="4725144"/>
            <a:ext cx="2316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FF006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Iglesia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AutoShape 2" descr="Resultado de imagen para dibujo de sil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9" name="AutoShape 4" descr="Resultado de imagen para dibujo de sill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AutoShape 6" descr="Resultado de imagen para dibujo de sill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4" name="Picture 8" descr="Resultado de imagen para dibujo de sil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150" y="2420334"/>
            <a:ext cx="1512168" cy="144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Resultado de imagen para dibujo de igles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018" y="4105444"/>
            <a:ext cx="1438300" cy="169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5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207662" y="1927960"/>
            <a:ext cx="30171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Divertido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227522" y="3645024"/>
            <a:ext cx="28568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FFC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Imprimir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338020" y="4941168"/>
            <a:ext cx="13131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Isla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4" name="Picture 2" descr="Resultado de imagen para diverti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158" y="1700808"/>
            <a:ext cx="2502626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133" y="3429000"/>
            <a:ext cx="1863651" cy="146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isla dibujo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4" r="9863" b="9280"/>
          <a:stretch/>
        </p:blipFill>
        <p:spPr bwMode="auto">
          <a:xfrm>
            <a:off x="6545972" y="4898631"/>
            <a:ext cx="1296144" cy="130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207662" y="921494"/>
            <a:ext cx="59863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Buscando todas las i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685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205884" y="921494"/>
            <a:ext cx="40364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Actividad: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915816" y="1837682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 smtClean="0">
                <a:latin typeface="Arial" pitchFamily="34" charset="0"/>
                <a:cs typeface="Arial" pitchFamily="34" charset="0"/>
              </a:rPr>
              <a:t>Encierra todas las i pequeñas que encuentres</a:t>
            </a:r>
            <a:r>
              <a:rPr lang="es-CL" sz="2000" dirty="0" smtClean="0"/>
              <a:t>. </a:t>
            </a:r>
            <a:endParaRPr lang="es-CL" sz="2000" dirty="0"/>
          </a:p>
        </p:txBody>
      </p:sp>
      <p:pic>
        <p:nvPicPr>
          <p:cNvPr id="11266" name="Picture 2" descr="Resultado de imagen para niño con lup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6" t="2785" r="19486" b="6829"/>
          <a:stretch/>
        </p:blipFill>
        <p:spPr bwMode="auto">
          <a:xfrm>
            <a:off x="1144893" y="1268760"/>
            <a:ext cx="1877291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1475656" y="3933056"/>
            <a:ext cx="737179" cy="17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2838173" y="2660283"/>
            <a:ext cx="737179" cy="17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5095600" y="2538840"/>
            <a:ext cx="737179" cy="17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6368071" y="2472830"/>
            <a:ext cx="737179" cy="17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7252337" y="4234020"/>
            <a:ext cx="737179" cy="17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6136233" y="4630064"/>
            <a:ext cx="470572" cy="11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3759363" y="4728406"/>
            <a:ext cx="470572" cy="11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7456321" y="2798641"/>
            <a:ext cx="470572" cy="11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2680530" y="4728406"/>
            <a:ext cx="470572" cy="11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4106273" y="2981639"/>
            <a:ext cx="470572" cy="11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8" t="38061" r="24631" b="36352"/>
          <a:stretch/>
        </p:blipFill>
        <p:spPr bwMode="auto">
          <a:xfrm>
            <a:off x="4752226" y="4372193"/>
            <a:ext cx="470572" cy="11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29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ocal 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2132856"/>
            <a:ext cx="1452613" cy="271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16968" y="1190537"/>
            <a:ext cx="475001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Dibuja muchas i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9299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179254" y="1052736"/>
            <a:ext cx="40364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Actividad: </a:t>
            </a:r>
            <a:endParaRPr lang="es-ES" sz="5400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043608" y="1976066"/>
            <a:ext cx="72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>
                <a:latin typeface="Arial" pitchFamily="34" charset="0"/>
                <a:cs typeface="Arial" pitchFamily="34" charset="0"/>
              </a:rPr>
              <a:t>En el espacio asignado dibuja un elemento que comience con la vocal I</a:t>
            </a:r>
            <a:endParaRPr lang="es-CL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5 Elipse"/>
          <p:cNvSpPr/>
          <p:nvPr/>
        </p:nvSpPr>
        <p:spPr>
          <a:xfrm>
            <a:off x="1072208" y="2852936"/>
            <a:ext cx="2520280" cy="2160240"/>
          </a:xfrm>
          <a:prstGeom prst="ellipse">
            <a:avLst/>
          </a:prstGeom>
          <a:ln>
            <a:solidFill>
              <a:srgbClr val="FF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Elipse"/>
          <p:cNvSpPr/>
          <p:nvPr/>
        </p:nvSpPr>
        <p:spPr>
          <a:xfrm>
            <a:off x="5722105" y="2696172"/>
            <a:ext cx="2520280" cy="2160240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Elipse"/>
          <p:cNvSpPr/>
          <p:nvPr/>
        </p:nvSpPr>
        <p:spPr>
          <a:xfrm>
            <a:off x="3383868" y="3933056"/>
            <a:ext cx="2520280" cy="216024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AutoShape 2" descr="Resultado de imagen para vocal i COL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AutoShape 4" descr="Resultado de imagen para vocal i COLO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2294" name="Picture 6" descr="Resultado de imagen para vocal i COL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5" t="17774" r="6678" b="15827"/>
          <a:stretch/>
        </p:blipFill>
        <p:spPr bwMode="auto">
          <a:xfrm>
            <a:off x="6732240" y="1011173"/>
            <a:ext cx="1260140" cy="88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85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Resultado de imagen para DIBUJO DE FL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98"/>
          <a:stretch/>
        </p:blipFill>
        <p:spPr bwMode="auto">
          <a:xfrm>
            <a:off x="2555776" y="1340768"/>
            <a:ext cx="4032448" cy="461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5868144" y="980728"/>
            <a:ext cx="2448272" cy="1440160"/>
          </a:xfrm>
          <a:prstGeom prst="cloudCallout">
            <a:avLst>
              <a:gd name="adj1" fmla="val -68368"/>
              <a:gd name="adj2" fmla="val 2209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Qué aprendimos hoy?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6" name="5 Llamada de nube"/>
          <p:cNvSpPr/>
          <p:nvPr/>
        </p:nvSpPr>
        <p:spPr>
          <a:xfrm>
            <a:off x="6012160" y="2898201"/>
            <a:ext cx="2448272" cy="1440160"/>
          </a:xfrm>
          <a:prstGeom prst="cloudCallout">
            <a:avLst>
              <a:gd name="adj1" fmla="val -61577"/>
              <a:gd name="adj2" fmla="val -1446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Cómo lo aprendimos?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7" name="6 Llamada de nube"/>
          <p:cNvSpPr/>
          <p:nvPr/>
        </p:nvSpPr>
        <p:spPr>
          <a:xfrm>
            <a:off x="6012160" y="4519080"/>
            <a:ext cx="2448272" cy="1440160"/>
          </a:xfrm>
          <a:prstGeom prst="cloudCallout">
            <a:avLst>
              <a:gd name="adj1" fmla="val -55919"/>
              <a:gd name="adj2" fmla="val -46208"/>
            </a:avLst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¿Para que lo aprendimos?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7 Llamada de nube"/>
          <p:cNvSpPr/>
          <p:nvPr/>
        </p:nvSpPr>
        <p:spPr>
          <a:xfrm>
            <a:off x="899592" y="4655456"/>
            <a:ext cx="2448272" cy="1440160"/>
          </a:xfrm>
          <a:prstGeom prst="cloudCallout">
            <a:avLst>
              <a:gd name="adj1" fmla="val 36322"/>
              <a:gd name="adj2" fmla="val -71220"/>
            </a:avLst>
          </a:prstGeom>
          <a:solidFill>
            <a:srgbClr val="21EB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¿Qué les gustó más de la actividad 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9" name="8 Llamada de nube"/>
          <p:cNvSpPr/>
          <p:nvPr/>
        </p:nvSpPr>
        <p:spPr>
          <a:xfrm>
            <a:off x="899592" y="1037184"/>
            <a:ext cx="2448272" cy="1440160"/>
          </a:xfrm>
          <a:prstGeom prst="cloudCallout">
            <a:avLst>
              <a:gd name="adj1" fmla="val 68578"/>
              <a:gd name="adj2" fmla="val 19209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¿Qué les gustaría aprender?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0" name="9 Llamada de nube"/>
          <p:cNvSpPr/>
          <p:nvPr/>
        </p:nvSpPr>
        <p:spPr>
          <a:xfrm>
            <a:off x="755576" y="2929924"/>
            <a:ext cx="2448272" cy="1440160"/>
          </a:xfrm>
          <a:prstGeom prst="cloudCallout">
            <a:avLst>
              <a:gd name="adj1" fmla="val 59523"/>
              <a:gd name="adj2" fmla="val -19271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¿Qué les resultó más difícil?</a:t>
            </a:r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5794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134</Words>
  <Application>Microsoft Office PowerPoint</Application>
  <PresentationFormat>Presentación en pantalla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15</cp:revision>
  <dcterms:created xsi:type="dcterms:W3CDTF">2019-12-19T14:53:25Z</dcterms:created>
  <dcterms:modified xsi:type="dcterms:W3CDTF">2019-12-21T00:29:25Z</dcterms:modified>
</cp:coreProperties>
</file>