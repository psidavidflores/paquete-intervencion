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8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8" r:id="rId24"/>
    <p:sldId id="280" r:id="rId25"/>
    <p:sldId id="281" r:id="rId26"/>
    <p:sldId id="282" r:id="rId27"/>
    <p:sldId id="283" r:id="rId28"/>
    <p:sldId id="284" r:id="rId29"/>
    <p:sldId id="289" r:id="rId30"/>
    <p:sldId id="286" r:id="rId31"/>
    <p:sldId id="258" r:id="rId3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F632B-004F-4140-9B1E-453CC6D1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6FA206-0CA4-4EC0-A516-971B7532E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11AFB1-A591-43DC-BBAD-4ABCE6526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6AFDD1-B873-4133-9DF7-AEF65722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975909-534D-4436-89E3-AF10942F0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018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92449-4935-4CFE-A715-DCA23E1A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0ED9F3-EEF3-471D-9E48-D4A067A01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064D20-68E7-4446-B3F5-36F653F1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9A6400-C42B-43A1-81BE-FBCACE128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AA0641-9887-4518-9CF6-83C33EC1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947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F77D9-CAA1-4660-8834-079C2E561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8FF709-64BB-4E67-A206-EB07A9C53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96CFCA-CA71-44F6-BAC5-845942809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43D4E5-68CF-43AD-8980-B0CAFC80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5C500A-B210-4D3B-B845-39CE3B89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0907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FFD7A-5977-463D-BA14-C1DC03949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F9950B-4547-4594-9185-A228DAA0A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6C1FA2-6AD9-484D-A8FD-5FB58DB50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2AC341-8171-4B9A-A7F6-C0600DCA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75FD80-B4CD-4AF6-A21B-335D8BBB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25D48C-2FEC-4DDC-A894-B96F2512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457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6A19D-AD08-4ABA-BA86-14157D9E2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F521C9-023E-4110-9C25-6709B648C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1307D2-60EC-41C8-8C0F-7DCB50FBD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E94F33-11A6-484A-9E83-349B9C256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6C19FCD-0CD8-48F7-BF1B-3FEA6A8A3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04A1320-D6A4-4A87-9799-BE79CD580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0B3EDD1-806E-41DE-94D8-80485A82D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ADE0FB1-6C34-4FE5-99AB-F4F5660A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604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30161-66E0-47CE-8104-82008587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02F3F28-1C48-470E-9CC7-2FEC0105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A09697-0041-4CD7-BBC9-57585F111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BA112C-B949-418C-A2B4-FC871B2A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653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9F5FCDE-DC62-4BEC-BA5B-78F369E7C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280A2B-E9D1-4E09-8DDE-3E6F0057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EC3606-02F4-47AD-87C6-062C9DBC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738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B1F12-AA17-42B3-93BB-C3C05118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8E94D5-4E5B-4CA6-9AF6-27AF20984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39AA1F-1E62-4860-8217-166BD6E23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801B8C-7A57-4464-BA16-DF2A6FFA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4AA57B-BFE1-4722-BD40-FB8B99BB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83D881-A982-4FD2-B2E1-18DC0761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7147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B1E06-1094-4760-BA01-34E3F668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065673-9639-431F-BD87-C2AE74569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85AFD0-AD22-41B4-8718-AC7B5093B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7E279B-9DDD-4010-B0AA-79EDB91D9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742940-961C-48BD-AC5B-BFBF816B1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E0EE45-1FC9-4958-AC67-17A135333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050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E0F88-881C-4C06-8BB6-AB56173F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EED486-3D53-4866-9118-81226CF68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E6467E-42DD-4FD5-807E-3FDCCD230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17EA3E-24A6-46BE-8B82-F28D9362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254723-DB8E-41D9-B77A-C095C6FC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9602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BF30C8-B1FA-4164-A520-AE2B4712EE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8AAE17-C2DF-4214-B624-CF97858AA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DBF8F5-1B96-4428-A0D5-9E209956C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33530C-9112-4910-BFC3-F75F2AE7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4ACFD5-3EA1-4E1A-82D1-B99BCCA2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705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0359828-0D3E-49E7-91CE-5EEF2970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0FB76F-0F69-4BBC-BC76-E961FC70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5821D9-D2FE-4049-85A7-FE92C37C7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15263-3E1F-498A-8903-F0E8D996AE84}" type="datetimeFigureOut">
              <a:rPr lang="es-MX" smtClean="0"/>
              <a:t>03/08/2017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1740D8-D6B7-492B-9964-2C73981EE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D55512-DE58-4429-BF2D-82C180804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80F75-C2FB-4D8C-8E62-DEF2FA619B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1044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slide" Target="slide3.xml"/><Relationship Id="rId4" Type="http://schemas.openxmlformats.org/officeDocument/2006/relationships/slide" Target="slide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3.wav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3.wav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slide" Target="slide31.xml"/><Relationship Id="rId5" Type="http://schemas.openxmlformats.org/officeDocument/2006/relationships/slide" Target="slide9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3.wav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slide" Target="slide31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3.wav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3.wav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slide" Target="slide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3.wav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1.xml"/><Relationship Id="rId5" Type="http://schemas.openxmlformats.org/officeDocument/2006/relationships/image" Target="../media/image3.jpeg"/><Relationship Id="rId4" Type="http://schemas.openxmlformats.org/officeDocument/2006/relationships/slide" Target="slide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3.wav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slide" Target="slide31.xml"/><Relationship Id="rId4" Type="http://schemas.openxmlformats.org/officeDocument/2006/relationships/slide" Target="slide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3.wav"/><Relationship Id="rId4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slide" Target="slide27.xml"/><Relationship Id="rId4" Type="http://schemas.openxmlformats.org/officeDocument/2006/relationships/slide" Target="slide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3.wav"/><Relationship Id="rId4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slide" Target="slide30.xml"/><Relationship Id="rId4" Type="http://schemas.openxmlformats.org/officeDocument/2006/relationships/slide" Target="slide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3.wav"/><Relationship Id="rId4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4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juego de boliche gif">
            <a:extLst>
              <a:ext uri="{FF2B5EF4-FFF2-40B4-BE49-F238E27FC236}">
                <a16:creationId xmlns:a16="http://schemas.microsoft.com/office/drawing/2014/main" id="{31E4E595-16D9-4E09-82F1-A2DBF0DD993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2" y="0"/>
            <a:ext cx="119346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ocadillo: ovalado 3">
            <a:extLst>
              <a:ext uri="{FF2B5EF4-FFF2-40B4-BE49-F238E27FC236}">
                <a16:creationId xmlns:a16="http://schemas.microsoft.com/office/drawing/2014/main" id="{8AB24B3B-1071-402E-A0C1-46A68C9AABF1}"/>
              </a:ext>
            </a:extLst>
          </p:cNvPr>
          <p:cNvSpPr/>
          <p:nvPr/>
        </p:nvSpPr>
        <p:spPr>
          <a:xfrm>
            <a:off x="4206239" y="-5247"/>
            <a:ext cx="5866228" cy="3249636"/>
          </a:xfrm>
          <a:prstGeom prst="wedgeEllipseCallout">
            <a:avLst>
              <a:gd name="adj1" fmla="val -55845"/>
              <a:gd name="adj2" fmla="val 57738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0A46AB-001D-4054-B9D3-2103565073B3}"/>
              </a:ext>
            </a:extLst>
          </p:cNvPr>
          <p:cNvSpPr txBox="1"/>
          <p:nvPr/>
        </p:nvSpPr>
        <p:spPr>
          <a:xfrm>
            <a:off x="4445389" y="1302546"/>
            <a:ext cx="5387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latin typeface="AR DARLING" panose="02000000000000000000" pitchFamily="2" charset="0"/>
              </a:rPr>
              <a:t>¡ AYUDAME A CONTAR CUÁNTOS BOLOS DERRIBO!</a:t>
            </a:r>
          </a:p>
        </p:txBody>
      </p:sp>
    </p:spTree>
    <p:extLst>
      <p:ext uri="{BB962C8B-B14F-4D97-AF65-F5344CB8AC3E}">
        <p14:creationId xmlns:p14="http://schemas.microsoft.com/office/powerpoint/2010/main" val="635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>
        <p:sndAc>
          <p:stSnd>
            <p:snd r:embed="rId2" name="chimes.wav"/>
          </p:stSnd>
        </p:sndAc>
      </p:transition>
    </mc:Choice>
    <mc:Fallback xmlns="">
      <p:transition spd="slow" advTm="5000">
        <p:sndAc>
          <p:stSnd>
            <p:snd r:embed="rId4" name="chimes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esultado de imagen para pinos de boliche animados">
            <a:extLst>
              <a:ext uri="{FF2B5EF4-FFF2-40B4-BE49-F238E27FC236}">
                <a16:creationId xmlns:a16="http://schemas.microsoft.com/office/drawing/2014/main" id="{7CDD1359-5A2B-40FA-B67B-36BB5CEBB4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7162386">
            <a:off x="3467140" y="555483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hlinkClick r:id="rId4" action="ppaction://hlinksldjump"/>
            <a:extLst>
              <a:ext uri="{FF2B5EF4-FFF2-40B4-BE49-F238E27FC236}">
                <a16:creationId xmlns:a16="http://schemas.microsoft.com/office/drawing/2014/main" id="{CEBA63BC-9DA1-4D75-9065-16F92373A0DF}"/>
              </a:ext>
            </a:extLst>
          </p:cNvPr>
          <p:cNvSpPr txBox="1"/>
          <p:nvPr/>
        </p:nvSpPr>
        <p:spPr>
          <a:xfrm>
            <a:off x="1366612" y="5049079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chemeClr val="accent5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9" name="CuadroTexto 8">
            <a:hlinkClick r:id="rId5" action="ppaction://hlinksldjump"/>
            <a:extLst>
              <a:ext uri="{FF2B5EF4-FFF2-40B4-BE49-F238E27FC236}">
                <a16:creationId xmlns:a16="http://schemas.microsoft.com/office/drawing/2014/main" id="{ACD5EA92-49A7-4AF8-815F-DED220B1B5C8}"/>
              </a:ext>
            </a:extLst>
          </p:cNvPr>
          <p:cNvSpPr txBox="1"/>
          <p:nvPr/>
        </p:nvSpPr>
        <p:spPr>
          <a:xfrm>
            <a:off x="4134895" y="4444155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10" name="CuadroTexto 9">
            <a:hlinkClick r:id="rId4" action="ppaction://hlinksldjump"/>
            <a:extLst>
              <a:ext uri="{FF2B5EF4-FFF2-40B4-BE49-F238E27FC236}">
                <a16:creationId xmlns:a16="http://schemas.microsoft.com/office/drawing/2014/main" id="{DC8C2671-D8D7-4DBC-81D7-A1EEEEC64D74}"/>
              </a:ext>
            </a:extLst>
          </p:cNvPr>
          <p:cNvSpPr txBox="1"/>
          <p:nvPr/>
        </p:nvSpPr>
        <p:spPr>
          <a:xfrm>
            <a:off x="6995550" y="5162637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FA8077-D4AD-49CF-B096-70F4A1F002FA}"/>
              </a:ext>
            </a:extLst>
          </p:cNvPr>
          <p:cNvSpPr txBox="1"/>
          <p:nvPr/>
        </p:nvSpPr>
        <p:spPr>
          <a:xfrm>
            <a:off x="2001078" y="0"/>
            <a:ext cx="755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 DELANEY" panose="02000000000000000000" pitchFamily="2" charset="0"/>
              </a:rPr>
              <a:t>¿Cuántos bolos derribó en total?</a:t>
            </a:r>
          </a:p>
        </p:txBody>
      </p:sp>
      <p:pic>
        <p:nvPicPr>
          <p:cNvPr id="2050" name="Picture 2" descr="Resultado de imagen para pinos de boliche animados">
            <a:extLst>
              <a:ext uri="{FF2B5EF4-FFF2-40B4-BE49-F238E27FC236}">
                <a16:creationId xmlns:a16="http://schemas.microsoft.com/office/drawing/2014/main" id="{22733969-D9F5-4AF2-92B6-366523B9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6200000">
            <a:off x="-1907" y="1953704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pinos de boliche animados">
            <a:extLst>
              <a:ext uri="{FF2B5EF4-FFF2-40B4-BE49-F238E27FC236}">
                <a16:creationId xmlns:a16="http://schemas.microsoft.com/office/drawing/2014/main" id="{C5FE0797-6E88-4688-81A3-1003B71AA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8318373" y="3004905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pinos de boliche animados">
            <a:extLst>
              <a:ext uri="{FF2B5EF4-FFF2-40B4-BE49-F238E27FC236}">
                <a16:creationId xmlns:a16="http://schemas.microsoft.com/office/drawing/2014/main" id="{A66932C8-FFC9-4B62-9832-85541FDAD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4493221">
            <a:off x="7549024" y="470730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bola de boliche animada">
            <a:extLst>
              <a:ext uri="{FF2B5EF4-FFF2-40B4-BE49-F238E27FC236}">
                <a16:creationId xmlns:a16="http://schemas.microsoft.com/office/drawing/2014/main" id="{926CE964-39A0-429B-AED5-DE9E0594D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65231" y="5347924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BCB6B9D-178D-4FFE-AE57-6958A6A873D0}"/>
              </a:ext>
            </a:extLst>
          </p:cNvPr>
          <p:cNvSpPr/>
          <p:nvPr/>
        </p:nvSpPr>
        <p:spPr>
          <a:xfrm>
            <a:off x="8416220" y="5584269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10BCE8-EFF8-40D5-BF1C-A4307FFA813D}"/>
              </a:ext>
            </a:extLst>
          </p:cNvPr>
          <p:cNvSpPr txBox="1"/>
          <p:nvPr/>
        </p:nvSpPr>
        <p:spPr>
          <a:xfrm>
            <a:off x="8452460" y="6089683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15" name="Picture 4" descr="Resultado de imagen para bola de boliche animada">
            <a:extLst>
              <a:ext uri="{FF2B5EF4-FFF2-40B4-BE49-F238E27FC236}">
                <a16:creationId xmlns:a16="http://schemas.microsoft.com/office/drawing/2014/main" id="{606890CF-5CD7-475A-B55A-3556F63E3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94580" y="5272719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21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aton gif">
            <a:extLst>
              <a:ext uri="{FF2B5EF4-FFF2-40B4-BE49-F238E27FC236}">
                <a16:creationId xmlns:a16="http://schemas.microsoft.com/office/drawing/2014/main" id="{848DDBC2-ED70-4F08-A742-BA7065C1883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070" y="855244"/>
            <a:ext cx="8997827" cy="60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6C6156-8965-4F39-BF58-87100D6263F2}"/>
              </a:ext>
            </a:extLst>
          </p:cNvPr>
          <p:cNvSpPr txBox="1"/>
          <p:nvPr/>
        </p:nvSpPr>
        <p:spPr>
          <a:xfrm>
            <a:off x="1603716" y="-253219"/>
            <a:ext cx="82014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800" dirty="0">
                <a:solidFill>
                  <a:srgbClr val="FF0000"/>
                </a:solidFill>
                <a:latin typeface="AR DELANEY" panose="02000000000000000000" pitchFamily="2" charset="0"/>
              </a:rPr>
              <a:t>¡ MUY BIEN !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E23663A-A473-4A1C-9DDD-A12D06966CD1}"/>
              </a:ext>
            </a:extLst>
          </p:cNvPr>
          <p:cNvSpPr/>
          <p:nvPr/>
        </p:nvSpPr>
        <p:spPr>
          <a:xfrm>
            <a:off x="0" y="5601132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9DB9CF-EA92-4C9D-AE1F-9D75EBFF2479}"/>
              </a:ext>
            </a:extLst>
          </p:cNvPr>
          <p:cNvSpPr txBox="1"/>
          <p:nvPr/>
        </p:nvSpPr>
        <p:spPr>
          <a:xfrm>
            <a:off x="36240" y="6106546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8" name="Picture 4" descr="Resultado de imagen para bola de boliche animad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610137-9530-4127-8897-B8B9F7F29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2278360" y="5289582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26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5" name="applaus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juego de boliche gif">
            <a:extLst>
              <a:ext uri="{FF2B5EF4-FFF2-40B4-BE49-F238E27FC236}">
                <a16:creationId xmlns:a16="http://schemas.microsoft.com/office/drawing/2014/main" id="{31E4E595-16D9-4E09-82F1-A2DBF0DD993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2" y="0"/>
            <a:ext cx="119346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19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>
        <p:sndAc>
          <p:stSnd>
            <p:snd r:embed="rId2" name="chimes.wav"/>
          </p:stSnd>
        </p:sndAc>
      </p:transition>
    </mc:Choice>
    <mc:Fallback xmlns="">
      <p:transition spd="slow" advTm="4000">
        <p:sndAc>
          <p:stSnd>
            <p:snd r:embed="rId4" name="chimes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hlinkClick r:id="rId3" action="ppaction://hlinksldjump"/>
            <a:extLst>
              <a:ext uri="{FF2B5EF4-FFF2-40B4-BE49-F238E27FC236}">
                <a16:creationId xmlns:a16="http://schemas.microsoft.com/office/drawing/2014/main" id="{CEBA63BC-9DA1-4D75-9065-16F92373A0DF}"/>
              </a:ext>
            </a:extLst>
          </p:cNvPr>
          <p:cNvSpPr txBox="1"/>
          <p:nvPr/>
        </p:nvSpPr>
        <p:spPr>
          <a:xfrm>
            <a:off x="1366612" y="5049079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chemeClr val="accent5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9" name="CuadroTexto 8">
            <a:hlinkClick r:id="rId3" action="ppaction://hlinksldjump"/>
            <a:extLst>
              <a:ext uri="{FF2B5EF4-FFF2-40B4-BE49-F238E27FC236}">
                <a16:creationId xmlns:a16="http://schemas.microsoft.com/office/drawing/2014/main" id="{ACD5EA92-49A7-4AF8-815F-DED220B1B5C8}"/>
              </a:ext>
            </a:extLst>
          </p:cNvPr>
          <p:cNvSpPr txBox="1"/>
          <p:nvPr/>
        </p:nvSpPr>
        <p:spPr>
          <a:xfrm>
            <a:off x="4138870" y="4614773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10" name="CuadroTexto 9">
            <a:hlinkClick r:id="rId4" action="ppaction://hlinksldjump"/>
            <a:extLst>
              <a:ext uri="{FF2B5EF4-FFF2-40B4-BE49-F238E27FC236}">
                <a16:creationId xmlns:a16="http://schemas.microsoft.com/office/drawing/2014/main" id="{DC8C2671-D8D7-4DBC-81D7-A1EEEEC64D74}"/>
              </a:ext>
            </a:extLst>
          </p:cNvPr>
          <p:cNvSpPr txBox="1"/>
          <p:nvPr/>
        </p:nvSpPr>
        <p:spPr>
          <a:xfrm>
            <a:off x="6995550" y="5162637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FA8077-D4AD-49CF-B096-70F4A1F002FA}"/>
              </a:ext>
            </a:extLst>
          </p:cNvPr>
          <p:cNvSpPr txBox="1"/>
          <p:nvPr/>
        </p:nvSpPr>
        <p:spPr>
          <a:xfrm>
            <a:off x="2001078" y="0"/>
            <a:ext cx="755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 DELANEY" panose="02000000000000000000" pitchFamily="2" charset="0"/>
              </a:rPr>
              <a:t>¿Cuántos bolos derribó en total?</a:t>
            </a:r>
          </a:p>
        </p:txBody>
      </p:sp>
      <p:pic>
        <p:nvPicPr>
          <p:cNvPr id="2050" name="Picture 2" descr="Resultado de imagen para pinos de boliche animados">
            <a:extLst>
              <a:ext uri="{FF2B5EF4-FFF2-40B4-BE49-F238E27FC236}">
                <a16:creationId xmlns:a16="http://schemas.microsoft.com/office/drawing/2014/main" id="{22733969-D9F5-4AF2-92B6-366523B9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6200000">
            <a:off x="-1907" y="1953704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pinos de boliche animados">
            <a:extLst>
              <a:ext uri="{FF2B5EF4-FFF2-40B4-BE49-F238E27FC236}">
                <a16:creationId xmlns:a16="http://schemas.microsoft.com/office/drawing/2014/main" id="{C5FE0797-6E88-4688-81A3-1003B71AA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8318373" y="3004905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pinos de boliche animados">
            <a:extLst>
              <a:ext uri="{FF2B5EF4-FFF2-40B4-BE49-F238E27FC236}">
                <a16:creationId xmlns:a16="http://schemas.microsoft.com/office/drawing/2014/main" id="{A66932C8-FFC9-4B62-9832-85541FDAD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4493221">
            <a:off x="4762412" y="971941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bola de boliche animada">
            <a:extLst>
              <a:ext uri="{FF2B5EF4-FFF2-40B4-BE49-F238E27FC236}">
                <a16:creationId xmlns:a16="http://schemas.microsoft.com/office/drawing/2014/main" id="{926CE964-39A0-429B-AED5-DE9E0594D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65231" y="5347924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BCB6B9D-178D-4FFE-AE57-6958A6A873D0}"/>
              </a:ext>
            </a:extLst>
          </p:cNvPr>
          <p:cNvSpPr/>
          <p:nvPr/>
        </p:nvSpPr>
        <p:spPr>
          <a:xfrm>
            <a:off x="8416220" y="5584269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10BCE8-EFF8-40D5-BF1C-A4307FFA813D}"/>
              </a:ext>
            </a:extLst>
          </p:cNvPr>
          <p:cNvSpPr txBox="1"/>
          <p:nvPr/>
        </p:nvSpPr>
        <p:spPr>
          <a:xfrm>
            <a:off x="8452460" y="6089683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15" name="Picture 4" descr="Resultado de imagen para bola de boliche animada">
            <a:extLst>
              <a:ext uri="{FF2B5EF4-FFF2-40B4-BE49-F238E27FC236}">
                <a16:creationId xmlns:a16="http://schemas.microsoft.com/office/drawing/2014/main" id="{606890CF-5CD7-475A-B55A-3556F63E3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94580" y="5272719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72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aton gif">
            <a:extLst>
              <a:ext uri="{FF2B5EF4-FFF2-40B4-BE49-F238E27FC236}">
                <a16:creationId xmlns:a16="http://schemas.microsoft.com/office/drawing/2014/main" id="{848DDBC2-ED70-4F08-A742-BA7065C1883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070" y="855244"/>
            <a:ext cx="8997827" cy="60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6C6156-8965-4F39-BF58-87100D6263F2}"/>
              </a:ext>
            </a:extLst>
          </p:cNvPr>
          <p:cNvSpPr txBox="1"/>
          <p:nvPr/>
        </p:nvSpPr>
        <p:spPr>
          <a:xfrm>
            <a:off x="1603716" y="-253219"/>
            <a:ext cx="82014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800" dirty="0">
                <a:solidFill>
                  <a:srgbClr val="FF0000"/>
                </a:solidFill>
                <a:latin typeface="AR DELANEY" panose="02000000000000000000" pitchFamily="2" charset="0"/>
              </a:rPr>
              <a:t>¡ MUY BIEN !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E23663A-A473-4A1C-9DDD-A12D06966CD1}"/>
              </a:ext>
            </a:extLst>
          </p:cNvPr>
          <p:cNvSpPr/>
          <p:nvPr/>
        </p:nvSpPr>
        <p:spPr>
          <a:xfrm>
            <a:off x="0" y="5601132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9DB9CF-EA92-4C9D-AE1F-9D75EBFF2479}"/>
              </a:ext>
            </a:extLst>
          </p:cNvPr>
          <p:cNvSpPr txBox="1"/>
          <p:nvPr/>
        </p:nvSpPr>
        <p:spPr>
          <a:xfrm>
            <a:off x="36240" y="6106546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8" name="Picture 4" descr="Resultado de imagen para bola de boliche animad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610137-9530-4127-8897-B8B9F7F29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2278360" y="5289582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44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5" name="applaus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juego de boliche gif">
            <a:extLst>
              <a:ext uri="{FF2B5EF4-FFF2-40B4-BE49-F238E27FC236}">
                <a16:creationId xmlns:a16="http://schemas.microsoft.com/office/drawing/2014/main" id="{31E4E595-16D9-4E09-82F1-A2DBF0DD993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2" y="0"/>
            <a:ext cx="119346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54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>
        <p:sndAc>
          <p:stSnd>
            <p:snd r:embed="rId2" name="chimes.wav"/>
          </p:stSnd>
        </p:sndAc>
      </p:transition>
    </mc:Choice>
    <mc:Fallback xmlns="">
      <p:transition spd="slow" advTm="4000">
        <p:sndAc>
          <p:stSnd>
            <p:snd r:embed="rId4" name="chimes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pinos de boliche animados">
            <a:extLst>
              <a:ext uri="{FF2B5EF4-FFF2-40B4-BE49-F238E27FC236}">
                <a16:creationId xmlns:a16="http://schemas.microsoft.com/office/drawing/2014/main" id="{22733969-D9F5-4AF2-92B6-366523B9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6200000">
            <a:off x="65992" y="470729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pinos de boliche animados">
            <a:extLst>
              <a:ext uri="{FF2B5EF4-FFF2-40B4-BE49-F238E27FC236}">
                <a16:creationId xmlns:a16="http://schemas.microsoft.com/office/drawing/2014/main" id="{C5FE0797-6E88-4688-81A3-1003B71AA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8748472" y="2956199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pinos de boliche animados">
            <a:extLst>
              <a:ext uri="{FF2B5EF4-FFF2-40B4-BE49-F238E27FC236}">
                <a16:creationId xmlns:a16="http://schemas.microsoft.com/office/drawing/2014/main" id="{A66932C8-FFC9-4B62-9832-85541FDAD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4493221">
            <a:off x="8331901" y="311364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bola de boliche animada">
            <a:extLst>
              <a:ext uri="{FF2B5EF4-FFF2-40B4-BE49-F238E27FC236}">
                <a16:creationId xmlns:a16="http://schemas.microsoft.com/office/drawing/2014/main" id="{926CE964-39A0-429B-AED5-DE9E0594D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65231" y="5347924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BCB6B9D-178D-4FFE-AE57-6958A6A873D0}"/>
              </a:ext>
            </a:extLst>
          </p:cNvPr>
          <p:cNvSpPr/>
          <p:nvPr/>
        </p:nvSpPr>
        <p:spPr>
          <a:xfrm>
            <a:off x="8416220" y="5584269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10BCE8-EFF8-40D5-BF1C-A4307FFA813D}"/>
              </a:ext>
            </a:extLst>
          </p:cNvPr>
          <p:cNvSpPr txBox="1"/>
          <p:nvPr/>
        </p:nvSpPr>
        <p:spPr>
          <a:xfrm>
            <a:off x="8452460" y="6089683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15" name="Picture 4" descr="Resultado de imagen para bola de boliche animada">
            <a:extLst>
              <a:ext uri="{FF2B5EF4-FFF2-40B4-BE49-F238E27FC236}">
                <a16:creationId xmlns:a16="http://schemas.microsoft.com/office/drawing/2014/main" id="{606890CF-5CD7-475A-B55A-3556F63E3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94580" y="5272719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esultado de imagen para pinos de boliche animados">
            <a:extLst>
              <a:ext uri="{FF2B5EF4-FFF2-40B4-BE49-F238E27FC236}">
                <a16:creationId xmlns:a16="http://schemas.microsoft.com/office/drawing/2014/main" id="{C5CB9545-B04D-44E5-8AFC-527D3A8B2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7162386">
            <a:off x="3619540" y="707883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Resultado de imagen para pinos de boliche animados">
            <a:extLst>
              <a:ext uri="{FF2B5EF4-FFF2-40B4-BE49-F238E27FC236}">
                <a16:creationId xmlns:a16="http://schemas.microsoft.com/office/drawing/2014/main" id="{969B4ABD-E6E2-4B5B-807F-7619D2DEAF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7162386">
            <a:off x="409594" y="2872813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hlinkClick r:id="rId5" action="ppaction://hlinksldjump"/>
            <a:extLst>
              <a:ext uri="{FF2B5EF4-FFF2-40B4-BE49-F238E27FC236}">
                <a16:creationId xmlns:a16="http://schemas.microsoft.com/office/drawing/2014/main" id="{CEBA63BC-9DA1-4D75-9065-16F92373A0DF}"/>
              </a:ext>
            </a:extLst>
          </p:cNvPr>
          <p:cNvSpPr txBox="1"/>
          <p:nvPr/>
        </p:nvSpPr>
        <p:spPr>
          <a:xfrm>
            <a:off x="1366612" y="5049079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chemeClr val="accent5">
                    <a:lumMod val="50000"/>
                  </a:schemeClr>
                </a:solidFill>
              </a:rPr>
              <a:t>6</a:t>
            </a:r>
          </a:p>
        </p:txBody>
      </p:sp>
      <p:pic>
        <p:nvPicPr>
          <p:cNvPr id="17" name="Picture 2" descr="Resultado de imagen para pinos de boliche animados">
            <a:extLst>
              <a:ext uri="{FF2B5EF4-FFF2-40B4-BE49-F238E27FC236}">
                <a16:creationId xmlns:a16="http://schemas.microsoft.com/office/drawing/2014/main" id="{CD2A5A21-AC12-4201-9427-DA99A55D2C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5106089" y="3208473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hlinkClick r:id="rId6" action="ppaction://hlinksldjump"/>
            <a:extLst>
              <a:ext uri="{FF2B5EF4-FFF2-40B4-BE49-F238E27FC236}">
                <a16:creationId xmlns:a16="http://schemas.microsoft.com/office/drawing/2014/main" id="{DC8C2671-D8D7-4DBC-81D7-A1EEEEC64D74}"/>
              </a:ext>
            </a:extLst>
          </p:cNvPr>
          <p:cNvSpPr txBox="1"/>
          <p:nvPr/>
        </p:nvSpPr>
        <p:spPr>
          <a:xfrm>
            <a:off x="6995550" y="5162637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9" name="CuadroTexto 8">
            <a:hlinkClick r:id="rId6" action="ppaction://hlinksldjump"/>
            <a:extLst>
              <a:ext uri="{FF2B5EF4-FFF2-40B4-BE49-F238E27FC236}">
                <a16:creationId xmlns:a16="http://schemas.microsoft.com/office/drawing/2014/main" id="{ACD5EA92-49A7-4AF8-815F-DED220B1B5C8}"/>
              </a:ext>
            </a:extLst>
          </p:cNvPr>
          <p:cNvSpPr txBox="1"/>
          <p:nvPr/>
        </p:nvSpPr>
        <p:spPr>
          <a:xfrm>
            <a:off x="4167194" y="4902145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FA8077-D4AD-49CF-B096-70F4A1F002FA}"/>
              </a:ext>
            </a:extLst>
          </p:cNvPr>
          <p:cNvSpPr txBox="1"/>
          <p:nvPr/>
        </p:nvSpPr>
        <p:spPr>
          <a:xfrm>
            <a:off x="2001078" y="0"/>
            <a:ext cx="755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 DELANEY" panose="02000000000000000000" pitchFamily="2" charset="0"/>
              </a:rPr>
              <a:t>¿Cuántos bolos derribó en total?</a:t>
            </a:r>
          </a:p>
        </p:txBody>
      </p:sp>
    </p:spTree>
    <p:extLst>
      <p:ext uri="{BB962C8B-B14F-4D97-AF65-F5344CB8AC3E}">
        <p14:creationId xmlns:p14="http://schemas.microsoft.com/office/powerpoint/2010/main" val="166559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aton gif">
            <a:extLst>
              <a:ext uri="{FF2B5EF4-FFF2-40B4-BE49-F238E27FC236}">
                <a16:creationId xmlns:a16="http://schemas.microsoft.com/office/drawing/2014/main" id="{848DDBC2-ED70-4F08-A742-BA7065C1883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070" y="855244"/>
            <a:ext cx="8997827" cy="60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6C6156-8965-4F39-BF58-87100D6263F2}"/>
              </a:ext>
            </a:extLst>
          </p:cNvPr>
          <p:cNvSpPr txBox="1"/>
          <p:nvPr/>
        </p:nvSpPr>
        <p:spPr>
          <a:xfrm>
            <a:off x="1603716" y="-253219"/>
            <a:ext cx="82014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800" dirty="0">
                <a:solidFill>
                  <a:srgbClr val="FF0000"/>
                </a:solidFill>
                <a:latin typeface="AR DELANEY" panose="02000000000000000000" pitchFamily="2" charset="0"/>
              </a:rPr>
              <a:t>¡ MUY BIEN !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E23663A-A473-4A1C-9DDD-A12D06966CD1}"/>
              </a:ext>
            </a:extLst>
          </p:cNvPr>
          <p:cNvSpPr/>
          <p:nvPr/>
        </p:nvSpPr>
        <p:spPr>
          <a:xfrm>
            <a:off x="0" y="5601132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9DB9CF-EA92-4C9D-AE1F-9D75EBFF2479}"/>
              </a:ext>
            </a:extLst>
          </p:cNvPr>
          <p:cNvSpPr txBox="1"/>
          <p:nvPr/>
        </p:nvSpPr>
        <p:spPr>
          <a:xfrm>
            <a:off x="36240" y="6106546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8" name="Picture 4" descr="Resultado de imagen para bola de boliche animad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610137-9530-4127-8897-B8B9F7F29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2278360" y="5289582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23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5" name="applause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juego de boliche gif">
            <a:extLst>
              <a:ext uri="{FF2B5EF4-FFF2-40B4-BE49-F238E27FC236}">
                <a16:creationId xmlns:a16="http://schemas.microsoft.com/office/drawing/2014/main" id="{31E4E595-16D9-4E09-82F1-A2DBF0DD993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2" y="0"/>
            <a:ext cx="119346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24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>
        <p:sndAc>
          <p:stSnd>
            <p:snd r:embed="rId2" name="chimes.wav"/>
          </p:stSnd>
        </p:sndAc>
      </p:transition>
    </mc:Choice>
    <mc:Fallback xmlns="">
      <p:transition spd="slow" advTm="4000">
        <p:sndAc>
          <p:stSnd>
            <p:snd r:embed="rId4" name="chimes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6FA8077-D4AD-49CF-B096-70F4A1F002FA}"/>
              </a:ext>
            </a:extLst>
          </p:cNvPr>
          <p:cNvSpPr txBox="1"/>
          <p:nvPr/>
        </p:nvSpPr>
        <p:spPr>
          <a:xfrm>
            <a:off x="2001078" y="0"/>
            <a:ext cx="755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 DELANEY" panose="02000000000000000000" pitchFamily="2" charset="0"/>
              </a:rPr>
              <a:t>¿Cuántos bolos derribó en total?</a:t>
            </a:r>
          </a:p>
        </p:txBody>
      </p:sp>
      <p:pic>
        <p:nvPicPr>
          <p:cNvPr id="2050" name="Picture 2" descr="Resultado de imagen para pinos de boliche animados">
            <a:extLst>
              <a:ext uri="{FF2B5EF4-FFF2-40B4-BE49-F238E27FC236}">
                <a16:creationId xmlns:a16="http://schemas.microsoft.com/office/drawing/2014/main" id="{22733969-D9F5-4AF2-92B6-366523B9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6200000">
            <a:off x="65992" y="470729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pinos de boliche animados">
            <a:extLst>
              <a:ext uri="{FF2B5EF4-FFF2-40B4-BE49-F238E27FC236}">
                <a16:creationId xmlns:a16="http://schemas.microsoft.com/office/drawing/2014/main" id="{C5FE0797-6E88-4688-81A3-1003B71AA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8748472" y="2956199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pinos de boliche animados">
            <a:extLst>
              <a:ext uri="{FF2B5EF4-FFF2-40B4-BE49-F238E27FC236}">
                <a16:creationId xmlns:a16="http://schemas.microsoft.com/office/drawing/2014/main" id="{A66932C8-FFC9-4B62-9832-85541FDAD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4493221">
            <a:off x="8331901" y="311364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bola de boliche animada">
            <a:extLst>
              <a:ext uri="{FF2B5EF4-FFF2-40B4-BE49-F238E27FC236}">
                <a16:creationId xmlns:a16="http://schemas.microsoft.com/office/drawing/2014/main" id="{926CE964-39A0-429B-AED5-DE9E0594D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65231" y="5347924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BCB6B9D-178D-4FFE-AE57-6958A6A873D0}"/>
              </a:ext>
            </a:extLst>
          </p:cNvPr>
          <p:cNvSpPr/>
          <p:nvPr/>
        </p:nvSpPr>
        <p:spPr>
          <a:xfrm>
            <a:off x="8416220" y="5584269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10BCE8-EFF8-40D5-BF1C-A4307FFA813D}"/>
              </a:ext>
            </a:extLst>
          </p:cNvPr>
          <p:cNvSpPr txBox="1"/>
          <p:nvPr/>
        </p:nvSpPr>
        <p:spPr>
          <a:xfrm>
            <a:off x="8452460" y="6089683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15" name="Picture 4" descr="Resultado de imagen para bola de boliche animada">
            <a:extLst>
              <a:ext uri="{FF2B5EF4-FFF2-40B4-BE49-F238E27FC236}">
                <a16:creationId xmlns:a16="http://schemas.microsoft.com/office/drawing/2014/main" id="{606890CF-5CD7-475A-B55A-3556F63E3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94580" y="5272719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esultado de imagen para pinos de boliche animados">
            <a:extLst>
              <a:ext uri="{FF2B5EF4-FFF2-40B4-BE49-F238E27FC236}">
                <a16:creationId xmlns:a16="http://schemas.microsoft.com/office/drawing/2014/main" id="{C5CB9545-B04D-44E5-8AFC-527D3A8B2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7162386">
            <a:off x="4078597" y="1707716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Resultado de imagen para pinos de boliche animados">
            <a:extLst>
              <a:ext uri="{FF2B5EF4-FFF2-40B4-BE49-F238E27FC236}">
                <a16:creationId xmlns:a16="http://schemas.microsoft.com/office/drawing/2014/main" id="{969B4ABD-E6E2-4B5B-807F-7619D2DEAF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7162386">
            <a:off x="409594" y="2872813"/>
            <a:ext cx="3316857" cy="33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hlinkClick r:id="rId5" action="ppaction://hlinksldjump"/>
            <a:extLst>
              <a:ext uri="{FF2B5EF4-FFF2-40B4-BE49-F238E27FC236}">
                <a16:creationId xmlns:a16="http://schemas.microsoft.com/office/drawing/2014/main" id="{CEBA63BC-9DA1-4D75-9065-16F92373A0DF}"/>
              </a:ext>
            </a:extLst>
          </p:cNvPr>
          <p:cNvSpPr txBox="1"/>
          <p:nvPr/>
        </p:nvSpPr>
        <p:spPr>
          <a:xfrm>
            <a:off x="1366612" y="5049079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chemeClr val="accent5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0" name="CuadroTexto 9">
            <a:hlinkClick r:id="rId6" action="ppaction://hlinksldjump"/>
            <a:extLst>
              <a:ext uri="{FF2B5EF4-FFF2-40B4-BE49-F238E27FC236}">
                <a16:creationId xmlns:a16="http://schemas.microsoft.com/office/drawing/2014/main" id="{DC8C2671-D8D7-4DBC-81D7-A1EEEEC64D74}"/>
              </a:ext>
            </a:extLst>
          </p:cNvPr>
          <p:cNvSpPr txBox="1"/>
          <p:nvPr/>
        </p:nvSpPr>
        <p:spPr>
          <a:xfrm>
            <a:off x="6995550" y="5162637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9" name="CuadroTexto 8">
            <a:hlinkClick r:id="rId5" action="ppaction://hlinksldjump"/>
            <a:extLst>
              <a:ext uri="{FF2B5EF4-FFF2-40B4-BE49-F238E27FC236}">
                <a16:creationId xmlns:a16="http://schemas.microsoft.com/office/drawing/2014/main" id="{ACD5EA92-49A7-4AF8-815F-DED220B1B5C8}"/>
              </a:ext>
            </a:extLst>
          </p:cNvPr>
          <p:cNvSpPr txBox="1"/>
          <p:nvPr/>
        </p:nvSpPr>
        <p:spPr>
          <a:xfrm>
            <a:off x="4181081" y="4977350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92D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2895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aton gif">
            <a:extLst>
              <a:ext uri="{FF2B5EF4-FFF2-40B4-BE49-F238E27FC236}">
                <a16:creationId xmlns:a16="http://schemas.microsoft.com/office/drawing/2014/main" id="{848DDBC2-ED70-4F08-A742-BA7065C1883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070" y="855244"/>
            <a:ext cx="8997827" cy="60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6C6156-8965-4F39-BF58-87100D6263F2}"/>
              </a:ext>
            </a:extLst>
          </p:cNvPr>
          <p:cNvSpPr txBox="1"/>
          <p:nvPr/>
        </p:nvSpPr>
        <p:spPr>
          <a:xfrm>
            <a:off x="1603716" y="-253219"/>
            <a:ext cx="82014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800" dirty="0">
                <a:solidFill>
                  <a:srgbClr val="FF0000"/>
                </a:solidFill>
                <a:latin typeface="AR DELANEY" panose="02000000000000000000" pitchFamily="2" charset="0"/>
              </a:rPr>
              <a:t>¡ MUY BIEN !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E23663A-A473-4A1C-9DDD-A12D06966CD1}"/>
              </a:ext>
            </a:extLst>
          </p:cNvPr>
          <p:cNvSpPr/>
          <p:nvPr/>
        </p:nvSpPr>
        <p:spPr>
          <a:xfrm>
            <a:off x="0" y="5601132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9DB9CF-EA92-4C9D-AE1F-9D75EBFF2479}"/>
              </a:ext>
            </a:extLst>
          </p:cNvPr>
          <p:cNvSpPr txBox="1"/>
          <p:nvPr/>
        </p:nvSpPr>
        <p:spPr>
          <a:xfrm>
            <a:off x="36240" y="6106546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8" name="Picture 4" descr="Resultado de imagen para bola de boliche animad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610137-9530-4127-8897-B8B9F7F29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2278360" y="5289582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69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5" name="applause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juego de boliche gif">
            <a:extLst>
              <a:ext uri="{FF2B5EF4-FFF2-40B4-BE49-F238E27FC236}">
                <a16:creationId xmlns:a16="http://schemas.microsoft.com/office/drawing/2014/main" id="{31E4E595-16D9-4E09-82F1-A2DBF0DD993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2" y="0"/>
            <a:ext cx="119346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06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>
        <p:sndAc>
          <p:stSnd>
            <p:snd r:embed="rId2" name="chimes.wav"/>
          </p:stSnd>
        </p:sndAc>
      </p:transition>
    </mc:Choice>
    <mc:Fallback xmlns="">
      <p:transition spd="slow" advTm="4000">
        <p:sndAc>
          <p:stSnd>
            <p:snd r:embed="rId4" name="chimes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hlinkClick r:id="rId3" action="ppaction://hlinksldjump"/>
            <a:extLst>
              <a:ext uri="{FF2B5EF4-FFF2-40B4-BE49-F238E27FC236}">
                <a16:creationId xmlns:a16="http://schemas.microsoft.com/office/drawing/2014/main" id="{CEBA63BC-9DA1-4D75-9065-16F92373A0DF}"/>
              </a:ext>
            </a:extLst>
          </p:cNvPr>
          <p:cNvSpPr txBox="1"/>
          <p:nvPr/>
        </p:nvSpPr>
        <p:spPr>
          <a:xfrm>
            <a:off x="1505768" y="4977350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chemeClr val="accent5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0" name="CuadroTexto 9">
            <a:hlinkClick r:id="rId3" action="ppaction://hlinksldjump"/>
            <a:extLst>
              <a:ext uri="{FF2B5EF4-FFF2-40B4-BE49-F238E27FC236}">
                <a16:creationId xmlns:a16="http://schemas.microsoft.com/office/drawing/2014/main" id="{DC8C2671-D8D7-4DBC-81D7-A1EEEEC64D74}"/>
              </a:ext>
            </a:extLst>
          </p:cNvPr>
          <p:cNvSpPr txBox="1"/>
          <p:nvPr/>
        </p:nvSpPr>
        <p:spPr>
          <a:xfrm>
            <a:off x="6995550" y="5162637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FA8077-D4AD-49CF-B096-70F4A1F002FA}"/>
              </a:ext>
            </a:extLst>
          </p:cNvPr>
          <p:cNvSpPr txBox="1"/>
          <p:nvPr/>
        </p:nvSpPr>
        <p:spPr>
          <a:xfrm>
            <a:off x="2001078" y="0"/>
            <a:ext cx="755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 DELANEY" panose="02000000000000000000" pitchFamily="2" charset="0"/>
              </a:rPr>
              <a:t>¿Cuántos bolos derribó en total?</a:t>
            </a:r>
          </a:p>
        </p:txBody>
      </p:sp>
      <p:pic>
        <p:nvPicPr>
          <p:cNvPr id="2050" name="Picture 2" descr="Resultado de imagen para pinos de boliche animados">
            <a:extLst>
              <a:ext uri="{FF2B5EF4-FFF2-40B4-BE49-F238E27FC236}">
                <a16:creationId xmlns:a16="http://schemas.microsoft.com/office/drawing/2014/main" id="{22733969-D9F5-4AF2-92B6-366523B9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6200000">
            <a:off x="358495" y="922979"/>
            <a:ext cx="4242097" cy="423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pinos de boliche animados">
            <a:extLst>
              <a:ext uri="{FF2B5EF4-FFF2-40B4-BE49-F238E27FC236}">
                <a16:creationId xmlns:a16="http://schemas.microsoft.com/office/drawing/2014/main" id="{C5FE0797-6E88-4688-81A3-1003B71AA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6161604" y="1047434"/>
            <a:ext cx="4249432" cy="4244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bola de boliche animada">
            <a:extLst>
              <a:ext uri="{FF2B5EF4-FFF2-40B4-BE49-F238E27FC236}">
                <a16:creationId xmlns:a16="http://schemas.microsoft.com/office/drawing/2014/main" id="{926CE964-39A0-429B-AED5-DE9E0594D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65231" y="5347924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BCB6B9D-178D-4FFE-AE57-6958A6A873D0}"/>
              </a:ext>
            </a:extLst>
          </p:cNvPr>
          <p:cNvSpPr/>
          <p:nvPr/>
        </p:nvSpPr>
        <p:spPr>
          <a:xfrm>
            <a:off x="8416220" y="5584269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10BCE8-EFF8-40D5-BF1C-A4307FFA813D}"/>
              </a:ext>
            </a:extLst>
          </p:cNvPr>
          <p:cNvSpPr txBox="1"/>
          <p:nvPr/>
        </p:nvSpPr>
        <p:spPr>
          <a:xfrm>
            <a:off x="8452460" y="6089683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15" name="Picture 4" descr="Resultado de imagen para bola de boliche animada">
            <a:extLst>
              <a:ext uri="{FF2B5EF4-FFF2-40B4-BE49-F238E27FC236}">
                <a16:creationId xmlns:a16="http://schemas.microsoft.com/office/drawing/2014/main" id="{606890CF-5CD7-475A-B55A-3556F63E3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94580" y="5272719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hlinkClick r:id="rId6" action="ppaction://hlinksldjump"/>
            <a:extLst>
              <a:ext uri="{FF2B5EF4-FFF2-40B4-BE49-F238E27FC236}">
                <a16:creationId xmlns:a16="http://schemas.microsoft.com/office/drawing/2014/main" id="{ACD5EA92-49A7-4AF8-815F-DED220B1B5C8}"/>
              </a:ext>
            </a:extLst>
          </p:cNvPr>
          <p:cNvSpPr txBox="1"/>
          <p:nvPr/>
        </p:nvSpPr>
        <p:spPr>
          <a:xfrm>
            <a:off x="4362448" y="4378428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92D05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5229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aton gif">
            <a:extLst>
              <a:ext uri="{FF2B5EF4-FFF2-40B4-BE49-F238E27FC236}">
                <a16:creationId xmlns:a16="http://schemas.microsoft.com/office/drawing/2014/main" id="{848DDBC2-ED70-4F08-A742-BA7065C1883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070" y="855244"/>
            <a:ext cx="8997827" cy="60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6C6156-8965-4F39-BF58-87100D6263F2}"/>
              </a:ext>
            </a:extLst>
          </p:cNvPr>
          <p:cNvSpPr txBox="1"/>
          <p:nvPr/>
        </p:nvSpPr>
        <p:spPr>
          <a:xfrm>
            <a:off x="1603716" y="-253219"/>
            <a:ext cx="82014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800" dirty="0">
                <a:solidFill>
                  <a:srgbClr val="FF0000"/>
                </a:solidFill>
                <a:latin typeface="AR DELANEY" panose="02000000000000000000" pitchFamily="2" charset="0"/>
              </a:rPr>
              <a:t>¡ MUY BIEN !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E23663A-A473-4A1C-9DDD-A12D06966CD1}"/>
              </a:ext>
            </a:extLst>
          </p:cNvPr>
          <p:cNvSpPr/>
          <p:nvPr/>
        </p:nvSpPr>
        <p:spPr>
          <a:xfrm>
            <a:off x="0" y="5601132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9DB9CF-EA92-4C9D-AE1F-9D75EBFF2479}"/>
              </a:ext>
            </a:extLst>
          </p:cNvPr>
          <p:cNvSpPr txBox="1"/>
          <p:nvPr/>
        </p:nvSpPr>
        <p:spPr>
          <a:xfrm>
            <a:off x="36240" y="6106546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8" name="Picture 4" descr="Resultado de imagen para bola de boliche animad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610137-9530-4127-8897-B8B9F7F29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2278360" y="5289582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02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5" name="applause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juego de boliche gif">
            <a:extLst>
              <a:ext uri="{FF2B5EF4-FFF2-40B4-BE49-F238E27FC236}">
                <a16:creationId xmlns:a16="http://schemas.microsoft.com/office/drawing/2014/main" id="{31E4E595-16D9-4E09-82F1-A2DBF0DD993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2" y="0"/>
            <a:ext cx="119346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85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>
        <p:sndAc>
          <p:stSnd>
            <p:snd r:embed="rId2" name="chimes.wav"/>
          </p:stSnd>
        </p:sndAc>
      </p:transition>
    </mc:Choice>
    <mc:Fallback xmlns="">
      <p:transition spd="slow" advTm="4000">
        <p:sndAc>
          <p:stSnd>
            <p:snd r:embed="rId4" name="chimes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hlinkClick r:id="rId3" action="ppaction://hlinksldjump"/>
            <a:extLst>
              <a:ext uri="{FF2B5EF4-FFF2-40B4-BE49-F238E27FC236}">
                <a16:creationId xmlns:a16="http://schemas.microsoft.com/office/drawing/2014/main" id="{CEBA63BC-9DA1-4D75-9065-16F92373A0DF}"/>
              </a:ext>
            </a:extLst>
          </p:cNvPr>
          <p:cNvSpPr txBox="1"/>
          <p:nvPr/>
        </p:nvSpPr>
        <p:spPr>
          <a:xfrm>
            <a:off x="1366612" y="5049079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chemeClr val="accent5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0" name="CuadroTexto 9">
            <a:hlinkClick r:id="rId4" action="ppaction://hlinksldjump"/>
            <a:extLst>
              <a:ext uri="{FF2B5EF4-FFF2-40B4-BE49-F238E27FC236}">
                <a16:creationId xmlns:a16="http://schemas.microsoft.com/office/drawing/2014/main" id="{DC8C2671-D8D7-4DBC-81D7-A1EEEEC64D74}"/>
              </a:ext>
            </a:extLst>
          </p:cNvPr>
          <p:cNvSpPr txBox="1"/>
          <p:nvPr/>
        </p:nvSpPr>
        <p:spPr>
          <a:xfrm>
            <a:off x="6995550" y="5162637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7030A0"/>
                </a:solidFill>
              </a:rPr>
              <a:t>3</a:t>
            </a:r>
          </a:p>
        </p:txBody>
      </p:sp>
      <p:pic>
        <p:nvPicPr>
          <p:cNvPr id="2050" name="Picture 2" descr="Resultado de imagen para pinos de boliche animados">
            <a:extLst>
              <a:ext uri="{FF2B5EF4-FFF2-40B4-BE49-F238E27FC236}">
                <a16:creationId xmlns:a16="http://schemas.microsoft.com/office/drawing/2014/main" id="{22733969-D9F5-4AF2-92B6-366523B9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6200000">
            <a:off x="2777389" y="58851"/>
            <a:ext cx="5522502" cy="5516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bola de boliche animada">
            <a:extLst>
              <a:ext uri="{FF2B5EF4-FFF2-40B4-BE49-F238E27FC236}">
                <a16:creationId xmlns:a16="http://schemas.microsoft.com/office/drawing/2014/main" id="{926CE964-39A0-429B-AED5-DE9E0594D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65231" y="5347924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BCB6B9D-178D-4FFE-AE57-6958A6A873D0}"/>
              </a:ext>
            </a:extLst>
          </p:cNvPr>
          <p:cNvSpPr/>
          <p:nvPr/>
        </p:nvSpPr>
        <p:spPr>
          <a:xfrm>
            <a:off x="8416220" y="5584269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10BCE8-EFF8-40D5-BF1C-A4307FFA813D}"/>
              </a:ext>
            </a:extLst>
          </p:cNvPr>
          <p:cNvSpPr txBox="1"/>
          <p:nvPr/>
        </p:nvSpPr>
        <p:spPr>
          <a:xfrm>
            <a:off x="8452460" y="6089683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15" name="Picture 4" descr="Resultado de imagen para bola de boliche animada">
            <a:extLst>
              <a:ext uri="{FF2B5EF4-FFF2-40B4-BE49-F238E27FC236}">
                <a16:creationId xmlns:a16="http://schemas.microsoft.com/office/drawing/2014/main" id="{606890CF-5CD7-475A-B55A-3556F63E3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94580" y="5272719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hlinkClick r:id="rId4" action="ppaction://hlinksldjump"/>
            <a:extLst>
              <a:ext uri="{FF2B5EF4-FFF2-40B4-BE49-F238E27FC236}">
                <a16:creationId xmlns:a16="http://schemas.microsoft.com/office/drawing/2014/main" id="{ACD5EA92-49A7-4AF8-815F-DED220B1B5C8}"/>
              </a:ext>
            </a:extLst>
          </p:cNvPr>
          <p:cNvSpPr txBox="1"/>
          <p:nvPr/>
        </p:nvSpPr>
        <p:spPr>
          <a:xfrm>
            <a:off x="4181073" y="4608683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FA8077-D4AD-49CF-B096-70F4A1F002FA}"/>
              </a:ext>
            </a:extLst>
          </p:cNvPr>
          <p:cNvSpPr txBox="1"/>
          <p:nvPr/>
        </p:nvSpPr>
        <p:spPr>
          <a:xfrm>
            <a:off x="2001078" y="0"/>
            <a:ext cx="755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 DELANEY" panose="02000000000000000000" pitchFamily="2" charset="0"/>
              </a:rPr>
              <a:t>¿Cuántos bolos derribó en total?</a:t>
            </a:r>
          </a:p>
        </p:txBody>
      </p:sp>
    </p:spTree>
    <p:extLst>
      <p:ext uri="{BB962C8B-B14F-4D97-AF65-F5344CB8AC3E}">
        <p14:creationId xmlns:p14="http://schemas.microsoft.com/office/powerpoint/2010/main" val="243647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aton gif">
            <a:extLst>
              <a:ext uri="{FF2B5EF4-FFF2-40B4-BE49-F238E27FC236}">
                <a16:creationId xmlns:a16="http://schemas.microsoft.com/office/drawing/2014/main" id="{848DDBC2-ED70-4F08-A742-BA7065C1883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070" y="855244"/>
            <a:ext cx="8997827" cy="60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6C6156-8965-4F39-BF58-87100D6263F2}"/>
              </a:ext>
            </a:extLst>
          </p:cNvPr>
          <p:cNvSpPr txBox="1"/>
          <p:nvPr/>
        </p:nvSpPr>
        <p:spPr>
          <a:xfrm>
            <a:off x="1603716" y="-253219"/>
            <a:ext cx="82014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800" dirty="0">
                <a:solidFill>
                  <a:srgbClr val="FF0000"/>
                </a:solidFill>
                <a:latin typeface="AR DELANEY" panose="02000000000000000000" pitchFamily="2" charset="0"/>
              </a:rPr>
              <a:t>¡ MUY BIEN !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E23663A-A473-4A1C-9DDD-A12D06966CD1}"/>
              </a:ext>
            </a:extLst>
          </p:cNvPr>
          <p:cNvSpPr/>
          <p:nvPr/>
        </p:nvSpPr>
        <p:spPr>
          <a:xfrm>
            <a:off x="0" y="5601132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9DB9CF-EA92-4C9D-AE1F-9D75EBFF2479}"/>
              </a:ext>
            </a:extLst>
          </p:cNvPr>
          <p:cNvSpPr txBox="1"/>
          <p:nvPr/>
        </p:nvSpPr>
        <p:spPr>
          <a:xfrm>
            <a:off x="36240" y="6106546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8" name="Picture 4" descr="Resultado de imagen para bola de boliche animad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610137-9530-4127-8897-B8B9F7F29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2278360" y="5289582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9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5" name="applause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juego de boliche gif">
            <a:extLst>
              <a:ext uri="{FF2B5EF4-FFF2-40B4-BE49-F238E27FC236}">
                <a16:creationId xmlns:a16="http://schemas.microsoft.com/office/drawing/2014/main" id="{31E4E595-16D9-4E09-82F1-A2DBF0DD993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2" y="0"/>
            <a:ext cx="119346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01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>
        <p:sndAc>
          <p:stSnd>
            <p:snd r:embed="rId2" name="chimes.wav"/>
          </p:stSnd>
        </p:sndAc>
      </p:transition>
    </mc:Choice>
    <mc:Fallback xmlns="">
      <p:transition spd="slow" advTm="4000">
        <p:sndAc>
          <p:stSnd>
            <p:snd r:embed="rId4" name="chimes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esultado de imagen para pinos de boliche animados">
            <a:extLst>
              <a:ext uri="{FF2B5EF4-FFF2-40B4-BE49-F238E27FC236}">
                <a16:creationId xmlns:a16="http://schemas.microsoft.com/office/drawing/2014/main" id="{7CDD1359-5A2B-40FA-B67B-36BB5CEBB4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7162386">
            <a:off x="2095268" y="580991"/>
            <a:ext cx="1834131" cy="1832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hlinkClick r:id="rId4" action="ppaction://hlinksldjump"/>
            <a:extLst>
              <a:ext uri="{FF2B5EF4-FFF2-40B4-BE49-F238E27FC236}">
                <a16:creationId xmlns:a16="http://schemas.microsoft.com/office/drawing/2014/main" id="{CEBA63BC-9DA1-4D75-9065-16F92373A0DF}"/>
              </a:ext>
            </a:extLst>
          </p:cNvPr>
          <p:cNvSpPr txBox="1"/>
          <p:nvPr/>
        </p:nvSpPr>
        <p:spPr>
          <a:xfrm>
            <a:off x="1366612" y="5049079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chemeClr val="accent5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9" name="CuadroTexto 8">
            <a:hlinkClick r:id="rId4" action="ppaction://hlinksldjump"/>
            <a:extLst>
              <a:ext uri="{FF2B5EF4-FFF2-40B4-BE49-F238E27FC236}">
                <a16:creationId xmlns:a16="http://schemas.microsoft.com/office/drawing/2014/main" id="{ACD5EA92-49A7-4AF8-815F-DED220B1B5C8}"/>
              </a:ext>
            </a:extLst>
          </p:cNvPr>
          <p:cNvSpPr txBox="1"/>
          <p:nvPr/>
        </p:nvSpPr>
        <p:spPr>
          <a:xfrm>
            <a:off x="4134895" y="4444155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FA8077-D4AD-49CF-B096-70F4A1F002FA}"/>
              </a:ext>
            </a:extLst>
          </p:cNvPr>
          <p:cNvSpPr txBox="1"/>
          <p:nvPr/>
        </p:nvSpPr>
        <p:spPr>
          <a:xfrm>
            <a:off x="2001078" y="0"/>
            <a:ext cx="755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 DELANEY" panose="02000000000000000000" pitchFamily="2" charset="0"/>
              </a:rPr>
              <a:t>¿Cuántos bolos derribó en total?</a:t>
            </a:r>
          </a:p>
        </p:txBody>
      </p:sp>
      <p:pic>
        <p:nvPicPr>
          <p:cNvPr id="2050" name="Picture 2" descr="Resultado de imagen para pinos de boliche animados">
            <a:extLst>
              <a:ext uri="{FF2B5EF4-FFF2-40B4-BE49-F238E27FC236}">
                <a16:creationId xmlns:a16="http://schemas.microsoft.com/office/drawing/2014/main" id="{22733969-D9F5-4AF2-92B6-366523B9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6200000">
            <a:off x="-1370" y="1953166"/>
            <a:ext cx="2382849" cy="238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pinos de boliche animados">
            <a:extLst>
              <a:ext uri="{FF2B5EF4-FFF2-40B4-BE49-F238E27FC236}">
                <a16:creationId xmlns:a16="http://schemas.microsoft.com/office/drawing/2014/main" id="{C5FE0797-6E88-4688-81A3-1003B71AA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4087387" y="719878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pinos de boliche animados">
            <a:extLst>
              <a:ext uri="{FF2B5EF4-FFF2-40B4-BE49-F238E27FC236}">
                <a16:creationId xmlns:a16="http://schemas.microsoft.com/office/drawing/2014/main" id="{A66932C8-FFC9-4B62-9832-85541FDAD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4493221">
            <a:off x="9080728" y="569082"/>
            <a:ext cx="2108101" cy="210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bola de boliche animada">
            <a:extLst>
              <a:ext uri="{FF2B5EF4-FFF2-40B4-BE49-F238E27FC236}">
                <a16:creationId xmlns:a16="http://schemas.microsoft.com/office/drawing/2014/main" id="{926CE964-39A0-429B-AED5-DE9E0594D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65231" y="5347924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Resultado de imagen para bola de boliche animada">
            <a:extLst>
              <a:ext uri="{FF2B5EF4-FFF2-40B4-BE49-F238E27FC236}">
                <a16:creationId xmlns:a16="http://schemas.microsoft.com/office/drawing/2014/main" id="{606890CF-5CD7-475A-B55A-3556F63E3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94580" y="5272719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esultado de imagen para pinos de boliche animados">
            <a:extLst>
              <a:ext uri="{FF2B5EF4-FFF2-40B4-BE49-F238E27FC236}">
                <a16:creationId xmlns:a16="http://schemas.microsoft.com/office/drawing/2014/main" id="{C6048CE2-FD7E-431B-80C4-9505B2C0E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4588904" y="2762481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Resultado de imagen para pinos de boliche animados">
            <a:extLst>
              <a:ext uri="{FF2B5EF4-FFF2-40B4-BE49-F238E27FC236}">
                <a16:creationId xmlns:a16="http://schemas.microsoft.com/office/drawing/2014/main" id="{55F097AC-2391-4A59-B1A3-6F9A0F171C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6550341" y="1636825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Resultado de imagen para pinos de boliche animados">
            <a:extLst>
              <a:ext uri="{FF2B5EF4-FFF2-40B4-BE49-F238E27FC236}">
                <a16:creationId xmlns:a16="http://schemas.microsoft.com/office/drawing/2014/main" id="{C87280AB-D470-40C9-8F75-27A8F4F95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6722930" y="3676936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Resultado de imagen para pinos de boliche animados">
            <a:extLst>
              <a:ext uri="{FF2B5EF4-FFF2-40B4-BE49-F238E27FC236}">
                <a16:creationId xmlns:a16="http://schemas.microsoft.com/office/drawing/2014/main" id="{AB980C63-7BD4-4DF5-9457-5BB8AB91BA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2307779" y="2309135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Resultado de imagen para pinos de boliche animados">
            <a:extLst>
              <a:ext uri="{FF2B5EF4-FFF2-40B4-BE49-F238E27FC236}">
                <a16:creationId xmlns:a16="http://schemas.microsoft.com/office/drawing/2014/main" id="{6D87A22A-5340-4CFE-AE29-6BD5400658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9639527" y="2841106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hlinkClick r:id="rId6" action="ppaction://hlinksldjump"/>
            <a:extLst>
              <a:ext uri="{FF2B5EF4-FFF2-40B4-BE49-F238E27FC236}">
                <a16:creationId xmlns:a16="http://schemas.microsoft.com/office/drawing/2014/main" id="{DC8C2671-D8D7-4DBC-81D7-A1EEEEC64D74}"/>
              </a:ext>
            </a:extLst>
          </p:cNvPr>
          <p:cNvSpPr txBox="1"/>
          <p:nvPr/>
        </p:nvSpPr>
        <p:spPr>
          <a:xfrm>
            <a:off x="6995550" y="5162637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7030A0"/>
                </a:solidFill>
              </a:rPr>
              <a:t>9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BCB6B9D-178D-4FFE-AE57-6958A6A873D0}"/>
              </a:ext>
            </a:extLst>
          </p:cNvPr>
          <p:cNvSpPr/>
          <p:nvPr/>
        </p:nvSpPr>
        <p:spPr>
          <a:xfrm>
            <a:off x="8459860" y="5483253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10BCE8-EFF8-40D5-BF1C-A4307FFA813D}"/>
              </a:ext>
            </a:extLst>
          </p:cNvPr>
          <p:cNvSpPr txBox="1"/>
          <p:nvPr/>
        </p:nvSpPr>
        <p:spPr>
          <a:xfrm>
            <a:off x="8482957" y="5973187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</p:spTree>
    <p:extLst>
      <p:ext uri="{BB962C8B-B14F-4D97-AF65-F5344CB8AC3E}">
        <p14:creationId xmlns:p14="http://schemas.microsoft.com/office/powerpoint/2010/main" val="346232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aton gif">
            <a:extLst>
              <a:ext uri="{FF2B5EF4-FFF2-40B4-BE49-F238E27FC236}">
                <a16:creationId xmlns:a16="http://schemas.microsoft.com/office/drawing/2014/main" id="{848DDBC2-ED70-4F08-A742-BA7065C1883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070" y="855244"/>
            <a:ext cx="8997827" cy="60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6C6156-8965-4F39-BF58-87100D6263F2}"/>
              </a:ext>
            </a:extLst>
          </p:cNvPr>
          <p:cNvSpPr txBox="1"/>
          <p:nvPr/>
        </p:nvSpPr>
        <p:spPr>
          <a:xfrm>
            <a:off x="1603716" y="-253219"/>
            <a:ext cx="82014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800" dirty="0">
                <a:solidFill>
                  <a:srgbClr val="FF0000"/>
                </a:solidFill>
                <a:latin typeface="AR DELANEY" panose="02000000000000000000" pitchFamily="2" charset="0"/>
              </a:rPr>
              <a:t>¡ MUY BIEN !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E23663A-A473-4A1C-9DDD-A12D06966CD1}"/>
              </a:ext>
            </a:extLst>
          </p:cNvPr>
          <p:cNvSpPr/>
          <p:nvPr/>
        </p:nvSpPr>
        <p:spPr>
          <a:xfrm>
            <a:off x="0" y="5601132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9DB9CF-EA92-4C9D-AE1F-9D75EBFF2479}"/>
              </a:ext>
            </a:extLst>
          </p:cNvPr>
          <p:cNvSpPr txBox="1"/>
          <p:nvPr/>
        </p:nvSpPr>
        <p:spPr>
          <a:xfrm>
            <a:off x="36240" y="6106546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8" name="Picture 4" descr="Resultado de imagen para bola de boliche animad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610137-9530-4127-8897-B8B9F7F29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2278360" y="5289582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46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5" name="applause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juego de boliche gif">
            <a:extLst>
              <a:ext uri="{FF2B5EF4-FFF2-40B4-BE49-F238E27FC236}">
                <a16:creationId xmlns:a16="http://schemas.microsoft.com/office/drawing/2014/main" id="{31E4E595-16D9-4E09-82F1-A2DBF0DD993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2" y="0"/>
            <a:ext cx="119346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617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>
        <p:sndAc>
          <p:stSnd>
            <p:snd r:embed="rId2" name="chimes.wav"/>
          </p:stSnd>
        </p:sndAc>
      </p:transition>
    </mc:Choice>
    <mc:Fallback xmlns="">
      <p:transition spd="slow" advTm="4000">
        <p:sndAc>
          <p:stSnd>
            <p:snd r:embed="rId4" name="chimes.wav"/>
          </p:stSnd>
        </p:sndAc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esultado de imagen para pinos de boliche animados">
            <a:extLst>
              <a:ext uri="{FF2B5EF4-FFF2-40B4-BE49-F238E27FC236}">
                <a16:creationId xmlns:a16="http://schemas.microsoft.com/office/drawing/2014/main" id="{7CDD1359-5A2B-40FA-B67B-36BB5CEBB4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7162386">
            <a:off x="2095268" y="580991"/>
            <a:ext cx="1834131" cy="1832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hlinkClick r:id="rId4" action="ppaction://hlinksldjump"/>
            <a:extLst>
              <a:ext uri="{FF2B5EF4-FFF2-40B4-BE49-F238E27FC236}">
                <a16:creationId xmlns:a16="http://schemas.microsoft.com/office/drawing/2014/main" id="{CEBA63BC-9DA1-4D75-9065-16F92373A0DF}"/>
              </a:ext>
            </a:extLst>
          </p:cNvPr>
          <p:cNvSpPr txBox="1"/>
          <p:nvPr/>
        </p:nvSpPr>
        <p:spPr>
          <a:xfrm>
            <a:off x="1366612" y="5049079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chemeClr val="accent5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9" name="CuadroTexto 8">
            <a:hlinkClick r:id="rId5" action="ppaction://hlinksldjump"/>
            <a:extLst>
              <a:ext uri="{FF2B5EF4-FFF2-40B4-BE49-F238E27FC236}">
                <a16:creationId xmlns:a16="http://schemas.microsoft.com/office/drawing/2014/main" id="{ACD5EA92-49A7-4AF8-815F-DED220B1B5C8}"/>
              </a:ext>
            </a:extLst>
          </p:cNvPr>
          <p:cNvSpPr txBox="1"/>
          <p:nvPr/>
        </p:nvSpPr>
        <p:spPr>
          <a:xfrm>
            <a:off x="4133436" y="4669804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FA8077-D4AD-49CF-B096-70F4A1F002FA}"/>
              </a:ext>
            </a:extLst>
          </p:cNvPr>
          <p:cNvSpPr txBox="1"/>
          <p:nvPr/>
        </p:nvSpPr>
        <p:spPr>
          <a:xfrm>
            <a:off x="2001078" y="0"/>
            <a:ext cx="755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 DELANEY" panose="02000000000000000000" pitchFamily="2" charset="0"/>
              </a:rPr>
              <a:t>¿Cuántos bolos derribó en total?</a:t>
            </a:r>
          </a:p>
        </p:txBody>
      </p:sp>
      <p:pic>
        <p:nvPicPr>
          <p:cNvPr id="2050" name="Picture 2" descr="Resultado de imagen para pinos de boliche animados">
            <a:extLst>
              <a:ext uri="{FF2B5EF4-FFF2-40B4-BE49-F238E27FC236}">
                <a16:creationId xmlns:a16="http://schemas.microsoft.com/office/drawing/2014/main" id="{22733969-D9F5-4AF2-92B6-366523B9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6200000">
            <a:off x="-1370" y="1953166"/>
            <a:ext cx="2382849" cy="238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pinos de boliche animados">
            <a:extLst>
              <a:ext uri="{FF2B5EF4-FFF2-40B4-BE49-F238E27FC236}">
                <a16:creationId xmlns:a16="http://schemas.microsoft.com/office/drawing/2014/main" id="{C5FE0797-6E88-4688-81A3-1003B71AA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4622077" y="645180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bola de boliche animada">
            <a:extLst>
              <a:ext uri="{FF2B5EF4-FFF2-40B4-BE49-F238E27FC236}">
                <a16:creationId xmlns:a16="http://schemas.microsoft.com/office/drawing/2014/main" id="{926CE964-39A0-429B-AED5-DE9E0594D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65231" y="5347924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Resultado de imagen para bola de boliche animada">
            <a:extLst>
              <a:ext uri="{FF2B5EF4-FFF2-40B4-BE49-F238E27FC236}">
                <a16:creationId xmlns:a16="http://schemas.microsoft.com/office/drawing/2014/main" id="{606890CF-5CD7-475A-B55A-3556F63E3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94580" y="5272719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esultado de imagen para pinos de boliche animados">
            <a:extLst>
              <a:ext uri="{FF2B5EF4-FFF2-40B4-BE49-F238E27FC236}">
                <a16:creationId xmlns:a16="http://schemas.microsoft.com/office/drawing/2014/main" id="{C6048CE2-FD7E-431B-80C4-9505B2C0E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4588904" y="2762481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Resultado de imagen para pinos de boliche animados">
            <a:extLst>
              <a:ext uri="{FF2B5EF4-FFF2-40B4-BE49-F238E27FC236}">
                <a16:creationId xmlns:a16="http://schemas.microsoft.com/office/drawing/2014/main" id="{55F097AC-2391-4A59-B1A3-6F9A0F171C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7203172" y="1248097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Resultado de imagen para pinos de boliche animados">
            <a:extLst>
              <a:ext uri="{FF2B5EF4-FFF2-40B4-BE49-F238E27FC236}">
                <a16:creationId xmlns:a16="http://schemas.microsoft.com/office/drawing/2014/main" id="{C87280AB-D470-40C9-8F75-27A8F4F95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6722930" y="3676936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Resultado de imagen para pinos de boliche animados">
            <a:extLst>
              <a:ext uri="{FF2B5EF4-FFF2-40B4-BE49-F238E27FC236}">
                <a16:creationId xmlns:a16="http://schemas.microsoft.com/office/drawing/2014/main" id="{AB980C63-7BD4-4DF5-9457-5BB8AB91BA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2307779" y="2309135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Resultado de imagen para pinos de boliche animados">
            <a:extLst>
              <a:ext uri="{FF2B5EF4-FFF2-40B4-BE49-F238E27FC236}">
                <a16:creationId xmlns:a16="http://schemas.microsoft.com/office/drawing/2014/main" id="{6D87A22A-5340-4CFE-AE29-6BD5400658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9639527" y="2841106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hlinkClick r:id="rId5" action="ppaction://hlinksldjump"/>
            <a:extLst>
              <a:ext uri="{FF2B5EF4-FFF2-40B4-BE49-F238E27FC236}">
                <a16:creationId xmlns:a16="http://schemas.microsoft.com/office/drawing/2014/main" id="{DC8C2671-D8D7-4DBC-81D7-A1EEEEC64D74}"/>
              </a:ext>
            </a:extLst>
          </p:cNvPr>
          <p:cNvSpPr txBox="1"/>
          <p:nvPr/>
        </p:nvSpPr>
        <p:spPr>
          <a:xfrm>
            <a:off x="6995550" y="5162637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7030A0"/>
                </a:solidFill>
              </a:rPr>
              <a:t>9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BCB6B9D-178D-4FFE-AE57-6958A6A873D0}"/>
              </a:ext>
            </a:extLst>
          </p:cNvPr>
          <p:cNvSpPr/>
          <p:nvPr/>
        </p:nvSpPr>
        <p:spPr>
          <a:xfrm>
            <a:off x="8459860" y="5483253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10BCE8-EFF8-40D5-BF1C-A4307FFA813D}"/>
              </a:ext>
            </a:extLst>
          </p:cNvPr>
          <p:cNvSpPr txBox="1"/>
          <p:nvPr/>
        </p:nvSpPr>
        <p:spPr>
          <a:xfrm>
            <a:off x="8482957" y="5973187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</p:spTree>
    <p:extLst>
      <p:ext uri="{BB962C8B-B14F-4D97-AF65-F5344CB8AC3E}">
        <p14:creationId xmlns:p14="http://schemas.microsoft.com/office/powerpoint/2010/main" val="77904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aton gif">
            <a:extLst>
              <a:ext uri="{FF2B5EF4-FFF2-40B4-BE49-F238E27FC236}">
                <a16:creationId xmlns:a16="http://schemas.microsoft.com/office/drawing/2014/main" id="{848DDBC2-ED70-4F08-A742-BA7065C1883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070" y="855244"/>
            <a:ext cx="8997827" cy="60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6C6156-8965-4F39-BF58-87100D6263F2}"/>
              </a:ext>
            </a:extLst>
          </p:cNvPr>
          <p:cNvSpPr txBox="1"/>
          <p:nvPr/>
        </p:nvSpPr>
        <p:spPr>
          <a:xfrm>
            <a:off x="1603716" y="-253219"/>
            <a:ext cx="82014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800" dirty="0">
                <a:solidFill>
                  <a:srgbClr val="FF0000"/>
                </a:solidFill>
                <a:latin typeface="AR DELANEY" panose="02000000000000000000" pitchFamily="2" charset="0"/>
              </a:rPr>
              <a:t>¡ MUY BIEN !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E23663A-A473-4A1C-9DDD-A12D06966CD1}"/>
              </a:ext>
            </a:extLst>
          </p:cNvPr>
          <p:cNvSpPr/>
          <p:nvPr/>
        </p:nvSpPr>
        <p:spPr>
          <a:xfrm>
            <a:off x="0" y="5601132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9DB9CF-EA92-4C9D-AE1F-9D75EBFF2479}"/>
              </a:ext>
            </a:extLst>
          </p:cNvPr>
          <p:cNvSpPr txBox="1"/>
          <p:nvPr/>
        </p:nvSpPr>
        <p:spPr>
          <a:xfrm>
            <a:off x="36240" y="6106546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8" name="Picture 4" descr="Resultado de imagen para bola de boliche animad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610137-9530-4127-8897-B8B9F7F29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2278360" y="5289582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40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5" name="applause.wav"/>
          </p:stSnd>
        </p:sndAc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juego de boliche gif">
            <a:extLst>
              <a:ext uri="{FF2B5EF4-FFF2-40B4-BE49-F238E27FC236}">
                <a16:creationId xmlns:a16="http://schemas.microsoft.com/office/drawing/2014/main" id="{31E4E595-16D9-4E09-82F1-A2DBF0DD993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2" y="0"/>
            <a:ext cx="119346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8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>
        <p:sndAc>
          <p:stSnd>
            <p:snd r:embed="rId2" name="chimes.wav"/>
          </p:stSnd>
        </p:sndAc>
      </p:transition>
    </mc:Choice>
    <mc:Fallback xmlns="">
      <p:transition spd="slow" advTm="4000">
        <p:sndAc>
          <p:stSnd>
            <p:snd r:embed="rId4" name="chimes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esultado de imagen para pinos de boliche animados">
            <a:extLst>
              <a:ext uri="{FF2B5EF4-FFF2-40B4-BE49-F238E27FC236}">
                <a16:creationId xmlns:a16="http://schemas.microsoft.com/office/drawing/2014/main" id="{7CDD1359-5A2B-40FA-B67B-36BB5CEBB4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7162386">
            <a:off x="2636767" y="618975"/>
            <a:ext cx="2476715" cy="2473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hlinkClick r:id="rId4" action="ppaction://hlinksldjump"/>
            <a:extLst>
              <a:ext uri="{FF2B5EF4-FFF2-40B4-BE49-F238E27FC236}">
                <a16:creationId xmlns:a16="http://schemas.microsoft.com/office/drawing/2014/main" id="{CEBA63BC-9DA1-4D75-9065-16F92373A0DF}"/>
              </a:ext>
            </a:extLst>
          </p:cNvPr>
          <p:cNvSpPr txBox="1"/>
          <p:nvPr/>
        </p:nvSpPr>
        <p:spPr>
          <a:xfrm>
            <a:off x="1366612" y="5049079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chemeClr val="accent5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9" name="CuadroTexto 8">
            <a:hlinkClick r:id="rId4" action="ppaction://hlinksldjump"/>
            <a:extLst>
              <a:ext uri="{FF2B5EF4-FFF2-40B4-BE49-F238E27FC236}">
                <a16:creationId xmlns:a16="http://schemas.microsoft.com/office/drawing/2014/main" id="{ACD5EA92-49A7-4AF8-815F-DED220B1B5C8}"/>
              </a:ext>
            </a:extLst>
          </p:cNvPr>
          <p:cNvSpPr txBox="1"/>
          <p:nvPr/>
        </p:nvSpPr>
        <p:spPr>
          <a:xfrm>
            <a:off x="4134895" y="4444155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10" name="CuadroTexto 9">
            <a:hlinkClick r:id="rId5" action="ppaction://hlinksldjump"/>
            <a:extLst>
              <a:ext uri="{FF2B5EF4-FFF2-40B4-BE49-F238E27FC236}">
                <a16:creationId xmlns:a16="http://schemas.microsoft.com/office/drawing/2014/main" id="{DC8C2671-D8D7-4DBC-81D7-A1EEEEC64D74}"/>
              </a:ext>
            </a:extLst>
          </p:cNvPr>
          <p:cNvSpPr txBox="1"/>
          <p:nvPr/>
        </p:nvSpPr>
        <p:spPr>
          <a:xfrm>
            <a:off x="6995550" y="5162637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FA8077-D4AD-49CF-B096-70F4A1F002FA}"/>
              </a:ext>
            </a:extLst>
          </p:cNvPr>
          <p:cNvSpPr txBox="1"/>
          <p:nvPr/>
        </p:nvSpPr>
        <p:spPr>
          <a:xfrm>
            <a:off x="2001078" y="0"/>
            <a:ext cx="755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 DELANEY" panose="02000000000000000000" pitchFamily="2" charset="0"/>
              </a:rPr>
              <a:t>¿Cuántos bolos derribó en total?</a:t>
            </a:r>
          </a:p>
        </p:txBody>
      </p:sp>
      <p:pic>
        <p:nvPicPr>
          <p:cNvPr id="2050" name="Picture 2" descr="Resultado de imagen para pinos de boliche animados">
            <a:extLst>
              <a:ext uri="{FF2B5EF4-FFF2-40B4-BE49-F238E27FC236}">
                <a16:creationId xmlns:a16="http://schemas.microsoft.com/office/drawing/2014/main" id="{22733969-D9F5-4AF2-92B6-366523B9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6200000">
            <a:off x="-1370" y="554944"/>
            <a:ext cx="2382849" cy="238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pinos de boliche animados">
            <a:extLst>
              <a:ext uri="{FF2B5EF4-FFF2-40B4-BE49-F238E27FC236}">
                <a16:creationId xmlns:a16="http://schemas.microsoft.com/office/drawing/2014/main" id="{C5FE0797-6E88-4688-81A3-1003B71AA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8759016" y="2672474"/>
            <a:ext cx="2290172" cy="228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pinos de boliche animados">
            <a:extLst>
              <a:ext uri="{FF2B5EF4-FFF2-40B4-BE49-F238E27FC236}">
                <a16:creationId xmlns:a16="http://schemas.microsoft.com/office/drawing/2014/main" id="{A66932C8-FFC9-4B62-9832-85541FDAD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4493221">
            <a:off x="8385320" y="428587"/>
            <a:ext cx="2335043" cy="233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bola de boliche animada">
            <a:extLst>
              <a:ext uri="{FF2B5EF4-FFF2-40B4-BE49-F238E27FC236}">
                <a16:creationId xmlns:a16="http://schemas.microsoft.com/office/drawing/2014/main" id="{926CE964-39A0-429B-AED5-DE9E0594D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65231" y="5347924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BCB6B9D-178D-4FFE-AE57-6958A6A873D0}"/>
              </a:ext>
            </a:extLst>
          </p:cNvPr>
          <p:cNvSpPr/>
          <p:nvPr/>
        </p:nvSpPr>
        <p:spPr>
          <a:xfrm>
            <a:off x="8416220" y="5584269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10BCE8-EFF8-40D5-BF1C-A4307FFA813D}"/>
              </a:ext>
            </a:extLst>
          </p:cNvPr>
          <p:cNvSpPr txBox="1"/>
          <p:nvPr/>
        </p:nvSpPr>
        <p:spPr>
          <a:xfrm>
            <a:off x="8452460" y="6089683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15" name="Picture 4" descr="Resultado de imagen para bola de boliche animada">
            <a:extLst>
              <a:ext uri="{FF2B5EF4-FFF2-40B4-BE49-F238E27FC236}">
                <a16:creationId xmlns:a16="http://schemas.microsoft.com/office/drawing/2014/main" id="{606890CF-5CD7-475A-B55A-3556F63E3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94580" y="5272719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Resultado de imagen para pinos de boliche animados">
            <a:extLst>
              <a:ext uri="{FF2B5EF4-FFF2-40B4-BE49-F238E27FC236}">
                <a16:creationId xmlns:a16="http://schemas.microsoft.com/office/drawing/2014/main" id="{6C6FDB39-B1EC-4A58-A1A0-E4D68FEAEE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7162386">
            <a:off x="5127900" y="2899742"/>
            <a:ext cx="2476715" cy="2473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Resultado de imagen para pinos de boliche animados">
            <a:extLst>
              <a:ext uri="{FF2B5EF4-FFF2-40B4-BE49-F238E27FC236}">
                <a16:creationId xmlns:a16="http://schemas.microsoft.com/office/drawing/2014/main" id="{11AD9A75-0007-4B86-8413-F225D631D3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7162386">
            <a:off x="842936" y="2720474"/>
            <a:ext cx="2476715" cy="2473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esultado de imagen para pinos de boliche animados">
            <a:extLst>
              <a:ext uri="{FF2B5EF4-FFF2-40B4-BE49-F238E27FC236}">
                <a16:creationId xmlns:a16="http://schemas.microsoft.com/office/drawing/2014/main" id="{0576A4C3-EC6B-40E7-9F12-DF18F8E42D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1565317">
            <a:off x="5607894" y="671072"/>
            <a:ext cx="2476715" cy="2473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9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aton gif">
            <a:extLst>
              <a:ext uri="{FF2B5EF4-FFF2-40B4-BE49-F238E27FC236}">
                <a16:creationId xmlns:a16="http://schemas.microsoft.com/office/drawing/2014/main" id="{848DDBC2-ED70-4F08-A742-BA7065C1883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070" y="855244"/>
            <a:ext cx="8997827" cy="60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6C6156-8965-4F39-BF58-87100D6263F2}"/>
              </a:ext>
            </a:extLst>
          </p:cNvPr>
          <p:cNvSpPr txBox="1"/>
          <p:nvPr/>
        </p:nvSpPr>
        <p:spPr>
          <a:xfrm>
            <a:off x="1603716" y="-253219"/>
            <a:ext cx="82014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800" dirty="0">
                <a:solidFill>
                  <a:srgbClr val="FF0000"/>
                </a:solidFill>
                <a:latin typeface="AR DELANEY" panose="02000000000000000000" pitchFamily="2" charset="0"/>
              </a:rPr>
              <a:t>¡ MUY BIEN !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E23663A-A473-4A1C-9DDD-A12D06966CD1}"/>
              </a:ext>
            </a:extLst>
          </p:cNvPr>
          <p:cNvSpPr/>
          <p:nvPr/>
        </p:nvSpPr>
        <p:spPr>
          <a:xfrm>
            <a:off x="0" y="5601132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9DB9CF-EA92-4C9D-AE1F-9D75EBFF2479}"/>
              </a:ext>
            </a:extLst>
          </p:cNvPr>
          <p:cNvSpPr txBox="1"/>
          <p:nvPr/>
        </p:nvSpPr>
        <p:spPr>
          <a:xfrm>
            <a:off x="36240" y="6106546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8" name="Picture 4" descr="Resultado de imagen para bola de boliche animad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610137-9530-4127-8897-B8B9F7F29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2278360" y="5289582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94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5" name="applause.wav"/>
          </p:stSnd>
        </p:sndAc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juego de boliche gif">
            <a:extLst>
              <a:ext uri="{FF2B5EF4-FFF2-40B4-BE49-F238E27FC236}">
                <a16:creationId xmlns:a16="http://schemas.microsoft.com/office/drawing/2014/main" id="{31E4E595-16D9-4E09-82F1-A2DBF0DD993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2" y="0"/>
            <a:ext cx="119346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32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>
        <p:sndAc>
          <p:stSnd>
            <p:snd r:embed="rId2" name="chimes.wav"/>
          </p:stSnd>
        </p:sndAc>
      </p:transition>
    </mc:Choice>
    <mc:Fallback xmlns="">
      <p:transition spd="slow" advTm="4000">
        <p:sndAc>
          <p:stSnd>
            <p:snd r:embed="rId4" name="chimes.wav"/>
          </p:stSnd>
        </p:sndAc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Resultado de imagen para pinos de boliche animados">
            <a:extLst>
              <a:ext uri="{FF2B5EF4-FFF2-40B4-BE49-F238E27FC236}">
                <a16:creationId xmlns:a16="http://schemas.microsoft.com/office/drawing/2014/main" id="{7CDD1359-5A2B-40FA-B67B-36BB5CEBB4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7162386">
            <a:off x="2095268" y="580991"/>
            <a:ext cx="1834131" cy="1832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hlinkClick r:id="rId4" action="ppaction://hlinksldjump"/>
            <a:extLst>
              <a:ext uri="{FF2B5EF4-FFF2-40B4-BE49-F238E27FC236}">
                <a16:creationId xmlns:a16="http://schemas.microsoft.com/office/drawing/2014/main" id="{CEBA63BC-9DA1-4D75-9065-16F92373A0DF}"/>
              </a:ext>
            </a:extLst>
          </p:cNvPr>
          <p:cNvSpPr txBox="1"/>
          <p:nvPr/>
        </p:nvSpPr>
        <p:spPr>
          <a:xfrm>
            <a:off x="1366612" y="5049079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chemeClr val="accent5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9" name="CuadroTexto 8">
            <a:hlinkClick r:id="rId5" action="ppaction://hlinksldjump"/>
            <a:extLst>
              <a:ext uri="{FF2B5EF4-FFF2-40B4-BE49-F238E27FC236}">
                <a16:creationId xmlns:a16="http://schemas.microsoft.com/office/drawing/2014/main" id="{ACD5EA92-49A7-4AF8-815F-DED220B1B5C8}"/>
              </a:ext>
            </a:extLst>
          </p:cNvPr>
          <p:cNvSpPr txBox="1"/>
          <p:nvPr/>
        </p:nvSpPr>
        <p:spPr>
          <a:xfrm>
            <a:off x="3856694" y="4744502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92D050"/>
                </a:solidFill>
              </a:rPr>
              <a:t>10</a:t>
            </a:r>
          </a:p>
        </p:txBody>
      </p:sp>
      <p:pic>
        <p:nvPicPr>
          <p:cNvPr id="2050" name="Picture 2" descr="Resultado de imagen para pinos de boliche animados">
            <a:extLst>
              <a:ext uri="{FF2B5EF4-FFF2-40B4-BE49-F238E27FC236}">
                <a16:creationId xmlns:a16="http://schemas.microsoft.com/office/drawing/2014/main" id="{22733969-D9F5-4AF2-92B6-366523B9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16200000">
            <a:off x="-1370" y="1953166"/>
            <a:ext cx="2382849" cy="238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pinos de boliche animados">
            <a:extLst>
              <a:ext uri="{FF2B5EF4-FFF2-40B4-BE49-F238E27FC236}">
                <a16:creationId xmlns:a16="http://schemas.microsoft.com/office/drawing/2014/main" id="{C5FE0797-6E88-4688-81A3-1003B71AA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4115334" y="373387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pinos de boliche animados">
            <a:extLst>
              <a:ext uri="{FF2B5EF4-FFF2-40B4-BE49-F238E27FC236}">
                <a16:creationId xmlns:a16="http://schemas.microsoft.com/office/drawing/2014/main" id="{A66932C8-FFC9-4B62-9832-85541FDAD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4493221">
            <a:off x="9915581" y="627546"/>
            <a:ext cx="2108101" cy="210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bola de boliche animada">
            <a:extLst>
              <a:ext uri="{FF2B5EF4-FFF2-40B4-BE49-F238E27FC236}">
                <a16:creationId xmlns:a16="http://schemas.microsoft.com/office/drawing/2014/main" id="{926CE964-39A0-429B-AED5-DE9E0594D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65231" y="5347924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Resultado de imagen para bola de boliche animada">
            <a:hlinkClick r:id="" action="ppaction://hlinkshowjump?jump=endshow"/>
            <a:extLst>
              <a:ext uri="{FF2B5EF4-FFF2-40B4-BE49-F238E27FC236}">
                <a16:creationId xmlns:a16="http://schemas.microsoft.com/office/drawing/2014/main" id="{606890CF-5CD7-475A-B55A-3556F63E3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10694580" y="5272719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esultado de imagen para pinos de boliche animados">
            <a:extLst>
              <a:ext uri="{FF2B5EF4-FFF2-40B4-BE49-F238E27FC236}">
                <a16:creationId xmlns:a16="http://schemas.microsoft.com/office/drawing/2014/main" id="{C6048CE2-FD7E-431B-80C4-9505B2C0E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4528899" y="2806653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Resultado de imagen para pinos de boliche animados">
            <a:extLst>
              <a:ext uri="{FF2B5EF4-FFF2-40B4-BE49-F238E27FC236}">
                <a16:creationId xmlns:a16="http://schemas.microsoft.com/office/drawing/2014/main" id="{C87280AB-D470-40C9-8F75-27A8F4F95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6722930" y="3676936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Resultado de imagen para pinos de boliche animados">
            <a:extLst>
              <a:ext uri="{FF2B5EF4-FFF2-40B4-BE49-F238E27FC236}">
                <a16:creationId xmlns:a16="http://schemas.microsoft.com/office/drawing/2014/main" id="{AB980C63-7BD4-4DF5-9457-5BB8AB91BA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2307779" y="2309135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Resultado de imagen para pinos de boliche animados">
            <a:extLst>
              <a:ext uri="{FF2B5EF4-FFF2-40B4-BE49-F238E27FC236}">
                <a16:creationId xmlns:a16="http://schemas.microsoft.com/office/drawing/2014/main" id="{6D87A22A-5340-4CFE-AE29-6BD5400658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9639527" y="2841106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hlinkClick r:id="rId4" action="ppaction://hlinksldjump"/>
            <a:extLst>
              <a:ext uri="{FF2B5EF4-FFF2-40B4-BE49-F238E27FC236}">
                <a16:creationId xmlns:a16="http://schemas.microsoft.com/office/drawing/2014/main" id="{DC8C2671-D8D7-4DBC-81D7-A1EEEEC64D74}"/>
              </a:ext>
            </a:extLst>
          </p:cNvPr>
          <p:cNvSpPr txBox="1"/>
          <p:nvPr/>
        </p:nvSpPr>
        <p:spPr>
          <a:xfrm>
            <a:off x="6995550" y="5162637"/>
            <a:ext cx="2014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0" b="1" dirty="0">
                <a:solidFill>
                  <a:srgbClr val="7030A0"/>
                </a:solidFill>
              </a:rPr>
              <a:t>9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BCB6B9D-178D-4FFE-AE57-6958A6A873D0}"/>
              </a:ext>
            </a:extLst>
          </p:cNvPr>
          <p:cNvSpPr/>
          <p:nvPr/>
        </p:nvSpPr>
        <p:spPr>
          <a:xfrm>
            <a:off x="8459860" y="5483253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10BCE8-EFF8-40D5-BF1C-A4307FFA813D}"/>
              </a:ext>
            </a:extLst>
          </p:cNvPr>
          <p:cNvSpPr txBox="1"/>
          <p:nvPr/>
        </p:nvSpPr>
        <p:spPr>
          <a:xfrm>
            <a:off x="8482957" y="5973187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16" name="Picture 2" descr="Resultado de imagen para pinos de boliche animados">
            <a:extLst>
              <a:ext uri="{FF2B5EF4-FFF2-40B4-BE49-F238E27FC236}">
                <a16:creationId xmlns:a16="http://schemas.microsoft.com/office/drawing/2014/main" id="{55F097AC-2391-4A59-B1A3-6F9A0F171C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6099471">
            <a:off x="6722930" y="1758589"/>
            <a:ext cx="2302912" cy="23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Resultado de imagen para pinos de boliche animados">
            <a:extLst>
              <a:ext uri="{FF2B5EF4-FFF2-40B4-BE49-F238E27FC236}">
                <a16:creationId xmlns:a16="http://schemas.microsoft.com/office/drawing/2014/main" id="{12786191-C840-4683-BDD9-52BA3E9498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3"/>
          <a:stretch/>
        </p:blipFill>
        <p:spPr bwMode="auto">
          <a:xfrm rot="4493221">
            <a:off x="7941051" y="48869"/>
            <a:ext cx="2108101" cy="210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6FA8077-D4AD-49CF-B096-70F4A1F002FA}"/>
              </a:ext>
            </a:extLst>
          </p:cNvPr>
          <p:cNvSpPr txBox="1"/>
          <p:nvPr/>
        </p:nvSpPr>
        <p:spPr>
          <a:xfrm>
            <a:off x="2001078" y="0"/>
            <a:ext cx="755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 DELANEY" panose="02000000000000000000" pitchFamily="2" charset="0"/>
              </a:rPr>
              <a:t>¿Cuántos bolos derribó en total?</a:t>
            </a:r>
          </a:p>
        </p:txBody>
      </p:sp>
    </p:spTree>
    <p:extLst>
      <p:ext uri="{BB962C8B-B14F-4D97-AF65-F5344CB8AC3E}">
        <p14:creationId xmlns:p14="http://schemas.microsoft.com/office/powerpoint/2010/main" val="167304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aton gif">
            <a:extLst>
              <a:ext uri="{FF2B5EF4-FFF2-40B4-BE49-F238E27FC236}">
                <a16:creationId xmlns:a16="http://schemas.microsoft.com/office/drawing/2014/main" id="{848DDBC2-ED70-4F08-A742-BA7065C1883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070" y="855244"/>
            <a:ext cx="8997827" cy="60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6C6156-8965-4F39-BF58-87100D6263F2}"/>
              </a:ext>
            </a:extLst>
          </p:cNvPr>
          <p:cNvSpPr txBox="1"/>
          <p:nvPr/>
        </p:nvSpPr>
        <p:spPr>
          <a:xfrm>
            <a:off x="1603716" y="-253219"/>
            <a:ext cx="82014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800" dirty="0">
                <a:solidFill>
                  <a:srgbClr val="FF0000"/>
                </a:solidFill>
                <a:latin typeface="AR DELANEY" panose="02000000000000000000" pitchFamily="2" charset="0"/>
              </a:rPr>
              <a:t>¡ MUY BIEN !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E23663A-A473-4A1C-9DDD-A12D06966CD1}"/>
              </a:ext>
            </a:extLst>
          </p:cNvPr>
          <p:cNvSpPr/>
          <p:nvPr/>
        </p:nvSpPr>
        <p:spPr>
          <a:xfrm>
            <a:off x="0" y="5601132"/>
            <a:ext cx="2279374" cy="1256868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9DB9CF-EA92-4C9D-AE1F-9D75EBFF2479}"/>
              </a:ext>
            </a:extLst>
          </p:cNvPr>
          <p:cNvSpPr txBox="1"/>
          <p:nvPr/>
        </p:nvSpPr>
        <p:spPr>
          <a:xfrm>
            <a:off x="36240" y="6106546"/>
            <a:ext cx="2014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 CENA" panose="02000000000000000000" pitchFamily="2" charset="0"/>
              </a:rPr>
              <a:t>Toca la bola para jugar de nuevo</a:t>
            </a:r>
          </a:p>
        </p:txBody>
      </p:sp>
      <p:pic>
        <p:nvPicPr>
          <p:cNvPr id="8" name="Picture 4" descr="Resultado de imagen para bola de boliche animada">
            <a:hlinkClick r:id="" action="ppaction://hlinkshowjump?jump=endshow"/>
            <a:extLst>
              <a:ext uri="{FF2B5EF4-FFF2-40B4-BE49-F238E27FC236}">
                <a16:creationId xmlns:a16="http://schemas.microsoft.com/office/drawing/2014/main" id="{AC610137-9530-4127-8897-B8B9F7F29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"/>
          <a:stretch/>
        </p:blipFill>
        <p:spPr bwMode="auto">
          <a:xfrm>
            <a:off x="2278360" y="5289582"/>
            <a:ext cx="1573282" cy="15684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61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5" name="applause.wav"/>
          </p:stSnd>
        </p:sndAc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raton gif">
            <a:extLst>
              <a:ext uri="{FF2B5EF4-FFF2-40B4-BE49-F238E27FC236}">
                <a16:creationId xmlns:a16="http://schemas.microsoft.com/office/drawing/2014/main" id="{7EFCF40C-0BE2-43B9-A4E1-AA52665EE77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578" y="-17835"/>
            <a:ext cx="8384345" cy="6963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F0110C3-D6BC-44EA-BEE5-AC5068BF6C96}"/>
              </a:ext>
            </a:extLst>
          </p:cNvPr>
          <p:cNvSpPr txBox="1"/>
          <p:nvPr/>
        </p:nvSpPr>
        <p:spPr>
          <a:xfrm>
            <a:off x="844062" y="182880"/>
            <a:ext cx="101990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dirty="0">
                <a:solidFill>
                  <a:srgbClr val="FFC000"/>
                </a:solidFill>
                <a:latin typeface="AR DARLING" panose="02000000000000000000" pitchFamily="2" charset="0"/>
              </a:rPr>
              <a:t>¡ VUELVE A INTENTARLO !</a:t>
            </a:r>
          </a:p>
        </p:txBody>
      </p:sp>
      <p:sp>
        <p:nvSpPr>
          <p:cNvPr id="5" name="Flecha: curvada hacia la izquierda 4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6B952665-0697-45FE-A9EB-D7B12F99947C}"/>
              </a:ext>
            </a:extLst>
          </p:cNvPr>
          <p:cNvSpPr/>
          <p:nvPr/>
        </p:nvSpPr>
        <p:spPr>
          <a:xfrm>
            <a:off x="492368" y="2869809"/>
            <a:ext cx="2166424" cy="1927274"/>
          </a:xfrm>
          <a:prstGeom prst="curved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6" name="CuadroTexto 5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34515F7E-22FB-4021-AC4A-B11125241B7E}"/>
              </a:ext>
            </a:extLst>
          </p:cNvPr>
          <p:cNvSpPr txBox="1"/>
          <p:nvPr/>
        </p:nvSpPr>
        <p:spPr>
          <a:xfrm>
            <a:off x="942534" y="4065563"/>
            <a:ext cx="12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REGRESAR</a:t>
            </a:r>
          </a:p>
        </p:txBody>
      </p:sp>
      <p:sp>
        <p:nvSpPr>
          <p:cNvPr id="9" name="CuadroTexto 8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5EA59707-3081-40A7-9D59-C1A6391FE5F0}"/>
              </a:ext>
            </a:extLst>
          </p:cNvPr>
          <p:cNvSpPr txBox="1"/>
          <p:nvPr/>
        </p:nvSpPr>
        <p:spPr>
          <a:xfrm>
            <a:off x="942532" y="4065563"/>
            <a:ext cx="12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REGRESAR</a:t>
            </a:r>
          </a:p>
        </p:txBody>
      </p:sp>
      <p:sp>
        <p:nvSpPr>
          <p:cNvPr id="8" name="Flecha: curvada hacia la izquierda 7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29D4B894-5558-4188-BF43-E40072DFA814}"/>
              </a:ext>
            </a:extLst>
          </p:cNvPr>
          <p:cNvSpPr/>
          <p:nvPr/>
        </p:nvSpPr>
        <p:spPr>
          <a:xfrm>
            <a:off x="492366" y="2869809"/>
            <a:ext cx="2166424" cy="1927274"/>
          </a:xfrm>
          <a:prstGeom prst="curved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0" name="Flecha: curvada hacia la izquierda 9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6BAD88C6-4651-48B2-B355-4F38AFF72DE9}"/>
              </a:ext>
            </a:extLst>
          </p:cNvPr>
          <p:cNvSpPr/>
          <p:nvPr/>
        </p:nvSpPr>
        <p:spPr>
          <a:xfrm>
            <a:off x="9788766" y="2869809"/>
            <a:ext cx="2166424" cy="1927274"/>
          </a:xfrm>
          <a:prstGeom prst="curved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2" name="CuadroTexto 11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0CC110E2-91A4-470F-B5D2-EA86FA6D2374}"/>
              </a:ext>
            </a:extLst>
          </p:cNvPr>
          <p:cNvSpPr txBox="1"/>
          <p:nvPr/>
        </p:nvSpPr>
        <p:spPr>
          <a:xfrm>
            <a:off x="851094" y="4075096"/>
            <a:ext cx="12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REGRESAR</a:t>
            </a:r>
          </a:p>
        </p:txBody>
      </p:sp>
      <p:sp>
        <p:nvSpPr>
          <p:cNvPr id="13" name="CuadroTexto 12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D8032D36-8E31-43CC-AB29-5F1704E7B5D2}"/>
              </a:ext>
            </a:extLst>
          </p:cNvPr>
          <p:cNvSpPr txBox="1"/>
          <p:nvPr/>
        </p:nvSpPr>
        <p:spPr>
          <a:xfrm>
            <a:off x="10058393" y="4075096"/>
            <a:ext cx="12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REGRESAR</a:t>
            </a:r>
          </a:p>
        </p:txBody>
      </p:sp>
    </p:spTree>
    <p:extLst>
      <p:ext uri="{BB962C8B-B14F-4D97-AF65-F5344CB8AC3E}">
        <p14:creationId xmlns:p14="http://schemas.microsoft.com/office/powerpoint/2010/main" val="77610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explode.wav"/>
          </p:stSnd>
        </p:sndAc>
      </p:transition>
    </mc:Choice>
    <mc:Fallback xmlns="">
      <p:transition spd="slow">
        <p:sndAc>
          <p:stSnd>
            <p:snd r:embed="rId4" name="explod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297</Words>
  <Application>Microsoft Office PowerPoint</Application>
  <PresentationFormat>Panorámica</PresentationFormat>
  <Paragraphs>76</Paragraphs>
  <Slides>31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8" baseType="lpstr">
      <vt:lpstr>AR CENA</vt:lpstr>
      <vt:lpstr>AR DARLING</vt:lpstr>
      <vt:lpstr>AR DELANEY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POLO ALEMAN</dc:creator>
  <cp:lastModifiedBy>POLO ALEMAN</cp:lastModifiedBy>
  <cp:revision>6</cp:revision>
  <dcterms:created xsi:type="dcterms:W3CDTF">2017-07-31T04:29:41Z</dcterms:created>
  <dcterms:modified xsi:type="dcterms:W3CDTF">2017-08-03T21:56:13Z</dcterms:modified>
</cp:coreProperties>
</file>