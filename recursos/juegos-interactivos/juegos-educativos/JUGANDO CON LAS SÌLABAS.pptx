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53A3D-157A-4609-9DBE-4D44ECA77FD6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8DFC8-FB8E-48A4-8BA0-28CA3EB226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061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C8DFC8-FB8E-48A4-8BA0-28CA3EB2269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3280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0092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578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431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031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967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391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10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5894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62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6384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5964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FCAE4-259E-4927-8AB0-A82F9F83A914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4CED4-7278-4C4E-BE4B-9A7877B2440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454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0.jpeg"/><Relationship Id="rId7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0.jpeg"/><Relationship Id="rId7" Type="http://schemas.openxmlformats.org/officeDocument/2006/relationships/image" Target="../media/image4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jpeg"/><Relationship Id="rId4" Type="http://schemas.openxmlformats.org/officeDocument/2006/relationships/image" Target="../media/image43.jpeg"/><Relationship Id="rId9" Type="http://schemas.openxmlformats.org/officeDocument/2006/relationships/image" Target="../media/image4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FONDOS INFANTI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366" y="0"/>
            <a:ext cx="9144000" cy="6858000"/>
          </a:xfrm>
          <a:prstGeom prst="rect">
            <a:avLst/>
          </a:prstGeom>
          <a:ln w="228600" cap="sq" cmpd="thickThin">
            <a:solidFill>
              <a:srgbClr val="7030A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30373" y="3645024"/>
            <a:ext cx="85098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Jugando con las sílabas 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195736" y="90872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-126971" y="17621"/>
            <a:ext cx="676672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 smtClean="0">
                <a:ln w="1905"/>
                <a:solidFill>
                  <a:schemeClr val="tx1">
                    <a:lumMod val="85000"/>
                    <a:lumOff val="1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Ámbito: </a:t>
            </a:r>
            <a:r>
              <a:rPr lang="es-ES" sz="4000" b="1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Comunicación Integral</a:t>
            </a:r>
          </a:p>
          <a:p>
            <a:r>
              <a:rPr lang="es-ES" sz="4000" b="1" cap="none" spc="0" dirty="0" smtClean="0">
                <a:ln w="1905"/>
                <a:solidFill>
                  <a:schemeClr val="tx1">
                    <a:lumMod val="85000"/>
                    <a:lumOff val="1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Núcleo: </a:t>
            </a:r>
            <a:r>
              <a:rPr lang="es-ES" sz="40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Lenguaje verbal</a:t>
            </a:r>
            <a:endParaRPr lang="es-ES" sz="40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5845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6" y="0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837803"/>
            <a:ext cx="2865124" cy="3212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Llamada ovalada"/>
          <p:cNvSpPr/>
          <p:nvPr/>
        </p:nvSpPr>
        <p:spPr>
          <a:xfrm>
            <a:off x="827584" y="1428087"/>
            <a:ext cx="5112568" cy="2016224"/>
          </a:xfrm>
          <a:prstGeom prst="wedgeEllipseCallout">
            <a:avLst>
              <a:gd name="adj1" fmla="val 59650"/>
              <a:gd name="adj2" fmla="val 31349"/>
            </a:avLst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Descubrir en contextos lúdicos, atributos fonológicos de palabras conocidas, tales como conteo de palabras, segmentación y conteo de sílabas, identificación de sonidos finales e iniciales.</a:t>
            </a:r>
            <a:endParaRPr lang="es-CL" dirty="0"/>
          </a:p>
        </p:txBody>
      </p:sp>
      <p:sp>
        <p:nvSpPr>
          <p:cNvPr id="5" name="4 Rectángulo"/>
          <p:cNvSpPr/>
          <p:nvPr/>
        </p:nvSpPr>
        <p:spPr>
          <a:xfrm>
            <a:off x="766002" y="675477"/>
            <a:ext cx="493077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Objetivo de aprendizaje:</a:t>
            </a:r>
            <a:endParaRPr lang="es-ES" sz="32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286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6" y="0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971600" y="908720"/>
            <a:ext cx="747031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Une  con una línea  los dibujos que comienza con la misma sílaba.  </a:t>
            </a:r>
            <a:endParaRPr lang="es-CL" dirty="0"/>
          </a:p>
        </p:txBody>
      </p:sp>
      <p:pic>
        <p:nvPicPr>
          <p:cNvPr id="15364" name="Picture 4" descr="Resultado de imagen para dibujo de taz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94"/>
          <a:stretch/>
        </p:blipFill>
        <p:spPr bwMode="auto">
          <a:xfrm>
            <a:off x="875727" y="4423547"/>
            <a:ext cx="1849336" cy="153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Resultado de imagen para dibujo de tambor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79"/>
          <a:stretch/>
        </p:blipFill>
        <p:spPr bwMode="auto">
          <a:xfrm>
            <a:off x="6804248" y="1790476"/>
            <a:ext cx="1791245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 descr="Resultado de imagen para dibujo de s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85066"/>
            <a:ext cx="1791345" cy="179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10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51"/>
          <a:stretch/>
        </p:blipFill>
        <p:spPr bwMode="auto">
          <a:xfrm>
            <a:off x="6662694" y="4098159"/>
            <a:ext cx="1906578" cy="185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2" name="Picture 12" descr="Resultado de imagen para dibujo de pulp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419" y="1585066"/>
            <a:ext cx="1884149" cy="179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4" name="Picture 14" descr="Resultado de imagen para dibujo de pum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059" y="4260852"/>
            <a:ext cx="1676400" cy="185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6" name="Picture 16" descr="Resultado de imagen para dibujo de tiburo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459" y="1432987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Resultado de imagen para dibujo de tijera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612" y="4423547"/>
            <a:ext cx="1699725" cy="158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24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6" y="0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 descr="Resultado de imagen para dibujo de niÃ±o con lup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303" y="908720"/>
            <a:ext cx="2639813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Llamada de nube"/>
          <p:cNvSpPr/>
          <p:nvPr/>
        </p:nvSpPr>
        <p:spPr>
          <a:xfrm>
            <a:off x="1043608" y="908720"/>
            <a:ext cx="4464496" cy="1404156"/>
          </a:xfrm>
          <a:prstGeom prst="cloudCallout">
            <a:avLst>
              <a:gd name="adj1" fmla="val 56711"/>
              <a:gd name="adj2" fmla="val -3955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Debo encerrar todos los objetos que comiencen con </a:t>
            </a:r>
            <a:r>
              <a:rPr lang="es-CL" b="1" dirty="0" smtClean="0"/>
              <a:t>la sílaba PA</a:t>
            </a:r>
            <a:endParaRPr lang="es-CL" b="1" dirty="0"/>
          </a:p>
        </p:txBody>
      </p:sp>
      <p:pic>
        <p:nvPicPr>
          <p:cNvPr id="14340" name="Picture 4" descr="Resultado de imagen para dibujo de palmer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2798930"/>
            <a:ext cx="1778217" cy="163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Resultado de imagen para dibujo de palom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12" y="2600909"/>
            <a:ext cx="1506935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Resultado de imagen para dibujo de pa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519039"/>
            <a:ext cx="1690370" cy="140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0" descr="Resultado de imagen para dibujo de naran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4348" name="Picture 12" descr="Resultado de imagen para dibujo de naranj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768338"/>
            <a:ext cx="1924250" cy="1272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0" name="Picture 14" descr="Resultado de imagen para dibujo de lun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437112"/>
            <a:ext cx="1549729" cy="144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2" name="Picture 16" descr="Resultado de imagen para dibujo de manzan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627" y="4687435"/>
            <a:ext cx="1767891" cy="138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4" name="Picture 18" descr="Imagen relacionada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798930"/>
            <a:ext cx="1296143" cy="163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302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1" y="-40264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 descr="Resultado de imagen para silabas dedos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2" y="2116109"/>
            <a:ext cx="1699348" cy="210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4" name="Picture 1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6" b="18180"/>
          <a:stretch/>
        </p:blipFill>
        <p:spPr bwMode="auto">
          <a:xfrm>
            <a:off x="2394301" y="2264699"/>
            <a:ext cx="2198837" cy="200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4" descr="Resultado de imagen para dibujo unicorni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3328" name="Picture 16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264699"/>
            <a:ext cx="1755715" cy="196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30" name="Picture 18" descr="Resultado de imagen para dibujo oso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5" r="10863"/>
          <a:stretch/>
        </p:blipFill>
        <p:spPr bwMode="auto">
          <a:xfrm>
            <a:off x="6660232" y="2380598"/>
            <a:ext cx="1828801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591811" y="764704"/>
            <a:ext cx="801263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7 Estrella de 10 puntas"/>
          <p:cNvSpPr/>
          <p:nvPr/>
        </p:nvSpPr>
        <p:spPr>
          <a:xfrm>
            <a:off x="751708" y="4653136"/>
            <a:ext cx="1800200" cy="1296144"/>
          </a:xfrm>
          <a:prstGeom prst="star10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16 Estrella de 10 puntas"/>
          <p:cNvSpPr/>
          <p:nvPr/>
        </p:nvSpPr>
        <p:spPr>
          <a:xfrm>
            <a:off x="2739893" y="4653136"/>
            <a:ext cx="1800200" cy="1296144"/>
          </a:xfrm>
          <a:prstGeom prst="star10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17 Estrella de 10 puntas"/>
          <p:cNvSpPr/>
          <p:nvPr/>
        </p:nvSpPr>
        <p:spPr>
          <a:xfrm>
            <a:off x="4846890" y="4653136"/>
            <a:ext cx="1800200" cy="1296144"/>
          </a:xfrm>
          <a:prstGeom prst="star10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18 Estrella de 10 puntas"/>
          <p:cNvSpPr/>
          <p:nvPr/>
        </p:nvSpPr>
        <p:spPr>
          <a:xfrm>
            <a:off x="6804248" y="4670113"/>
            <a:ext cx="1800200" cy="1296144"/>
          </a:xfrm>
          <a:prstGeom prst="star10">
            <a:avLst/>
          </a:prstGeom>
          <a:ln w="28575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CuadroTexto"/>
          <p:cNvSpPr txBox="1"/>
          <p:nvPr/>
        </p:nvSpPr>
        <p:spPr>
          <a:xfrm>
            <a:off x="899592" y="1534145"/>
            <a:ext cx="7589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Cuenta la cantidad de sílabas de cada imagen y escribe el número en el espacio asignado. 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23025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6" y="0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Resultado de imagen para dibujo de objeto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19" y="1700808"/>
            <a:ext cx="7704856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464942" y="933633"/>
            <a:ext cx="820025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Cuántas sílabas tienen los siguientes objetos?</a:t>
            </a:r>
            <a:endParaRPr lang="es-ES" sz="3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8029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6" y="0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509025" y="641245"/>
            <a:ext cx="820025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Cuántas sílabas tienen los siguientes objetos?</a:t>
            </a:r>
            <a:endParaRPr lang="es-ES" sz="3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18408"/>
            <a:ext cx="7419124" cy="443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84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6" y="0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591811" y="764704"/>
            <a:ext cx="801263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899592" y="1534145"/>
            <a:ext cx="7589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Cuenta la cantidad de sílabas de cada imagen y une con el número que corresponda.</a:t>
            </a:r>
            <a:endParaRPr lang="es-CL" b="1" dirty="0"/>
          </a:p>
        </p:txBody>
      </p:sp>
      <p:pic>
        <p:nvPicPr>
          <p:cNvPr id="12290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2148397"/>
            <a:ext cx="1662142" cy="214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Resultado de imagen para dibujo libr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384884"/>
            <a:ext cx="2050312" cy="190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8" descr="Resultado de imagen para dibujo de fl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2298" name="Picture 10" descr="Resultado de imagen para dibujo de flo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492" y="2119588"/>
            <a:ext cx="1797073" cy="205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ultado de imagen para dibujo de vaso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76" t="11001" r="24709" b="9404"/>
          <a:stretch/>
        </p:blipFill>
        <p:spPr bwMode="auto">
          <a:xfrm>
            <a:off x="6855146" y="2159258"/>
            <a:ext cx="1633887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499913" y="4581128"/>
            <a:ext cx="6196432" cy="142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29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6" y="0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Resultado de imagen para dibujo de objet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800"/>
            <a:ext cx="6984776" cy="319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123728" y="4941168"/>
            <a:ext cx="5256584" cy="120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3" t="4085" r="20169" b="6094"/>
          <a:stretch/>
        </p:blipFill>
        <p:spPr bwMode="auto">
          <a:xfrm>
            <a:off x="5814570" y="2942499"/>
            <a:ext cx="2448272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775434" y="809610"/>
            <a:ext cx="757927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Cuenta la cantidad de sílabas de cada imagen y une con el número que corresponda. 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8224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6" y="0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123728" y="4941168"/>
            <a:ext cx="5256584" cy="120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Resultado de imagen para dibujo de fruta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880" y="1772816"/>
            <a:ext cx="5927255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775434" y="809610"/>
            <a:ext cx="757927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Cuenta la cantidad de sílabas de cada imagen y une con el número que corresponda. 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50025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6" y="0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120815" y="4574479"/>
            <a:ext cx="5256584" cy="15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775434" y="809610"/>
            <a:ext cx="757927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Cuenta la cantidad de sílabas de cada imagen y une con el número que corresponda.  </a:t>
            </a:r>
            <a:endParaRPr lang="es-CL" dirty="0"/>
          </a:p>
        </p:txBody>
      </p:sp>
      <p:pic>
        <p:nvPicPr>
          <p:cNvPr id="5126" name="Picture 6" descr="Resultado de imagen para dibujo de jiraf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952369"/>
            <a:ext cx="1460962" cy="251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4" r="13865"/>
          <a:stretch/>
        </p:blipFill>
        <p:spPr bwMode="auto">
          <a:xfrm>
            <a:off x="4252720" y="1952370"/>
            <a:ext cx="1953491" cy="262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Resultado de imagen para dibujo de  pez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6" b="18444"/>
          <a:stretch/>
        </p:blipFill>
        <p:spPr bwMode="auto">
          <a:xfrm>
            <a:off x="775434" y="2782748"/>
            <a:ext cx="1852350" cy="153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Resultado de imagen para dibujo de  perr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555" y="2161541"/>
            <a:ext cx="2205877" cy="2412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445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6" y="0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775434" y="809610"/>
            <a:ext cx="7757006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Encierra todos los objetos que contengan 2 sílabas.  </a:t>
            </a:r>
            <a:endParaRPr lang="es-CL" sz="2000" dirty="0"/>
          </a:p>
        </p:txBody>
      </p:sp>
      <p:pic>
        <p:nvPicPr>
          <p:cNvPr id="8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1" t="3924" r="59278" b="53411"/>
          <a:stretch/>
        </p:blipFill>
        <p:spPr bwMode="auto">
          <a:xfrm>
            <a:off x="850639" y="1340768"/>
            <a:ext cx="1489113" cy="186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760191"/>
            <a:ext cx="2216605" cy="173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dibujo de pa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34" y="3747717"/>
            <a:ext cx="1487621" cy="216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Resultado de imagen para dibujo de gat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573016"/>
            <a:ext cx="1952625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760191"/>
            <a:ext cx="2504191" cy="166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Imagen relacionad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448" y="3786030"/>
            <a:ext cx="2849285" cy="213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506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5" y="18047"/>
            <a:ext cx="91578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775434" y="809610"/>
            <a:ext cx="7757006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/>
              <a:t> </a:t>
            </a:r>
            <a:r>
              <a:rPr lang="es-CL" sz="2000" dirty="0" smtClean="0"/>
              <a:t>Encierra el elemento que contenga la cantidad de sílabas según el número indicado.  </a:t>
            </a:r>
            <a:endParaRPr lang="es-CL" sz="2000" dirty="0"/>
          </a:p>
        </p:txBody>
      </p:sp>
      <p:pic>
        <p:nvPicPr>
          <p:cNvPr id="6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80" t="-1375" r="39875" b="51375"/>
          <a:stretch/>
        </p:blipFill>
        <p:spPr bwMode="auto">
          <a:xfrm>
            <a:off x="861858" y="1779414"/>
            <a:ext cx="1852350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21" t="3843" r="19903" b="50000"/>
          <a:stretch/>
        </p:blipFill>
        <p:spPr bwMode="auto">
          <a:xfrm>
            <a:off x="720465" y="4149080"/>
            <a:ext cx="2009995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Resultado de imagen para dibujo de  frutill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460" y="1756330"/>
            <a:ext cx="1574924" cy="1895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dibujo de pelot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39" b="9691"/>
          <a:stretch/>
        </p:blipFill>
        <p:spPr bwMode="auto">
          <a:xfrm>
            <a:off x="6659723" y="1692261"/>
            <a:ext cx="1872717" cy="204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463" y="1524231"/>
            <a:ext cx="2081304" cy="227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Resultado de imagen para dibujo de ampolleta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55" b="10196"/>
          <a:stretch/>
        </p:blipFill>
        <p:spPr bwMode="auto">
          <a:xfrm>
            <a:off x="6659723" y="3966211"/>
            <a:ext cx="1964780" cy="212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Resultado de imagen para dibujo dinosaurio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7975" r="11668" b="8232"/>
          <a:stretch/>
        </p:blipFill>
        <p:spPr bwMode="auto">
          <a:xfrm>
            <a:off x="4272124" y="3998612"/>
            <a:ext cx="2387599" cy="187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Imagen relacionad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49080"/>
            <a:ext cx="1557917" cy="186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3126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2345</TotalTime>
  <Words>217</Words>
  <Application>Microsoft Office PowerPoint</Application>
  <PresentationFormat>Presentación en pantalla (4:3)</PresentationFormat>
  <Paragraphs>19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23</cp:revision>
  <dcterms:created xsi:type="dcterms:W3CDTF">2019-04-15T21:45:59Z</dcterms:created>
  <dcterms:modified xsi:type="dcterms:W3CDTF">2019-06-18T02:57:17Z</dcterms:modified>
</cp:coreProperties>
</file>