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093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826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2904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318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499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232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216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9050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2338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666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831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9FDDC-E030-4A2B-BE2C-28E65A62ABFF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3496F-CD15-45AC-AC2D-5DEEF831A4C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3929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78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979712" y="1916832"/>
            <a:ext cx="565988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Qué emoción me produce?</a:t>
            </a:r>
            <a:endParaRPr lang="es-ES" sz="5400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0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" y="0"/>
            <a:ext cx="911575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37504" y="1052736"/>
            <a:ext cx="6729212" cy="1754326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dirty="0" smtClean="0"/>
              <a:t>Objetivo de aprendizaje: </a:t>
            </a:r>
          </a:p>
          <a:p>
            <a:r>
              <a:rPr lang="es-MX" dirty="0" smtClean="0"/>
              <a:t>Comunicar </a:t>
            </a:r>
            <a:r>
              <a:rPr lang="es-MX" dirty="0" smtClean="0"/>
              <a:t>a los demás, emociones y sentimientos tales como: amor, miedo, alegría, ira, que le provocan diversas narraciones o situaciones observadas en forma directa o a través de Tics</a:t>
            </a:r>
            <a:r>
              <a:rPr lang="es-MX" dirty="0" smtClean="0"/>
              <a:t>.</a:t>
            </a:r>
          </a:p>
          <a:p>
            <a:endParaRPr lang="es-MX" dirty="0" smtClean="0"/>
          </a:p>
          <a:p>
            <a:r>
              <a:rPr lang="es-MX" b="1" dirty="0" smtClean="0"/>
              <a:t>Actividad: </a:t>
            </a:r>
            <a:r>
              <a:rPr lang="es-MX" dirty="0" smtClean="0"/>
              <a:t>Observa las imágenes e identifica que emoción te produce.</a:t>
            </a:r>
            <a:endParaRPr lang="es-CL" dirty="0"/>
          </a:p>
        </p:txBody>
      </p:sp>
      <p:pic>
        <p:nvPicPr>
          <p:cNvPr id="7170" name="Picture 2" descr="Resultado de imagen para niÃ±o alegre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504" y="2923408"/>
            <a:ext cx="1974568" cy="266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niÃ±o dibujo trist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930" y="3140968"/>
            <a:ext cx="1958360" cy="2611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916" y="3081132"/>
            <a:ext cx="1828800" cy="250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16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" y="0"/>
            <a:ext cx="911575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Resultado de imagen para ma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22027"/>
            <a:ext cx="4885746" cy="410445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91564" y="908720"/>
            <a:ext cx="73516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emoción te produce?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148" name="Picture 4" descr="Resultado de imagen para dibujo cara feliz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902053"/>
            <a:ext cx="1424878" cy="142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7"/>
          <a:stretch/>
        </p:blipFill>
        <p:spPr bwMode="auto">
          <a:xfrm>
            <a:off x="6228184" y="3388358"/>
            <a:ext cx="1290246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688818"/>
            <a:ext cx="1432878" cy="136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46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" y="0"/>
            <a:ext cx="911575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 descr="Resultado de imagen para perritos abandonados en una caj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2" r="19503"/>
          <a:stretch/>
        </p:blipFill>
        <p:spPr bwMode="auto">
          <a:xfrm>
            <a:off x="1187623" y="1945806"/>
            <a:ext cx="4536505" cy="383618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680155" y="1109462"/>
            <a:ext cx="73516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emoción te produce?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 descr="Resultado de imagen para dibujo cara feliz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945806"/>
            <a:ext cx="1424878" cy="142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7"/>
          <a:stretch/>
        </p:blipFill>
        <p:spPr bwMode="auto">
          <a:xfrm>
            <a:off x="6228184" y="3388358"/>
            <a:ext cx="1290246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688818"/>
            <a:ext cx="1432878" cy="136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13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" y="0"/>
            <a:ext cx="911575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840" y="1896756"/>
            <a:ext cx="4298518" cy="286567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680155" y="1109462"/>
            <a:ext cx="73516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emoción te produce?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 descr="Resultado de imagen para dibujo cara feliz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871" y="1896756"/>
            <a:ext cx="1424878" cy="142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7"/>
          <a:stretch/>
        </p:blipFill>
        <p:spPr bwMode="auto">
          <a:xfrm>
            <a:off x="6228184" y="3521420"/>
            <a:ext cx="1290246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578" y="4697516"/>
            <a:ext cx="1432878" cy="136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sultado de imagen para dibujo cara  mied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29" y="4702621"/>
            <a:ext cx="1290638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85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" y="0"/>
            <a:ext cx="911575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Resultado de imagen para pelear niÃ±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023655"/>
            <a:ext cx="4321447" cy="2629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680155" y="1109462"/>
            <a:ext cx="73516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emoción te produce?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 descr="Resultado de imagen para dibujo cara feliz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902053"/>
            <a:ext cx="1424878" cy="142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7"/>
          <a:stretch/>
        </p:blipFill>
        <p:spPr bwMode="auto">
          <a:xfrm>
            <a:off x="6228184" y="3717032"/>
            <a:ext cx="1290246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680" y="4869160"/>
            <a:ext cx="1243443" cy="1183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para dibujo cara  mied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347" y="4825811"/>
            <a:ext cx="1147644" cy="127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" y="0"/>
            <a:ext cx="911575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 descr="Resultado de imagen para niÃ±a llorand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6" t="15907" r="23197"/>
          <a:stretch/>
        </p:blipFill>
        <p:spPr bwMode="auto">
          <a:xfrm>
            <a:off x="952809" y="1946852"/>
            <a:ext cx="5400600" cy="360522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680155" y="1109462"/>
            <a:ext cx="73516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emoción te produce?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 descr="Resultado de imagen para dibujo cara feliz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902053"/>
            <a:ext cx="1424878" cy="142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7"/>
          <a:stretch/>
        </p:blipFill>
        <p:spPr bwMode="auto">
          <a:xfrm>
            <a:off x="6516216" y="3388358"/>
            <a:ext cx="1290246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688818"/>
            <a:ext cx="1432878" cy="136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78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" y="0"/>
            <a:ext cx="911575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680155" y="1109462"/>
            <a:ext cx="73516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emoción te produce?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 descr="Resultado de imagen para dibujo cara feliz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902053"/>
            <a:ext cx="1424878" cy="142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7"/>
          <a:stretch/>
        </p:blipFill>
        <p:spPr bwMode="auto">
          <a:xfrm>
            <a:off x="6228184" y="3388358"/>
            <a:ext cx="1290246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555" y="4946670"/>
            <a:ext cx="1231068" cy="1171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esultado de imagen para miedo a la oscurid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75" y="2132856"/>
            <a:ext cx="4551757" cy="281381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68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" y="0"/>
            <a:ext cx="911575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 descr="Resultado de imagen para imagenes de enamorad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77597"/>
            <a:ext cx="5043973" cy="378142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680155" y="1109462"/>
            <a:ext cx="73516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emoción te produce?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 descr="Resultado de imagen para dibujo cara feliz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902053"/>
            <a:ext cx="1424878" cy="142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7"/>
          <a:stretch/>
        </p:blipFill>
        <p:spPr bwMode="auto">
          <a:xfrm>
            <a:off x="6228184" y="3388358"/>
            <a:ext cx="1290246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688818"/>
            <a:ext cx="1432878" cy="136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4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" y="0"/>
            <a:ext cx="911575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 descr="Resultado de imagen para gatito beb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59"/>
          <a:stretch/>
        </p:blipFill>
        <p:spPr bwMode="auto">
          <a:xfrm>
            <a:off x="1115616" y="1940459"/>
            <a:ext cx="4248472" cy="384028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680155" y="1109462"/>
            <a:ext cx="73516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emoción te produce?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 descr="Resultado de imagen para dibujo cara feliz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902053"/>
            <a:ext cx="1424878" cy="142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7"/>
          <a:stretch/>
        </p:blipFill>
        <p:spPr bwMode="auto">
          <a:xfrm>
            <a:off x="6228184" y="3388358"/>
            <a:ext cx="1290246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688818"/>
            <a:ext cx="1432878" cy="136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08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" y="0"/>
            <a:ext cx="911575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 descr="Resultado de imagen para araÃ±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83828"/>
            <a:ext cx="4323080" cy="288205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680155" y="1109462"/>
            <a:ext cx="73516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emoción te produce?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 descr="Resultado de imagen para dibujo cara feliz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902053"/>
            <a:ext cx="1424878" cy="142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7"/>
          <a:stretch/>
        </p:blipFill>
        <p:spPr bwMode="auto">
          <a:xfrm>
            <a:off x="6228184" y="3388358"/>
            <a:ext cx="1290246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688818"/>
            <a:ext cx="1432878" cy="136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Resultado de imagen para dibujo cara  mied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860" y="4688818"/>
            <a:ext cx="1298744" cy="143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44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" y="0"/>
            <a:ext cx="9115756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6" name="Picture 2" descr="Resultado de imagen para dibujo de emocion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199" y="1750170"/>
            <a:ext cx="6173526" cy="391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23078" y="692696"/>
            <a:ext cx="682614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Por qué crees que </a:t>
            </a:r>
          </a:p>
          <a:p>
            <a:pPr algn="ctr"/>
            <a:r>
              <a:rPr lang="es-ES" sz="3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tienen esa emoción?</a:t>
            </a:r>
            <a:endParaRPr lang="es-ES" sz="3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70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121</Words>
  <Application>Microsoft Office PowerPoint</Application>
  <PresentationFormat>Presentación en pantalla (4:3)</PresentationFormat>
  <Paragraphs>16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8</cp:revision>
  <dcterms:created xsi:type="dcterms:W3CDTF">2019-03-10T17:39:18Z</dcterms:created>
  <dcterms:modified xsi:type="dcterms:W3CDTF">2019-03-16T23:16:52Z</dcterms:modified>
</cp:coreProperties>
</file>