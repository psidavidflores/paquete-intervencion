
<file path=[Content_Types].xml><?xml version="1.0" encoding="utf-8"?>
<Types xmlns="http://schemas.openxmlformats.org/package/2006/content-types">
  <Default Extension="png" ContentType="image/png"/>
  <Default Extension="mp3" ContentType="audio/m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=""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2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126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624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2301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896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7880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7679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9661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8485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0790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6214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4275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7635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8183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0016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5492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308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E9FD7-1401-40D4-AFB7-4290F336CE0E}" type="datetimeFigureOut">
              <a:rPr lang="es-CO" smtClean="0"/>
              <a:t>2/01/2021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F9890D8-563B-402D-8B3F-1798D53FEC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1345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audio" Target="NULL" TargetMode="External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audio2.wav"/><Relationship Id="rId5" Type="http://schemas.openxmlformats.org/officeDocument/2006/relationships/audio" Target="../media/audio1.wav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.png"/><Relationship Id="rId5" Type="http://schemas.openxmlformats.org/officeDocument/2006/relationships/audio" Target="../media/audio2.wav"/><Relationship Id="rId10" Type="http://schemas.openxmlformats.org/officeDocument/2006/relationships/image" Target="../media/image5.png"/><Relationship Id="rId4" Type="http://schemas.openxmlformats.org/officeDocument/2006/relationships/audio" Target="../media/audio1.wav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62630" y="337714"/>
            <a:ext cx="7766936" cy="1646302"/>
          </a:xfrm>
        </p:spPr>
        <p:txBody>
          <a:bodyPr/>
          <a:lstStyle/>
          <a:p>
            <a:pPr algn="just"/>
            <a:r>
              <a:rPr lang="es-CO" dirty="0"/>
              <a:t>RULETAS</a:t>
            </a:r>
            <a:br>
              <a:rPr lang="es-CO" dirty="0"/>
            </a:br>
            <a:r>
              <a:rPr lang="es-CO" dirty="0"/>
              <a:t>PRAXIAS OROFACIALES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72352" y="4873985"/>
            <a:ext cx="7766936" cy="164630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s-CO" dirty="0"/>
              <a:t>JOHANA SALAMANCA R</a:t>
            </a:r>
          </a:p>
          <a:p>
            <a:pPr algn="l"/>
            <a:r>
              <a:rPr lang="es-CO" dirty="0"/>
              <a:t>FONOAUDIOLOGA</a:t>
            </a:r>
          </a:p>
          <a:p>
            <a:pPr algn="l"/>
            <a:r>
              <a:rPr lang="es-CO" dirty="0"/>
              <a:t>U.NACIONAL</a:t>
            </a:r>
          </a:p>
          <a:p>
            <a:pPr algn="l"/>
            <a:r>
              <a:rPr lang="es-CO" dirty="0"/>
              <a:t>COLOMBIA</a:t>
            </a:r>
          </a:p>
          <a:p>
            <a:pPr algn="l"/>
            <a:r>
              <a:rPr lang="es-CO" dirty="0"/>
              <a:t>Flga.johanasalamancar@gmail.com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2990CB-627D-41D0-8A7D-64EAAE874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427" y="4815370"/>
            <a:ext cx="4457700" cy="1028700"/>
          </a:xfrm>
          <a:prstGeom prst="rect">
            <a:avLst/>
          </a:prstGeom>
        </p:spPr>
      </p:pic>
      <p:sp>
        <p:nvSpPr>
          <p:cNvPr id="5" name="Estrella: 7 puntas 4">
            <a:hlinkClick r:id="rId3" action="ppaction://hlinksldjump"/>
            <a:extLst>
              <a:ext uri="{FF2B5EF4-FFF2-40B4-BE49-F238E27FC236}">
                <a16:creationId xmlns:a16="http://schemas.microsoft.com/office/drawing/2014/main" id="{01A1CBD2-C520-4BE4-8076-2165981773DD}"/>
              </a:ext>
            </a:extLst>
          </p:cNvPr>
          <p:cNvSpPr/>
          <p:nvPr/>
        </p:nvSpPr>
        <p:spPr>
          <a:xfrm>
            <a:off x="2550828" y="2357203"/>
            <a:ext cx="2830641" cy="2143593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/>
              <a:t>FACIALES</a:t>
            </a:r>
          </a:p>
        </p:txBody>
      </p:sp>
      <p:sp>
        <p:nvSpPr>
          <p:cNvPr id="7" name="Estrella: 7 puntas 6">
            <a:hlinkClick r:id="rId4" action="ppaction://hlinksldjump"/>
            <a:extLst>
              <a:ext uri="{FF2B5EF4-FFF2-40B4-BE49-F238E27FC236}">
                <a16:creationId xmlns:a16="http://schemas.microsoft.com/office/drawing/2014/main" id="{F99C6D7F-E59E-40EA-8231-F62267AF6F75}"/>
              </a:ext>
            </a:extLst>
          </p:cNvPr>
          <p:cNvSpPr/>
          <p:nvPr/>
        </p:nvSpPr>
        <p:spPr>
          <a:xfrm>
            <a:off x="6462957" y="2357202"/>
            <a:ext cx="2830641" cy="2143593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/>
              <a:t>LABIALES Y LINGUALES</a:t>
            </a:r>
          </a:p>
        </p:txBody>
      </p:sp>
      <p:sp>
        <p:nvSpPr>
          <p:cNvPr id="6" name="5 Rectángulo"/>
          <p:cNvSpPr/>
          <p:nvPr/>
        </p:nvSpPr>
        <p:spPr>
          <a:xfrm>
            <a:off x="5802923" y="588281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sz="1200" i="1" dirty="0"/>
              <a:t>Los símbolos pictográficos utilizados son propiedad del Gobierno de Aragón y han sido creados por Sergio Palao para ARASAAC (http://arasaac.org) que los distribuye bajo licencia </a:t>
            </a:r>
            <a:r>
              <a:rPr lang="es-ES" sz="1200" i="1" dirty="0" err="1"/>
              <a:t>Creative</a:t>
            </a:r>
            <a:r>
              <a:rPr lang="es-ES" sz="1200" i="1" dirty="0"/>
              <a:t> </a:t>
            </a:r>
            <a:r>
              <a:rPr lang="es-ES" sz="1200" i="1" dirty="0" err="1"/>
              <a:t>Commons</a:t>
            </a:r>
            <a:r>
              <a:rPr lang="es-ES" sz="1200" i="1" dirty="0"/>
              <a:t> (BY-NC-SA).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88608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563" y="156688"/>
            <a:ext cx="4035498" cy="1320800"/>
          </a:xfrm>
        </p:spPr>
        <p:txBody>
          <a:bodyPr>
            <a:noAutofit/>
          </a:bodyPr>
          <a:lstStyle/>
          <a:p>
            <a:pPr algn="r"/>
            <a:r>
              <a:rPr lang="es-CO" sz="5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FACIALES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525104" y="967074"/>
            <a:ext cx="29597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5400" b="1" dirty="0">
                <a:solidFill>
                  <a:schemeClr val="accent1">
                    <a:lumMod val="50000"/>
                  </a:schemeClr>
                </a:solidFill>
              </a:rPr>
              <a:t>A JUGAR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209" y="2287874"/>
            <a:ext cx="2876549" cy="2632905"/>
          </a:xfrm>
          <a:prstGeom prst="rect">
            <a:avLst/>
          </a:prstGeom>
        </p:spPr>
      </p:pic>
      <p:grpSp>
        <p:nvGrpSpPr>
          <p:cNvPr id="9" name="Grupo 8"/>
          <p:cNvGrpSpPr/>
          <p:nvPr/>
        </p:nvGrpSpPr>
        <p:grpSpPr>
          <a:xfrm>
            <a:off x="4982468" y="-2297833"/>
            <a:ext cx="12300751" cy="11649709"/>
            <a:chOff x="4824036" y="-2201508"/>
            <a:chExt cx="12300751" cy="11649709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24036" y="-2201508"/>
              <a:ext cx="12300751" cy="11649709"/>
            </a:xfrm>
            <a:prstGeom prst="rect">
              <a:avLst/>
            </a:prstGeom>
          </p:spPr>
        </p:pic>
        <p:sp>
          <p:nvSpPr>
            <p:cNvPr id="8" name="Estrella de 7 puntas 7"/>
            <p:cNvSpPr/>
            <p:nvPr/>
          </p:nvSpPr>
          <p:spPr>
            <a:xfrm>
              <a:off x="10106688" y="2228103"/>
              <a:ext cx="1532861" cy="2552700"/>
            </a:xfrm>
            <a:prstGeom prst="star7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5" name="Pentágono 4"/>
          <p:cNvSpPr/>
          <p:nvPr/>
        </p:nvSpPr>
        <p:spPr>
          <a:xfrm rot="806300">
            <a:off x="4148751" y="1292490"/>
            <a:ext cx="1667435" cy="815788"/>
          </a:xfrm>
          <a:prstGeom prst="homePlat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Sonido rulet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31609" y="9047076"/>
            <a:ext cx="609600" cy="609600"/>
          </a:xfrm>
          <a:prstGeom prst="rect">
            <a:avLst/>
          </a:prstGeom>
        </p:spPr>
      </p:pic>
      <p:pic>
        <p:nvPicPr>
          <p:cNvPr id="11" name="Sonido ruleta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1">
                  <p14:trim end="10926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583354" y="7964199"/>
            <a:ext cx="609600" cy="609600"/>
          </a:xfrm>
          <a:prstGeom prst="rect">
            <a:avLst/>
          </a:prstGeom>
        </p:spPr>
      </p:pic>
      <p:pic>
        <p:nvPicPr>
          <p:cNvPr id="1026" name="Picture 2" descr="PICTOS ARASAAC ACOSO ESCOLAR-TFNO 900">
            <a:extLst>
              <a:ext uri="{FF2B5EF4-FFF2-40B4-BE49-F238E27FC236}">
                <a16:creationId xmlns:a16="http://schemas.microsoft.com/office/drawing/2014/main" id="{344DD365-F77B-4C3A-81D9-053B9C74D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381" y="6421799"/>
            <a:ext cx="1890204" cy="43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lecha: a la derecha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8037A57-C401-4936-931C-F550F9822D35}"/>
              </a:ext>
            </a:extLst>
          </p:cNvPr>
          <p:cNvSpPr/>
          <p:nvPr/>
        </p:nvSpPr>
        <p:spPr>
          <a:xfrm>
            <a:off x="2510486" y="5363926"/>
            <a:ext cx="1948677" cy="10539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SIGUIENTE</a:t>
            </a:r>
          </a:p>
        </p:txBody>
      </p:sp>
      <p:sp>
        <p:nvSpPr>
          <p:cNvPr id="12" name="Rectángulo: esquinas redondeadas 1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A4A7297-9F7F-48A3-85E1-3A6309DFFEAC}"/>
              </a:ext>
            </a:extLst>
          </p:cNvPr>
          <p:cNvSpPr/>
          <p:nvPr/>
        </p:nvSpPr>
        <p:spPr>
          <a:xfrm>
            <a:off x="595565" y="5586126"/>
            <a:ext cx="1462077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PAGINA 1</a:t>
            </a:r>
          </a:p>
        </p:txBody>
      </p:sp>
    </p:spTree>
    <p:extLst>
      <p:ext uri="{BB962C8B-B14F-4D97-AF65-F5344CB8AC3E}">
        <p14:creationId xmlns:p14="http://schemas.microsoft.com/office/powerpoint/2010/main" val="5691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287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9986" y="-3011552"/>
            <a:ext cx="16901581" cy="1256241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449" y="276286"/>
            <a:ext cx="6620156" cy="1320800"/>
          </a:xfrm>
        </p:spPr>
        <p:txBody>
          <a:bodyPr>
            <a:noAutofit/>
          </a:bodyPr>
          <a:lstStyle/>
          <a:p>
            <a:r>
              <a:rPr lang="es-CO" sz="4400" b="1" dirty="0"/>
              <a:t>LABIALES Y LINGUALES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477550" y="1029473"/>
            <a:ext cx="29597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5400" b="1" dirty="0">
                <a:solidFill>
                  <a:schemeClr val="accent1">
                    <a:lumMod val="50000"/>
                  </a:schemeClr>
                </a:solidFill>
              </a:rPr>
              <a:t>A JUGAR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90564">
            <a:off x="5207997" y="1192726"/>
            <a:ext cx="1798476" cy="116443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9710" y="1952803"/>
            <a:ext cx="2877561" cy="2633700"/>
          </a:xfrm>
          <a:prstGeom prst="rect">
            <a:avLst/>
          </a:prstGeom>
        </p:spPr>
      </p:pic>
      <p:pic>
        <p:nvPicPr>
          <p:cNvPr id="8" name="Sonido ruleta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382451" y="9972132"/>
            <a:ext cx="609600" cy="609600"/>
          </a:xfrm>
          <a:prstGeom prst="rect">
            <a:avLst/>
          </a:prstGeom>
        </p:spPr>
      </p:pic>
      <p:pic>
        <p:nvPicPr>
          <p:cNvPr id="9" name="Picture 2" descr="PICTOS ARASAAC ACOSO ESCOLAR-TFNO 900">
            <a:extLst>
              <a:ext uri="{FF2B5EF4-FFF2-40B4-BE49-F238E27FC236}">
                <a16:creationId xmlns:a16="http://schemas.microsoft.com/office/drawing/2014/main" id="{FFFB8929-15BB-459E-BC31-075CE89E1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443" y="6277890"/>
            <a:ext cx="1890204" cy="43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: esquinas redondeadas 1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DB46F07-5CBF-4BC5-AC1F-D0F1D5309220}"/>
              </a:ext>
            </a:extLst>
          </p:cNvPr>
          <p:cNvSpPr/>
          <p:nvPr/>
        </p:nvSpPr>
        <p:spPr>
          <a:xfrm>
            <a:off x="3232415" y="5567868"/>
            <a:ext cx="1462077" cy="60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PAGINA 1</a:t>
            </a:r>
          </a:p>
        </p:txBody>
      </p:sp>
      <p:sp>
        <p:nvSpPr>
          <p:cNvPr id="13" name="Flecha: hacia la izquierda 1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E7F375A-636B-48AA-A245-074F4B8C5DE8}"/>
              </a:ext>
            </a:extLst>
          </p:cNvPr>
          <p:cNvSpPr/>
          <p:nvPr/>
        </p:nvSpPr>
        <p:spPr>
          <a:xfrm>
            <a:off x="1281123" y="5321508"/>
            <a:ext cx="1761880" cy="110927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ANTERIOR</a:t>
            </a:r>
          </a:p>
        </p:txBody>
      </p:sp>
    </p:spTree>
    <p:extLst>
      <p:ext uri="{BB962C8B-B14F-4D97-AF65-F5344CB8AC3E}">
        <p14:creationId xmlns:p14="http://schemas.microsoft.com/office/powerpoint/2010/main" val="162427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remov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386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109</TotalTime>
  <Words>60</Words>
  <Application>Microsoft Office PowerPoint</Application>
  <PresentationFormat>Panorámica</PresentationFormat>
  <Paragraphs>17</Paragraphs>
  <Slides>3</Slides>
  <Notes>0</Notes>
  <HiddenSlides>0</HiddenSlides>
  <MMClips>3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Arial Black</vt:lpstr>
      <vt:lpstr>Trebuchet MS</vt:lpstr>
      <vt:lpstr>Wingdings 3</vt:lpstr>
      <vt:lpstr>Faceta</vt:lpstr>
      <vt:lpstr>RULETAS PRAXIAS OROFACIALES</vt:lpstr>
      <vt:lpstr>FACIALES</vt:lpstr>
      <vt:lpstr>LABIALES Y LINGUALES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RULETAS PRAXIAS OROFACIALES</dc:title>
  <dc:creator>JOHANA SALAMANCA</dc:creator>
  <cp:lastModifiedBy>Usuario</cp:lastModifiedBy>
  <cp:revision>19</cp:revision>
  <dcterms:created xsi:type="dcterms:W3CDTF">2020-05-08T22:21:32Z</dcterms:created>
  <dcterms:modified xsi:type="dcterms:W3CDTF">2021-01-03T01:35:43Z</dcterms:modified>
</cp:coreProperties>
</file>