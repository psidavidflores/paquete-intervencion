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DD8C1-FD23-4EFB-AEA0-F872821FA592}" type="datetimeFigureOut">
              <a:rPr lang="es-CL" smtClean="0"/>
              <a:t>19-08-2019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2D738-DEE8-43CF-847D-55BE3F34E30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77343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DD8C1-FD23-4EFB-AEA0-F872821FA592}" type="datetimeFigureOut">
              <a:rPr lang="es-CL" smtClean="0"/>
              <a:t>19-08-2019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2D738-DEE8-43CF-847D-55BE3F34E30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93639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DD8C1-FD23-4EFB-AEA0-F872821FA592}" type="datetimeFigureOut">
              <a:rPr lang="es-CL" smtClean="0"/>
              <a:t>19-08-2019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2D738-DEE8-43CF-847D-55BE3F34E30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86307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DD8C1-FD23-4EFB-AEA0-F872821FA592}" type="datetimeFigureOut">
              <a:rPr lang="es-CL" smtClean="0"/>
              <a:t>19-08-2019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2D738-DEE8-43CF-847D-55BE3F34E30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59170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DD8C1-FD23-4EFB-AEA0-F872821FA592}" type="datetimeFigureOut">
              <a:rPr lang="es-CL" smtClean="0"/>
              <a:t>19-08-2019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2D738-DEE8-43CF-847D-55BE3F34E30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38357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DD8C1-FD23-4EFB-AEA0-F872821FA592}" type="datetimeFigureOut">
              <a:rPr lang="es-CL" smtClean="0"/>
              <a:t>19-08-2019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2D738-DEE8-43CF-847D-55BE3F34E30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03041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DD8C1-FD23-4EFB-AEA0-F872821FA592}" type="datetimeFigureOut">
              <a:rPr lang="es-CL" smtClean="0"/>
              <a:t>19-08-2019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2D738-DEE8-43CF-847D-55BE3F34E30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73209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DD8C1-FD23-4EFB-AEA0-F872821FA592}" type="datetimeFigureOut">
              <a:rPr lang="es-CL" smtClean="0"/>
              <a:t>19-08-2019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2D738-DEE8-43CF-847D-55BE3F34E30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61484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DD8C1-FD23-4EFB-AEA0-F872821FA592}" type="datetimeFigureOut">
              <a:rPr lang="es-CL" smtClean="0"/>
              <a:t>19-08-2019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2D738-DEE8-43CF-847D-55BE3F34E30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7803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DD8C1-FD23-4EFB-AEA0-F872821FA592}" type="datetimeFigureOut">
              <a:rPr lang="es-CL" smtClean="0"/>
              <a:t>19-08-2019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2D738-DEE8-43CF-847D-55BE3F34E30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11876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DD8C1-FD23-4EFB-AEA0-F872821FA592}" type="datetimeFigureOut">
              <a:rPr lang="es-CL" smtClean="0"/>
              <a:t>19-08-2019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2D738-DEE8-43CF-847D-55BE3F34E30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21743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3DD8C1-FD23-4EFB-AEA0-F872821FA592}" type="datetimeFigureOut">
              <a:rPr lang="es-CL" smtClean="0"/>
              <a:t>19-08-2019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92D738-DEE8-43CF-847D-55BE3F34E30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38586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9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0.jpeg"/><Relationship Id="rId7" Type="http://schemas.openxmlformats.org/officeDocument/2006/relationships/image" Target="../media/image1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10" Type="http://schemas.openxmlformats.org/officeDocument/2006/relationships/image" Target="../media/image16.jpeg"/><Relationship Id="rId4" Type="http://schemas.openxmlformats.org/officeDocument/2006/relationships/image" Target="../media/image11.jpeg"/><Relationship Id="rId9" Type="http://schemas.openxmlformats.org/officeDocument/2006/relationships/image" Target="../media/image1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0.jpeg"/><Relationship Id="rId7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Imagen relacionad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25"/>
          <a:stretch/>
        </p:blipFill>
        <p:spPr bwMode="auto">
          <a:xfrm>
            <a:off x="179512" y="116632"/>
            <a:ext cx="8712968" cy="6624736"/>
          </a:xfrm>
          <a:prstGeom prst="rect">
            <a:avLst/>
          </a:prstGeom>
          <a:noFill/>
          <a:ln w="76200">
            <a:solidFill>
              <a:srgbClr val="7030A0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219218" y="343405"/>
            <a:ext cx="7881174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2800" b="1" cap="none" spc="0" dirty="0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Ámbito: </a:t>
            </a:r>
            <a:r>
              <a:rPr lang="es-ES" sz="2800" b="1" cap="none" spc="0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Interacción y Comprensión del entorno. </a:t>
            </a:r>
          </a:p>
          <a:p>
            <a:r>
              <a:rPr lang="es-ES" sz="2800" b="1" cap="none" spc="0" dirty="0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Núcleo: </a:t>
            </a:r>
            <a:r>
              <a:rPr lang="es-ES" sz="2800" b="1" cap="none" spc="0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Pensamiento Matemático</a:t>
            </a:r>
            <a:endParaRPr lang="es-ES" sz="28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2386243" y="1556792"/>
            <a:ext cx="482454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3200" cap="none" spc="0" dirty="0" smtClean="0">
                <a:ln w="11430"/>
                <a:latin typeface="Cooper Black" pitchFamily="18" charset="0"/>
              </a:rPr>
              <a:t>Hoy aprenderemos:</a:t>
            </a:r>
            <a:endParaRPr lang="es-ES" sz="3200" cap="none" spc="0" dirty="0">
              <a:ln w="11430"/>
              <a:latin typeface="Cooper Black" pitchFamily="18" charset="0"/>
            </a:endParaRPr>
          </a:p>
        </p:txBody>
      </p:sp>
      <p:sp>
        <p:nvSpPr>
          <p:cNvPr id="6" name="5 Rectángulo"/>
          <p:cNvSpPr/>
          <p:nvPr/>
        </p:nvSpPr>
        <p:spPr>
          <a:xfrm>
            <a:off x="3131839" y="2141567"/>
            <a:ext cx="4176465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3600" b="1" cap="none" spc="0" dirty="0" smtClean="0">
                <a:ln w="11430"/>
                <a:solidFill>
                  <a:schemeClr val="accent6">
                    <a:lumMod val="75000"/>
                  </a:schemeClr>
                </a:solidFill>
              </a:rPr>
              <a:t>Resolver problemas simples</a:t>
            </a:r>
            <a:endParaRPr lang="es-ES" sz="3600" b="1" cap="none" spc="0" dirty="0">
              <a:ln w="11430"/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6770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Resultado de imagen para BORDES MATEMÃTIC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960" y="0"/>
            <a:ext cx="915095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0" name="Picture 4" descr="Imagen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039031"/>
            <a:ext cx="1857850" cy="3402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Llamada ovalada"/>
          <p:cNvSpPr/>
          <p:nvPr/>
        </p:nvSpPr>
        <p:spPr>
          <a:xfrm>
            <a:off x="1043608" y="476672"/>
            <a:ext cx="7216144" cy="2592288"/>
          </a:xfrm>
          <a:prstGeom prst="wedgeEllipseCallout">
            <a:avLst>
              <a:gd name="adj1" fmla="val -27515"/>
              <a:gd name="adj2" fmla="val 68889"/>
            </a:avLst>
          </a:prstGeom>
          <a:gradFill flip="none" rotWithShape="1">
            <a:gsLst>
              <a:gs pos="0">
                <a:schemeClr val="accent5">
                  <a:tint val="50000"/>
                  <a:satMod val="300000"/>
                </a:schemeClr>
              </a:gs>
              <a:gs pos="35000">
                <a:schemeClr val="accent5">
                  <a:tint val="37000"/>
                  <a:satMod val="300000"/>
                </a:schemeClr>
              </a:gs>
              <a:gs pos="100000">
                <a:schemeClr val="accent5">
                  <a:tint val="15000"/>
                  <a:satMod val="35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38100">
            <a:solidFill>
              <a:srgbClr val="7030A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2400" b="1" dirty="0" smtClean="0"/>
              <a:t>Objetivo de </a:t>
            </a:r>
            <a:r>
              <a:rPr lang="es-CL" sz="2400" b="1" dirty="0" smtClean="0"/>
              <a:t>aprendizaje</a:t>
            </a:r>
            <a:r>
              <a:rPr lang="es-CL" sz="2400" b="1" dirty="0"/>
              <a:t> </a:t>
            </a:r>
            <a:r>
              <a:rPr lang="es-CL" sz="2400" b="1" dirty="0" smtClean="0"/>
              <a:t>0A 10: Demostrar que la adición y sustracción son operaciones inversas, de manera concreta, simbólica </a:t>
            </a:r>
            <a:r>
              <a:rPr lang="es-CL" sz="2400" b="1" smtClean="0"/>
              <a:t>y pictórica. </a:t>
            </a:r>
            <a:endParaRPr lang="es-CL" sz="2400" dirty="0"/>
          </a:p>
        </p:txBody>
      </p:sp>
      <p:pic>
        <p:nvPicPr>
          <p:cNvPr id="14342" name="Picture 6" descr="Resultado de imagen para dibujo de  manzana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77" t="7065" r="21108" b="5662"/>
          <a:stretch/>
        </p:blipFill>
        <p:spPr bwMode="auto">
          <a:xfrm>
            <a:off x="2266435" y="4805427"/>
            <a:ext cx="837998" cy="901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Resultado de imagen para dibujo de  manzana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77" t="7065" r="21108" b="5662"/>
          <a:stretch/>
        </p:blipFill>
        <p:spPr bwMode="auto">
          <a:xfrm>
            <a:off x="2669576" y="3952990"/>
            <a:ext cx="86971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Resultado de imagen para dibujo de  manzana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77" t="7065" r="21108" b="5662"/>
          <a:stretch/>
        </p:blipFill>
        <p:spPr bwMode="auto">
          <a:xfrm>
            <a:off x="3099958" y="4835489"/>
            <a:ext cx="878663" cy="945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4" name="Picture 8" descr="Resultado de imagen para dibujo de  signo mas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8621" y="4161500"/>
            <a:ext cx="1224136" cy="1455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Resultado de imagen para dibujo de  manzana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77" t="7065" r="21108" b="5662"/>
          <a:stretch/>
        </p:blipFill>
        <p:spPr bwMode="auto">
          <a:xfrm>
            <a:off x="5289969" y="3865352"/>
            <a:ext cx="878663" cy="945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Resultado de imagen para dibujo de  manzana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77" t="7065" r="21108" b="5662"/>
          <a:stretch/>
        </p:blipFill>
        <p:spPr bwMode="auto">
          <a:xfrm>
            <a:off x="5342058" y="4761658"/>
            <a:ext cx="878663" cy="945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6" name="Picture 10" descr="Resultado de imagen para dibujo de  signo igual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1914" y="4324727"/>
            <a:ext cx="1192505" cy="1192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8" name="Picture 12" descr="Resultado de imagen para dibujo de  signo interrogacion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1850" y="4035138"/>
            <a:ext cx="927902" cy="1540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7048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Resultado de imagen para BORDES MATEMÃTIC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960" y="0"/>
            <a:ext cx="915095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899592" y="1124744"/>
            <a:ext cx="7272808" cy="1569660"/>
          </a:xfrm>
          <a:prstGeom prst="rect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4800" b="1" dirty="0" smtClean="0"/>
              <a:t>Hay 5 peras y me como </a:t>
            </a:r>
            <a:r>
              <a:rPr lang="es-CL" sz="4800" b="1" dirty="0"/>
              <a:t>2</a:t>
            </a:r>
            <a:endParaRPr lang="es-CL" sz="4800" b="1" dirty="0" smtClean="0"/>
          </a:p>
          <a:p>
            <a:r>
              <a:rPr lang="es-CL" sz="4800" b="1" dirty="0" smtClean="0"/>
              <a:t>¿ Cuántas peras quedan? </a:t>
            </a:r>
            <a:endParaRPr lang="es-CL" sz="4800" b="1" dirty="0"/>
          </a:p>
        </p:txBody>
      </p:sp>
      <p:pic>
        <p:nvPicPr>
          <p:cNvPr id="13314" name="Picture 2" descr="Resultado de imagen para dibujo de pera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2031" y="4332526"/>
            <a:ext cx="689012" cy="1097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sultado de imagen para dibujo de pera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5757" y="3817357"/>
            <a:ext cx="781836" cy="1245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Resultado de imagen para dibujo de pera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099" y="3816292"/>
            <a:ext cx="648072" cy="1032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Resultado de imagen para dibujo de peras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5757" y="5132092"/>
            <a:ext cx="753991" cy="1201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Resultado de imagen para dibujo de peras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516" y="5269805"/>
            <a:ext cx="667551" cy="1063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0" descr="Resultado de imagen para dibujo de  signo igual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2850350" y="4583246"/>
            <a:ext cx="1192505" cy="596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Resultado de imagen para dibujo de peras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4550" y="4242175"/>
            <a:ext cx="813473" cy="1348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Resultado de imagen para dibujo de peras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2926" y="4242175"/>
            <a:ext cx="859193" cy="1368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0" descr="Resultado de imagen para dibujo de  signo igual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5661" y="4466675"/>
            <a:ext cx="1192505" cy="1192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19 Elipse"/>
          <p:cNvSpPr/>
          <p:nvPr/>
        </p:nvSpPr>
        <p:spPr>
          <a:xfrm>
            <a:off x="6660232" y="4223357"/>
            <a:ext cx="1512168" cy="1563285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4828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Resultado de imagen para BORDES MATEMÃTIC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0959" cy="6858000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6 CuadroTexto"/>
          <p:cNvSpPr txBox="1"/>
          <p:nvPr/>
        </p:nvSpPr>
        <p:spPr>
          <a:xfrm>
            <a:off x="772359" y="980728"/>
            <a:ext cx="7544057" cy="1323439"/>
          </a:xfrm>
          <a:prstGeom prst="rect">
            <a:avLst/>
          </a:prstGeom>
          <a:ln w="3810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CL" sz="4000" b="1" dirty="0" smtClean="0"/>
              <a:t>Hay 4 perritos y 1 se perdió   </a:t>
            </a:r>
          </a:p>
          <a:p>
            <a:pPr algn="ctr"/>
            <a:r>
              <a:rPr lang="es-CL" sz="4000" b="1" dirty="0" smtClean="0"/>
              <a:t>¿ Cuántos perritos quedaron? </a:t>
            </a:r>
            <a:endParaRPr lang="es-CL" sz="4000" b="1" dirty="0"/>
          </a:p>
        </p:txBody>
      </p:sp>
      <p:pic>
        <p:nvPicPr>
          <p:cNvPr id="12290" name="Picture 2" descr="Resultado de imagen para dibujo de perrito colo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" y="3676391"/>
            <a:ext cx="1208435" cy="1208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sultado de imagen para dibujo de perrito colo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172" y="3688878"/>
            <a:ext cx="1208435" cy="1208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Resultado de imagen para dibujo de perrito colo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454" y="4884827"/>
            <a:ext cx="1208435" cy="1208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Resultado de imagen para dibujo de perrito colo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" y="4905857"/>
            <a:ext cx="1208435" cy="1208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0" descr="Resultado de imagen para dibujo de  signo igual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2972081" y="4396033"/>
            <a:ext cx="1192505" cy="596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Resultado de imagen para dibujo de perrito colo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4586" y="4280609"/>
            <a:ext cx="1208435" cy="1208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0" descr="Resultado de imagen para dibujo de  signo igual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00"/>
          <a:stretch/>
        </p:blipFill>
        <p:spPr bwMode="auto">
          <a:xfrm>
            <a:off x="5373021" y="4694159"/>
            <a:ext cx="1192505" cy="894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8 Elipse"/>
          <p:cNvSpPr/>
          <p:nvPr/>
        </p:nvSpPr>
        <p:spPr>
          <a:xfrm>
            <a:off x="6660232" y="4223357"/>
            <a:ext cx="1512168" cy="1563285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64515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Resultado de imagen para BORDES MATEMÃTIC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960" y="0"/>
            <a:ext cx="915095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899592" y="1124744"/>
            <a:ext cx="7272808" cy="1323439"/>
          </a:xfrm>
          <a:prstGeom prst="rect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4000" b="1" dirty="0" smtClean="0"/>
              <a:t>Hay 3 lápices y me regalaron 2</a:t>
            </a:r>
          </a:p>
          <a:p>
            <a:r>
              <a:rPr lang="es-CL" sz="4000" b="1" dirty="0" smtClean="0"/>
              <a:t>¿ Cuántos lápices tengo en total? </a:t>
            </a:r>
            <a:endParaRPr lang="es-CL" sz="4000" b="1" dirty="0"/>
          </a:p>
        </p:txBody>
      </p:sp>
      <p:pic>
        <p:nvPicPr>
          <p:cNvPr id="1026" name="Picture 2" descr="Resultado de imagen para dibujo de lapice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3390276"/>
            <a:ext cx="1152129" cy="864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Resultado de imagen para dibujo de lapice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716" y="5083040"/>
            <a:ext cx="1152129" cy="864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Resultado de imagen para dibujo de lapice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716" y="4218943"/>
            <a:ext cx="1152129" cy="864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sultado de imagen para dibujo de lapice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2454" y="4549358"/>
            <a:ext cx="1152129" cy="864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sultado de imagen para dibujo de lapice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9931" y="3550346"/>
            <a:ext cx="1152129" cy="864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8" descr="Resultado de imagen para dibujo de  signo ma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3843849"/>
            <a:ext cx="1224136" cy="1455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0" descr="Resultado de imagen para dibujo de  signo igual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3953664"/>
            <a:ext cx="1192505" cy="1192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12 Elipse"/>
          <p:cNvSpPr/>
          <p:nvPr/>
        </p:nvSpPr>
        <p:spPr>
          <a:xfrm>
            <a:off x="6876256" y="3869348"/>
            <a:ext cx="1512168" cy="1563285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73244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Resultado de imagen para BORDES MATEMÃTIC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960" y="0"/>
            <a:ext cx="915095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899592" y="1124744"/>
            <a:ext cx="7272808" cy="1323439"/>
          </a:xfrm>
          <a:prstGeom prst="rect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4000" b="1" dirty="0" smtClean="0"/>
              <a:t>Hay 5 manzanas y me como </a:t>
            </a:r>
            <a:r>
              <a:rPr lang="es-CL" sz="4000" b="1" dirty="0"/>
              <a:t>2</a:t>
            </a:r>
            <a:endParaRPr lang="es-CL" sz="4000" b="1" dirty="0" smtClean="0"/>
          </a:p>
          <a:p>
            <a:r>
              <a:rPr lang="es-CL" sz="4000" b="1" dirty="0" smtClean="0"/>
              <a:t>¿ Cuántas manzanas quedan? </a:t>
            </a:r>
            <a:endParaRPr lang="es-CL" sz="4000" b="1" dirty="0"/>
          </a:p>
        </p:txBody>
      </p:sp>
      <p:pic>
        <p:nvPicPr>
          <p:cNvPr id="6" name="Picture 6" descr="Resultado de imagen para dibujo de  manzan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77" t="7065" r="21108" b="5662"/>
          <a:stretch/>
        </p:blipFill>
        <p:spPr bwMode="auto">
          <a:xfrm>
            <a:off x="2492195" y="4341572"/>
            <a:ext cx="86971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Resultado de imagen para dibujo de  manzan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77" t="7065" r="21108" b="5662"/>
          <a:stretch/>
        </p:blipFill>
        <p:spPr bwMode="auto">
          <a:xfrm>
            <a:off x="2490959" y="3350837"/>
            <a:ext cx="86971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Resultado de imagen para dibujo de  manzan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77" t="7065" r="21108" b="5662"/>
          <a:stretch/>
        </p:blipFill>
        <p:spPr bwMode="auto">
          <a:xfrm>
            <a:off x="1622481" y="3765568"/>
            <a:ext cx="86971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Resultado de imagen para dibujo de  manzan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77" t="7065" r="21108" b="5662"/>
          <a:stretch/>
        </p:blipFill>
        <p:spPr bwMode="auto">
          <a:xfrm>
            <a:off x="752767" y="4341572"/>
            <a:ext cx="86971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Resultado de imagen para dibujo de  manzan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77" t="7065" r="21108" b="5662"/>
          <a:stretch/>
        </p:blipFill>
        <p:spPr bwMode="auto">
          <a:xfrm>
            <a:off x="752767" y="3278562"/>
            <a:ext cx="86971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 descr="Resultado de imagen para dibujo de  manzan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77" t="7065" r="21108" b="5662"/>
          <a:stretch/>
        </p:blipFill>
        <p:spPr bwMode="auto">
          <a:xfrm>
            <a:off x="4302789" y="4305777"/>
            <a:ext cx="86971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Resultado de imagen para dibujo de  manzan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77" t="7065" r="21108" b="5662"/>
          <a:stretch/>
        </p:blipFill>
        <p:spPr bwMode="auto">
          <a:xfrm>
            <a:off x="4278350" y="3405468"/>
            <a:ext cx="86971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0" descr="Resultado de imagen para dibujo de  signo igual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3262828" y="3916540"/>
            <a:ext cx="1192505" cy="596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0" descr="Resultado de imagen para dibujo de  signo igual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00"/>
          <a:stretch/>
        </p:blipFill>
        <p:spPr bwMode="auto">
          <a:xfrm>
            <a:off x="5133319" y="4065601"/>
            <a:ext cx="1192505" cy="894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14 Elipse"/>
          <p:cNvSpPr/>
          <p:nvPr/>
        </p:nvSpPr>
        <p:spPr>
          <a:xfrm>
            <a:off x="6325824" y="3559929"/>
            <a:ext cx="1512168" cy="1563285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26874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Resultado de imagen para BORDES MATEMÃTIC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960" y="0"/>
            <a:ext cx="915095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899592" y="1124744"/>
            <a:ext cx="7272808" cy="1569660"/>
          </a:xfrm>
          <a:prstGeom prst="rect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4800" b="1" dirty="0" smtClean="0"/>
              <a:t>Hay </a:t>
            </a:r>
            <a:r>
              <a:rPr lang="es-CL" sz="4800" b="1" dirty="0"/>
              <a:t>4</a:t>
            </a:r>
            <a:r>
              <a:rPr lang="es-CL" sz="4800" b="1" dirty="0" smtClean="0"/>
              <a:t> patos y se fueron </a:t>
            </a:r>
            <a:r>
              <a:rPr lang="es-CL" sz="4800" b="1" dirty="0"/>
              <a:t>2</a:t>
            </a:r>
            <a:endParaRPr lang="es-CL" sz="4800" b="1" dirty="0" smtClean="0"/>
          </a:p>
          <a:p>
            <a:r>
              <a:rPr lang="es-CL" sz="4800" b="1" dirty="0" smtClean="0"/>
              <a:t>¿ Cuántos patos quedan? </a:t>
            </a:r>
            <a:endParaRPr lang="es-CL" sz="4800" b="1" dirty="0"/>
          </a:p>
        </p:txBody>
      </p:sp>
      <p:pic>
        <p:nvPicPr>
          <p:cNvPr id="2052" name="Picture 4" descr="Imagen relacionad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84" t="7881" r="25748" b="8980"/>
          <a:stretch/>
        </p:blipFill>
        <p:spPr bwMode="auto">
          <a:xfrm>
            <a:off x="899592" y="3068961"/>
            <a:ext cx="1118161" cy="1584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Imagen relacionad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84" t="7881" r="25748" b="8980"/>
          <a:stretch/>
        </p:blipFill>
        <p:spPr bwMode="auto">
          <a:xfrm>
            <a:off x="2195736" y="4869159"/>
            <a:ext cx="1118161" cy="1584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Imagen relacionad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84" t="7881" r="25748" b="8980"/>
          <a:stretch/>
        </p:blipFill>
        <p:spPr bwMode="auto">
          <a:xfrm>
            <a:off x="2195736" y="3068960"/>
            <a:ext cx="1118161" cy="1584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Imagen relacionad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84" t="7881" r="25748" b="8980"/>
          <a:stretch/>
        </p:blipFill>
        <p:spPr bwMode="auto">
          <a:xfrm>
            <a:off x="899592" y="4869160"/>
            <a:ext cx="1118161" cy="1584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Imagen relacionad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84" t="7881" r="25748" b="8980"/>
          <a:stretch/>
        </p:blipFill>
        <p:spPr bwMode="auto">
          <a:xfrm>
            <a:off x="4473044" y="3068959"/>
            <a:ext cx="1118161" cy="1584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Imagen relacionad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84" t="7881" r="25748" b="8980"/>
          <a:stretch/>
        </p:blipFill>
        <p:spPr bwMode="auto">
          <a:xfrm>
            <a:off x="4535996" y="4807356"/>
            <a:ext cx="1118161" cy="1584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0" descr="Resultado de imagen para dibujo de  signo igual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3294750" y="4073622"/>
            <a:ext cx="1192505" cy="596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0" descr="Resultado de imagen para dibujo de  signo igual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00"/>
          <a:stretch/>
        </p:blipFill>
        <p:spPr bwMode="auto">
          <a:xfrm>
            <a:off x="5436096" y="4222684"/>
            <a:ext cx="1192505" cy="894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15 Elipse"/>
          <p:cNvSpPr/>
          <p:nvPr/>
        </p:nvSpPr>
        <p:spPr>
          <a:xfrm>
            <a:off x="6660232" y="3519781"/>
            <a:ext cx="1512168" cy="1563285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17032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Resultado de imagen para BORDES MATEMÃTIC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960" y="0"/>
            <a:ext cx="915095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899592" y="1124744"/>
            <a:ext cx="7272808" cy="1323439"/>
          </a:xfrm>
          <a:prstGeom prst="rect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4000" b="1" dirty="0" smtClean="0"/>
              <a:t>Hay </a:t>
            </a:r>
            <a:r>
              <a:rPr lang="es-CL" sz="4000" b="1" dirty="0"/>
              <a:t>3</a:t>
            </a:r>
            <a:r>
              <a:rPr lang="es-CL" sz="4000" b="1" dirty="0" smtClean="0"/>
              <a:t> caramelos y me compré 3</a:t>
            </a:r>
          </a:p>
          <a:p>
            <a:r>
              <a:rPr lang="es-CL" sz="4000" b="1" dirty="0" smtClean="0"/>
              <a:t>¿ Cuántos caramelos tengo? </a:t>
            </a:r>
            <a:endParaRPr lang="es-CL" sz="4000" b="1" dirty="0"/>
          </a:p>
        </p:txBody>
      </p:sp>
      <p:pic>
        <p:nvPicPr>
          <p:cNvPr id="4098" name="Picture 2" descr="Resultado de imagen para dibujo de caramelo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216" y="3789895"/>
            <a:ext cx="1008280" cy="955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Resultado de imagen para dibujo de caramelo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933" y="4682841"/>
            <a:ext cx="1150795" cy="10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Resultado de imagen para dibujo de caramelo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350" y="3524978"/>
            <a:ext cx="1018484" cy="965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sultado de imagen para dibujo de caramelos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0902" y="3678459"/>
            <a:ext cx="1125866" cy="106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sultado de imagen para dibujo de caramelos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4682841"/>
            <a:ext cx="1125866" cy="106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sultado de imagen para dibujo de caramelos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5586" y="3586161"/>
            <a:ext cx="1125866" cy="106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8" descr="Resultado de imagen para dibujo de  signo mas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1450" y="4318254"/>
            <a:ext cx="1224136" cy="1455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0" descr="Resultado de imagen para dibujo de  signo igual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00"/>
          <a:stretch/>
        </p:blipFill>
        <p:spPr bwMode="auto">
          <a:xfrm>
            <a:off x="5664038" y="4490188"/>
            <a:ext cx="1192505" cy="894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13 Elipse"/>
          <p:cNvSpPr/>
          <p:nvPr/>
        </p:nvSpPr>
        <p:spPr>
          <a:xfrm>
            <a:off x="6856543" y="3708545"/>
            <a:ext cx="1512168" cy="1563285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34810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Resultado de imagen para BORDES MATEMÃTIC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960" y="0"/>
            <a:ext cx="915095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899592" y="1124744"/>
            <a:ext cx="7272808" cy="1323439"/>
          </a:xfrm>
          <a:prstGeom prst="rect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4000" b="1" dirty="0" smtClean="0"/>
              <a:t>Hay 5 árboles  y  cortaron 2  </a:t>
            </a:r>
          </a:p>
          <a:p>
            <a:r>
              <a:rPr lang="es-CL" sz="4000" b="1" dirty="0" smtClean="0"/>
              <a:t>¿ Cuántos árboles quedan? </a:t>
            </a:r>
            <a:endParaRPr lang="es-CL" sz="4000" b="1" dirty="0"/>
          </a:p>
        </p:txBody>
      </p:sp>
      <p:pic>
        <p:nvPicPr>
          <p:cNvPr id="5122" name="Picture 2" descr="Resultado de imagen para dibujo de arbole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4374" y="4005064"/>
            <a:ext cx="933501" cy="136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Resultado de imagen para dibujo de arbole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6607" y="3269495"/>
            <a:ext cx="933501" cy="136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Resultado de imagen para dibujo de arbole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714" y="3212976"/>
            <a:ext cx="933501" cy="136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sultado de imagen para dibujo de arbole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4999531"/>
            <a:ext cx="933501" cy="136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sultado de imagen para dibujo de arbole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852" y="4999531"/>
            <a:ext cx="933501" cy="136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sultado de imagen para dibujo de arbole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2017" y="4737453"/>
            <a:ext cx="933501" cy="136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Resultado de imagen para dibujo de arbole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2917" y="3339868"/>
            <a:ext cx="933501" cy="136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0" descr="Resultado de imagen para dibujo de  signo igual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3294750" y="4073622"/>
            <a:ext cx="1192505" cy="596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0" descr="Resultado de imagen para dibujo de  signo igual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00"/>
          <a:stretch/>
        </p:blipFill>
        <p:spPr bwMode="auto">
          <a:xfrm>
            <a:off x="5486418" y="4475211"/>
            <a:ext cx="1192505" cy="894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14 Elipse"/>
          <p:cNvSpPr/>
          <p:nvPr/>
        </p:nvSpPr>
        <p:spPr>
          <a:xfrm>
            <a:off x="6856543" y="3708545"/>
            <a:ext cx="1512168" cy="1563285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88069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Resultado de imagen para BORDES MATEMÃTIC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960" y="0"/>
            <a:ext cx="915095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899592" y="1124744"/>
            <a:ext cx="7272808" cy="1569660"/>
          </a:xfrm>
          <a:prstGeom prst="rect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4800" b="1" dirty="0" smtClean="0"/>
              <a:t>Hay </a:t>
            </a:r>
            <a:r>
              <a:rPr lang="es-CL" sz="4800" b="1" dirty="0"/>
              <a:t>6</a:t>
            </a:r>
            <a:r>
              <a:rPr lang="es-CL" sz="4800" b="1" dirty="0" smtClean="0"/>
              <a:t> helados y me comí 2</a:t>
            </a:r>
          </a:p>
          <a:p>
            <a:r>
              <a:rPr lang="es-CL" sz="4800" b="1" dirty="0" smtClean="0"/>
              <a:t>¿ Cuántos helados quedan? </a:t>
            </a:r>
            <a:endParaRPr lang="es-CL" sz="4800" b="1" dirty="0"/>
          </a:p>
        </p:txBody>
      </p:sp>
      <p:pic>
        <p:nvPicPr>
          <p:cNvPr id="6146" name="Picture 2" descr="Imagen relacionad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48" r="29720"/>
          <a:stretch/>
        </p:blipFill>
        <p:spPr bwMode="auto">
          <a:xfrm>
            <a:off x="825534" y="3767765"/>
            <a:ext cx="868198" cy="1224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Imagen relacionad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48" r="29720"/>
          <a:stretch/>
        </p:blipFill>
        <p:spPr bwMode="auto">
          <a:xfrm>
            <a:off x="1677527" y="3847594"/>
            <a:ext cx="868198" cy="1224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Imagen relacionad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48" r="29720"/>
          <a:stretch/>
        </p:blipFill>
        <p:spPr bwMode="auto">
          <a:xfrm>
            <a:off x="2576152" y="3790697"/>
            <a:ext cx="868198" cy="1224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Imagen relacionad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48" r="29720"/>
          <a:stretch/>
        </p:blipFill>
        <p:spPr bwMode="auto">
          <a:xfrm>
            <a:off x="2573334" y="5110336"/>
            <a:ext cx="868198" cy="1224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Imagen relacionad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48" r="29720"/>
          <a:stretch/>
        </p:blipFill>
        <p:spPr bwMode="auto">
          <a:xfrm>
            <a:off x="1716833" y="5110336"/>
            <a:ext cx="868198" cy="1224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Imagen relacionad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48" r="29720"/>
          <a:stretch/>
        </p:blipFill>
        <p:spPr bwMode="auto">
          <a:xfrm>
            <a:off x="848635" y="5110336"/>
            <a:ext cx="868198" cy="1224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0" descr="Resultado de imagen para dibujo de  signo igual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3463949" y="4537067"/>
            <a:ext cx="1192505" cy="596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0" descr="Resultado de imagen para dibujo de  signo igual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00"/>
          <a:stretch/>
        </p:blipFill>
        <p:spPr bwMode="auto">
          <a:xfrm>
            <a:off x="5486418" y="4475211"/>
            <a:ext cx="1192505" cy="894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14 Elipse"/>
          <p:cNvSpPr/>
          <p:nvPr/>
        </p:nvSpPr>
        <p:spPr>
          <a:xfrm>
            <a:off x="6856543" y="4053550"/>
            <a:ext cx="1512168" cy="1563285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6" name="Picture 2" descr="Imagen relacionad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48" r="29720"/>
          <a:stretch/>
        </p:blipFill>
        <p:spPr bwMode="auto">
          <a:xfrm>
            <a:off x="4568519" y="3840601"/>
            <a:ext cx="868198" cy="1224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Imagen relacionad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48" r="29720"/>
          <a:stretch/>
        </p:blipFill>
        <p:spPr bwMode="auto">
          <a:xfrm>
            <a:off x="4656454" y="5153696"/>
            <a:ext cx="868198" cy="1224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3711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823</TotalTime>
  <Words>139</Words>
  <Application>Microsoft Office PowerPoint</Application>
  <PresentationFormat>Presentación en pantalla (4:3)</PresentationFormat>
  <Paragraphs>21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1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14</cp:revision>
  <dcterms:created xsi:type="dcterms:W3CDTF">2019-03-13T00:16:07Z</dcterms:created>
  <dcterms:modified xsi:type="dcterms:W3CDTF">2019-08-19T21:21:11Z</dcterms:modified>
</cp:coreProperties>
</file>