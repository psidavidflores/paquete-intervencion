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Corben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17" roundtripDataSignature="AMtx7mjeE41GSwOS0+Cv7DVm7rxxLB/e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Corben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.jpg"/><Relationship Id="rId5" Type="http://schemas.openxmlformats.org/officeDocument/2006/relationships/image" Target="../media/image1.jpg"/><Relationship Id="rId6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jpg"/><Relationship Id="rId5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jpg"/><Relationship Id="rId5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jpg"/><Relationship Id="rId5" Type="http://schemas.openxmlformats.org/officeDocument/2006/relationships/image" Target="../media/image6.jpg"/><Relationship Id="rId6" Type="http://schemas.openxmlformats.org/officeDocument/2006/relationships/image" Target="../media/image8.jpg"/><Relationship Id="rId7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jpg"/><Relationship Id="rId5" Type="http://schemas.openxmlformats.org/officeDocument/2006/relationships/image" Target="../media/image11.png"/><Relationship Id="rId6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5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4.jpg"/><Relationship Id="rId8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jpg"/><Relationship Id="rId5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relacionada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229"/>
            <a:ext cx="9144000" cy="682577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190831" y="188640"/>
            <a:ext cx="479573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400" u="none" cap="none" strike="noStrike">
                <a:solidFill>
                  <a:srgbClr val="FFFF00"/>
                </a:solidFill>
                <a:latin typeface="Corben"/>
                <a:ea typeface="Corben"/>
                <a:cs typeface="Corben"/>
                <a:sym typeface="Corben"/>
              </a:rPr>
              <a:t>Los números </a:t>
            </a:r>
            <a:endParaRPr b="0" i="0" sz="5400" u="none" cap="none" strike="noStrike">
              <a:solidFill>
                <a:srgbClr val="FFFF0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pic>
        <p:nvPicPr>
          <p:cNvPr descr="Resultado de imagen para numero 1" id="86" name="Google Shape;86;p1"/>
          <p:cNvPicPr preferRelativeResize="0"/>
          <p:nvPr/>
        </p:nvPicPr>
        <p:blipFill rotWithShape="1">
          <a:blip r:embed="rId4">
            <a:alphaModFix/>
          </a:blip>
          <a:srcRect b="15253" l="29607" r="26928" t="16448"/>
          <a:stretch/>
        </p:blipFill>
        <p:spPr>
          <a:xfrm>
            <a:off x="7524328" y="193367"/>
            <a:ext cx="1192229" cy="18722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87" name="Google Shape;87;p1"/>
          <p:cNvPicPr preferRelativeResize="0"/>
          <p:nvPr/>
        </p:nvPicPr>
        <p:blipFill rotWithShape="1">
          <a:blip r:embed="rId5">
            <a:alphaModFix/>
          </a:blip>
          <a:srcRect b="15566" l="18974" r="16506" t="15253"/>
          <a:stretch/>
        </p:blipFill>
        <p:spPr>
          <a:xfrm>
            <a:off x="885450" y="2821393"/>
            <a:ext cx="1076687" cy="1454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numero 3" id="88" name="Google Shape;88;p1"/>
          <p:cNvPicPr preferRelativeResize="0"/>
          <p:nvPr/>
        </p:nvPicPr>
        <p:blipFill rotWithShape="1">
          <a:blip r:embed="rId6">
            <a:alphaModFix/>
          </a:blip>
          <a:srcRect b="14208" l="13633" r="18793" t="16020"/>
          <a:stretch/>
        </p:blipFill>
        <p:spPr>
          <a:xfrm>
            <a:off x="1962133" y="4653136"/>
            <a:ext cx="1253131" cy="1670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199"/>
            <a:ext cx="9252520" cy="69606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emociones"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295" y="2132856"/>
            <a:ext cx="6192688" cy="378768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/>
          <p:nvPr/>
        </p:nvSpPr>
        <p:spPr>
          <a:xfrm>
            <a:off x="827584" y="908720"/>
            <a:ext cx="782534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A04400"/>
                </a:solidFill>
                <a:latin typeface="Calibri"/>
                <a:ea typeface="Calibri"/>
                <a:cs typeface="Calibri"/>
                <a:sym typeface="Calibri"/>
              </a:rPr>
              <a:t>¿ Cómo nos sentimos hoy?</a:t>
            </a:r>
            <a:endParaRPr b="1" i="0" sz="5400" u="none" cap="none" strike="noStrike">
              <a:solidFill>
                <a:srgbClr val="A044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9252520" cy="69606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numero 1" id="103" name="Google Shape;103;p3"/>
          <p:cNvPicPr preferRelativeResize="0"/>
          <p:nvPr/>
        </p:nvPicPr>
        <p:blipFill rotWithShape="1">
          <a:blip r:embed="rId4">
            <a:alphaModFix/>
          </a:blip>
          <a:srcRect b="15253" l="29607" r="26928" t="16448"/>
          <a:stretch/>
        </p:blipFill>
        <p:spPr>
          <a:xfrm>
            <a:off x="1738746" y="2132855"/>
            <a:ext cx="2185182" cy="3431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04" name="Google Shape;10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9952" y="2636912"/>
            <a:ext cx="3467462" cy="2592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/>
          <p:nvPr/>
        </p:nvSpPr>
        <p:spPr>
          <a:xfrm>
            <a:off x="1831536" y="1052736"/>
            <a:ext cx="61951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400" u="none" cap="none" strike="noStrike">
                <a:solidFill>
                  <a:srgbClr val="A04400"/>
                </a:solidFill>
                <a:latin typeface="Corben"/>
                <a:ea typeface="Corben"/>
                <a:cs typeface="Corben"/>
                <a:sym typeface="Corben"/>
              </a:rPr>
              <a:t>¿ Qué número es?</a:t>
            </a:r>
            <a:endParaRPr b="0" i="0" sz="5400" u="none" cap="none" strike="noStrike">
              <a:solidFill>
                <a:srgbClr val="A0440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9252520" cy="69606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11" name="Google Shape;111;p4"/>
          <p:cNvPicPr preferRelativeResize="0"/>
          <p:nvPr/>
        </p:nvPicPr>
        <p:blipFill rotWithShape="1">
          <a:blip r:embed="rId4">
            <a:alphaModFix/>
          </a:blip>
          <a:srcRect b="15566" l="18974" r="16506" t="15253"/>
          <a:stretch/>
        </p:blipFill>
        <p:spPr>
          <a:xfrm>
            <a:off x="1547664" y="1916833"/>
            <a:ext cx="2736304" cy="36963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12" name="Google Shape;11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5387" y="1953263"/>
            <a:ext cx="2736304" cy="2045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13" name="Google Shape;11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9551" y="4010797"/>
            <a:ext cx="2681420" cy="2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1547664" y="1029933"/>
            <a:ext cx="61951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400" u="none" cap="none" strike="noStrike">
                <a:solidFill>
                  <a:srgbClr val="A04400"/>
                </a:solidFill>
                <a:latin typeface="Corben"/>
                <a:ea typeface="Corben"/>
                <a:cs typeface="Corben"/>
                <a:sym typeface="Corben"/>
              </a:rPr>
              <a:t>¿ Qué número es?</a:t>
            </a:r>
            <a:endParaRPr b="0" i="0" sz="5400" u="none" cap="none" strike="noStrike">
              <a:solidFill>
                <a:srgbClr val="A0440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pic>
        <p:nvPicPr>
          <p:cNvPr descr="Imagen relacionada" id="115" name="Google Shape;115;p4"/>
          <p:cNvPicPr preferRelativeResize="0"/>
          <p:nvPr/>
        </p:nvPicPr>
        <p:blipFill rotWithShape="1">
          <a:blip r:embed="rId4">
            <a:alphaModFix/>
          </a:blip>
          <a:srcRect b="15566" l="18974" r="16506" t="15253"/>
          <a:stretch/>
        </p:blipFill>
        <p:spPr>
          <a:xfrm>
            <a:off x="1700064" y="2069233"/>
            <a:ext cx="2736304" cy="3696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9252520" cy="69606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numero 3" id="123" name="Google Shape;123;p5"/>
          <p:cNvPicPr preferRelativeResize="0"/>
          <p:nvPr/>
        </p:nvPicPr>
        <p:blipFill rotWithShape="1">
          <a:blip r:embed="rId4">
            <a:alphaModFix/>
          </a:blip>
          <a:srcRect b="14208" l="13633" r="18793" t="16020"/>
          <a:stretch/>
        </p:blipFill>
        <p:spPr>
          <a:xfrm>
            <a:off x="1524889" y="2276872"/>
            <a:ext cx="2452256" cy="32696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24" name="Google Shape;1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5826" y="2466780"/>
            <a:ext cx="2215323" cy="16561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25" name="Google Shape;12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39952" y="4157066"/>
            <a:ext cx="1954062" cy="14608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26" name="Google Shape;12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16216" y="4437112"/>
            <a:ext cx="1718779" cy="128496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1547664" y="1029933"/>
            <a:ext cx="61951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400" u="none" cap="none" strike="noStrike">
                <a:solidFill>
                  <a:srgbClr val="A04400"/>
                </a:solidFill>
                <a:latin typeface="Corben"/>
                <a:ea typeface="Corben"/>
                <a:cs typeface="Corben"/>
                <a:sym typeface="Corben"/>
              </a:rPr>
              <a:t>¿ Qué número es?</a:t>
            </a:r>
            <a:endParaRPr b="0" i="0" sz="5400" u="none" cap="none" strike="noStrike">
              <a:solidFill>
                <a:srgbClr val="A0440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9252520" cy="69606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pez" id="135" name="Google Shape;135;p6"/>
          <p:cNvPicPr preferRelativeResize="0"/>
          <p:nvPr/>
        </p:nvPicPr>
        <p:blipFill rotWithShape="1">
          <a:blip r:embed="rId4">
            <a:alphaModFix/>
          </a:blip>
          <a:srcRect b="16194" l="0" r="0" t="14026"/>
          <a:stretch/>
        </p:blipFill>
        <p:spPr>
          <a:xfrm>
            <a:off x="1979718" y="2386901"/>
            <a:ext cx="2592288" cy="18088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dibujo de pez" id="136" name="Google Shape;136;p6"/>
          <p:cNvPicPr preferRelativeResize="0"/>
          <p:nvPr/>
        </p:nvPicPr>
        <p:blipFill rotWithShape="1">
          <a:blip r:embed="rId4">
            <a:alphaModFix/>
          </a:blip>
          <a:srcRect b="16194" l="0" r="0" t="14026"/>
          <a:stretch/>
        </p:blipFill>
        <p:spPr>
          <a:xfrm>
            <a:off x="1835696" y="4158635"/>
            <a:ext cx="2592288" cy="18088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numero 1" id="137" name="Google Shape;13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9250" y="2002696"/>
            <a:ext cx="1915550" cy="2193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38" name="Google Shape;138;p6"/>
          <p:cNvPicPr preferRelativeResize="0"/>
          <p:nvPr/>
        </p:nvPicPr>
        <p:blipFill rotWithShape="1">
          <a:blip r:embed="rId6">
            <a:alphaModFix/>
          </a:blip>
          <a:srcRect b="15566" l="18974" r="16506" t="15253"/>
          <a:stretch/>
        </p:blipFill>
        <p:spPr>
          <a:xfrm>
            <a:off x="6328614" y="4004304"/>
            <a:ext cx="1347860" cy="182074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2549669" y="1029933"/>
            <a:ext cx="41911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600" u="none" cap="none" strike="noStrike">
                <a:solidFill>
                  <a:srgbClr val="A04400"/>
                </a:solidFill>
                <a:latin typeface="Corben"/>
                <a:ea typeface="Corben"/>
                <a:cs typeface="Corben"/>
                <a:sym typeface="Corben"/>
              </a:rPr>
              <a:t>¿ Qué número es?</a:t>
            </a:r>
            <a:endParaRPr b="0" i="0" sz="3600" u="none" cap="none" strike="noStrike">
              <a:solidFill>
                <a:srgbClr val="A0440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899592" y="1633364"/>
            <a:ext cx="75729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Cuenta los peces y  marca con una ( x) del número que corresponde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6"/>
          <p:cNvCxnSpPr/>
          <p:nvPr/>
        </p:nvCxnSpPr>
        <p:spPr>
          <a:xfrm flipH="1">
            <a:off x="2558050" y="3592300"/>
            <a:ext cx="1859700" cy="12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6"/>
          <p:cNvCxnSpPr/>
          <p:nvPr/>
        </p:nvCxnSpPr>
        <p:spPr>
          <a:xfrm>
            <a:off x="4499425" y="3955150"/>
            <a:ext cx="2159100" cy="126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9252520" cy="69606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50" name="Google Shape;1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5656" y="2204864"/>
            <a:ext cx="2694285" cy="2016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51" name="Google Shape;15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9632" y="4221088"/>
            <a:ext cx="1991953" cy="1490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52" name="Google Shape;15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5896" y="4102314"/>
            <a:ext cx="2309387" cy="1728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numero 3" id="153" name="Google Shape;153;p7"/>
          <p:cNvPicPr preferRelativeResize="0"/>
          <p:nvPr/>
        </p:nvPicPr>
        <p:blipFill rotWithShape="1">
          <a:blip r:embed="rId7">
            <a:alphaModFix/>
          </a:blip>
          <a:srcRect b="14208" l="13633" r="18793" t="16020"/>
          <a:stretch/>
        </p:blipFill>
        <p:spPr>
          <a:xfrm>
            <a:off x="6781575" y="2625038"/>
            <a:ext cx="881907" cy="117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54" name="Google Shape;154;p7"/>
          <p:cNvPicPr preferRelativeResize="0"/>
          <p:nvPr/>
        </p:nvPicPr>
        <p:blipFill rotWithShape="1">
          <a:blip r:embed="rId8">
            <a:alphaModFix/>
          </a:blip>
          <a:srcRect b="15146" l="27657" r="31745" t="14804"/>
          <a:stretch/>
        </p:blipFill>
        <p:spPr>
          <a:xfrm>
            <a:off x="6939382" y="4581128"/>
            <a:ext cx="724100" cy="124937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2549669" y="971187"/>
            <a:ext cx="41911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cap="none">
                <a:solidFill>
                  <a:srgbClr val="A04400"/>
                </a:solidFill>
                <a:latin typeface="Corben"/>
                <a:ea typeface="Corben"/>
                <a:cs typeface="Corben"/>
                <a:sym typeface="Corben"/>
              </a:rPr>
              <a:t>¿ Qué número es?</a:t>
            </a:r>
            <a:endParaRPr sz="3600" cap="none">
              <a:solidFill>
                <a:srgbClr val="A0440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899592" y="1633364"/>
            <a:ext cx="75729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Cuenta los peces y  marca con una ( x) del número que corresponde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9252520" cy="69606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peces dibujos" id="164" name="Google Shape;164;p8"/>
          <p:cNvPicPr preferRelativeResize="0"/>
          <p:nvPr/>
        </p:nvPicPr>
        <p:blipFill rotWithShape="1">
          <a:blip r:embed="rId4">
            <a:alphaModFix/>
          </a:blip>
          <a:srcRect b="0" l="-896" r="897" t="33356"/>
          <a:stretch/>
        </p:blipFill>
        <p:spPr>
          <a:xfrm>
            <a:off x="1601924" y="2492896"/>
            <a:ext cx="6048672" cy="342440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967838" y="1127541"/>
            <a:ext cx="497847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A04400"/>
                </a:solidFill>
                <a:latin typeface="Calibri"/>
                <a:ea typeface="Calibri"/>
                <a:cs typeface="Calibri"/>
                <a:sym typeface="Calibri"/>
              </a:rPr>
              <a:t>Encierra 3 peces </a:t>
            </a:r>
            <a:endParaRPr b="1" sz="5400" cap="none">
              <a:solidFill>
                <a:srgbClr val="A044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72" name="Google Shape;1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43875" y="1342549"/>
            <a:ext cx="9252520" cy="6960611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3" name="Google Shape;173;p9"/>
          <p:cNvSpPr/>
          <p:nvPr/>
        </p:nvSpPr>
        <p:spPr>
          <a:xfrm>
            <a:off x="967838" y="1127541"/>
            <a:ext cx="497847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A04400"/>
                </a:solidFill>
                <a:latin typeface="Calibri"/>
                <a:ea typeface="Calibri"/>
                <a:cs typeface="Calibri"/>
                <a:sym typeface="Calibri"/>
              </a:rPr>
              <a:t>Encierra 2 peces </a:t>
            </a:r>
            <a:endParaRPr b="1" sz="5400" cap="none">
              <a:solidFill>
                <a:srgbClr val="A044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relacionada" id="174" name="Google Shape;174;p9"/>
          <p:cNvPicPr preferRelativeResize="0"/>
          <p:nvPr/>
        </p:nvPicPr>
        <p:blipFill rotWithShape="1">
          <a:blip r:embed="rId4">
            <a:alphaModFix/>
          </a:blip>
          <a:srcRect b="15566" l="18974" r="16506" t="15253"/>
          <a:stretch/>
        </p:blipFill>
        <p:spPr>
          <a:xfrm>
            <a:off x="6972867" y="980728"/>
            <a:ext cx="1255752" cy="1696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75" name="Google Shape;175;p9"/>
          <p:cNvPicPr preferRelativeResize="0"/>
          <p:nvPr/>
        </p:nvPicPr>
        <p:blipFill rotWithShape="1">
          <a:blip r:embed="rId5">
            <a:alphaModFix/>
          </a:blip>
          <a:srcRect b="34889" l="0" r="0" t="0"/>
          <a:stretch/>
        </p:blipFill>
        <p:spPr>
          <a:xfrm>
            <a:off x="1516480" y="2677062"/>
            <a:ext cx="5347525" cy="3528392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82" name="Google Shape;1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9252520" cy="696061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/>
          <p:cNvSpPr/>
          <p:nvPr/>
        </p:nvSpPr>
        <p:spPr>
          <a:xfrm>
            <a:off x="1368749" y="1127541"/>
            <a:ext cx="41766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A04400"/>
                </a:solidFill>
                <a:latin typeface="Calibri"/>
                <a:ea typeface="Calibri"/>
                <a:cs typeface="Calibri"/>
                <a:sym typeface="Calibri"/>
              </a:rPr>
              <a:t>Encierra</a:t>
            </a:r>
            <a:r>
              <a:rPr b="1" lang="es-ES" sz="5400">
                <a:solidFill>
                  <a:srgbClr val="A04400"/>
                </a:solidFill>
                <a:latin typeface="Calibri"/>
                <a:ea typeface="Calibri"/>
                <a:cs typeface="Calibri"/>
                <a:sym typeface="Calibri"/>
              </a:rPr>
              <a:t> 1 pez</a:t>
            </a:r>
            <a:endParaRPr b="1" sz="5400" cap="none">
              <a:solidFill>
                <a:srgbClr val="A044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relacionada" id="184" name="Google Shape;184;p10"/>
          <p:cNvPicPr preferRelativeResize="0"/>
          <p:nvPr/>
        </p:nvPicPr>
        <p:blipFill rotWithShape="1">
          <a:blip r:embed="rId4">
            <a:alphaModFix/>
          </a:blip>
          <a:srcRect b="15146" l="27657" r="31745" t="14804"/>
          <a:stretch/>
        </p:blipFill>
        <p:spPr>
          <a:xfrm>
            <a:off x="6516216" y="1575513"/>
            <a:ext cx="1105972" cy="1908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peces dibujos" id="185" name="Google Shape;185;p10"/>
          <p:cNvPicPr preferRelativeResize="0"/>
          <p:nvPr/>
        </p:nvPicPr>
        <p:blipFill rotWithShape="1">
          <a:blip r:embed="rId5">
            <a:alphaModFix/>
          </a:blip>
          <a:srcRect b="52834" l="51753" r="8084" t="0"/>
          <a:stretch/>
        </p:blipFill>
        <p:spPr>
          <a:xfrm>
            <a:off x="4572000" y="2249950"/>
            <a:ext cx="1801875" cy="17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2019-05-02T03:33:44Z</dcterms:created>
  <dc:creator>Manuel Alvarado</dc:creator>
</cp:coreProperties>
</file>