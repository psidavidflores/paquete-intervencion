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68" r:id="rId6"/>
    <p:sldId id="267" r:id="rId7"/>
    <p:sldId id="266" r:id="rId8"/>
    <p:sldId id="269" r:id="rId9"/>
    <p:sldId id="270" r:id="rId10"/>
    <p:sldId id="262" r:id="rId11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05-02-2020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8911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05-02-2020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751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05-02-2020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021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05-02-2020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1622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05-02-2020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6703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05-02-2020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9957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05-02-2020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8062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05-02-2020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0114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05-02-2020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137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05-02-2020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650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C2DCE-841F-431F-913B-6D2EB60B27DF}" type="datetimeFigureOut">
              <a:rPr lang="es-CL" smtClean="0"/>
              <a:t>05-02-2020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9427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C2DCE-841F-431F-913B-6D2EB60B27DF}" type="datetimeFigureOut">
              <a:rPr lang="es-CL" smtClean="0"/>
              <a:t>05-02-2020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AC4D6-709F-442F-833C-4DE517A5F3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8736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76200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204511" y="2967335"/>
            <a:ext cx="67349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Segmentación Silábica </a:t>
            </a:r>
          </a:p>
        </p:txBody>
      </p:sp>
      <p:sp>
        <p:nvSpPr>
          <p:cNvPr id="5" name="4 Rectángulo"/>
          <p:cNvSpPr/>
          <p:nvPr/>
        </p:nvSpPr>
        <p:spPr>
          <a:xfrm>
            <a:off x="1204507" y="2967335"/>
            <a:ext cx="67349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Segmentación Silábica </a:t>
            </a:r>
            <a:endParaRPr lang="es-CL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1445867" y="1844824"/>
            <a:ext cx="609622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Hoy aprenderemos:</a:t>
            </a:r>
          </a:p>
        </p:txBody>
      </p:sp>
      <p:pic>
        <p:nvPicPr>
          <p:cNvPr id="1028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877" y="3818930"/>
            <a:ext cx="1768227" cy="185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8868" y="3890665"/>
            <a:ext cx="1552017" cy="162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3408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Estrella de 10 puntas"/>
          <p:cNvSpPr/>
          <p:nvPr/>
        </p:nvSpPr>
        <p:spPr>
          <a:xfrm>
            <a:off x="6036626" y="3150274"/>
            <a:ext cx="2351798" cy="2664296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4 CuadroTexto"/>
          <p:cNvSpPr txBox="1"/>
          <p:nvPr/>
        </p:nvSpPr>
        <p:spPr>
          <a:xfrm>
            <a:off x="1043608" y="980728"/>
            <a:ext cx="7344816" cy="8309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b="1" dirty="0"/>
              <a:t>Actividad: Identifica la cantidad de sílabas de cada imagen y escribe el número en el espacio asignado. </a:t>
            </a:r>
          </a:p>
        </p:txBody>
      </p:sp>
      <p:pic>
        <p:nvPicPr>
          <p:cNvPr id="8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519" y="1965047"/>
            <a:ext cx="1130905" cy="11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sultado de imagen para dibujo de empa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69"/>
          <a:stretch/>
        </p:blipFill>
        <p:spPr bwMode="auto">
          <a:xfrm>
            <a:off x="1331640" y="1965047"/>
            <a:ext cx="3816424" cy="3084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611560" y="4828340"/>
            <a:ext cx="4921540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Em</a:t>
            </a:r>
            <a:r>
              <a:rPr lang="es-ES" sz="80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panada</a:t>
            </a:r>
          </a:p>
        </p:txBody>
      </p:sp>
    </p:spTree>
    <p:extLst>
      <p:ext uri="{BB962C8B-B14F-4D97-AF65-F5344CB8AC3E}">
        <p14:creationId xmlns:p14="http://schemas.microsoft.com/office/powerpoint/2010/main" val="3167033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 descr="Resultado de imagen para dibujo de gallet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88" y="2636912"/>
            <a:ext cx="4028249" cy="225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016545" y="1042768"/>
            <a:ext cx="71109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 tiene..?</a:t>
            </a:r>
          </a:p>
        </p:txBody>
      </p:sp>
      <p:sp>
        <p:nvSpPr>
          <p:cNvPr id="8" name="7 Estrella de 10 puntas"/>
          <p:cNvSpPr/>
          <p:nvPr/>
        </p:nvSpPr>
        <p:spPr>
          <a:xfrm>
            <a:off x="5703495" y="3007005"/>
            <a:ext cx="2351798" cy="2664296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9 Rectángulo"/>
          <p:cNvSpPr/>
          <p:nvPr/>
        </p:nvSpPr>
        <p:spPr>
          <a:xfrm>
            <a:off x="1013095" y="4797152"/>
            <a:ext cx="3442610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Ga</a:t>
            </a:r>
            <a:r>
              <a:rPr lang="es-ES" sz="80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lleta</a:t>
            </a:r>
          </a:p>
        </p:txBody>
      </p:sp>
      <p:pic>
        <p:nvPicPr>
          <p:cNvPr id="11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519" y="1965047"/>
            <a:ext cx="1130905" cy="11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920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Estrella de 10 puntas"/>
          <p:cNvSpPr/>
          <p:nvPr/>
        </p:nvSpPr>
        <p:spPr>
          <a:xfrm>
            <a:off x="5652120" y="3126401"/>
            <a:ext cx="2351798" cy="2664296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170" name="Picture 2" descr="Resultado de imagen para dibujo de TORT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71" r="17676"/>
          <a:stretch/>
        </p:blipFill>
        <p:spPr bwMode="auto">
          <a:xfrm>
            <a:off x="1259632" y="1825620"/>
            <a:ext cx="3546764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1016545" y="1042768"/>
            <a:ext cx="71109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 tiene..?</a:t>
            </a:r>
          </a:p>
        </p:txBody>
      </p:sp>
      <p:sp>
        <p:nvSpPr>
          <p:cNvPr id="8" name="7 Rectángulo"/>
          <p:cNvSpPr/>
          <p:nvPr/>
        </p:nvSpPr>
        <p:spPr>
          <a:xfrm>
            <a:off x="1082794" y="4797152"/>
            <a:ext cx="3303212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   T</a:t>
            </a:r>
            <a:r>
              <a:rPr lang="es-ES" sz="8000" b="1" cap="none" spc="0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or</a:t>
            </a:r>
            <a:r>
              <a:rPr lang="es-ES" sz="80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ta</a:t>
            </a:r>
          </a:p>
        </p:txBody>
      </p:sp>
      <p:pic>
        <p:nvPicPr>
          <p:cNvPr id="11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519" y="1965047"/>
            <a:ext cx="1130905" cy="11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3109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Estrella de 10 puntas"/>
          <p:cNvSpPr/>
          <p:nvPr/>
        </p:nvSpPr>
        <p:spPr>
          <a:xfrm>
            <a:off x="6036626" y="3150274"/>
            <a:ext cx="2351798" cy="2664296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1266" name="Picture 2" descr="Resultado de imagen para DIBUJO DE BATIDOR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192" y="1862826"/>
            <a:ext cx="4320479" cy="313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10447" y="4797152"/>
            <a:ext cx="404790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Ba</a:t>
            </a:r>
            <a:r>
              <a:rPr lang="es-ES" sz="80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tidora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1016545" y="1042768"/>
            <a:ext cx="71109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 tiene..?</a:t>
            </a:r>
          </a:p>
        </p:txBody>
      </p:sp>
      <p:pic>
        <p:nvPicPr>
          <p:cNvPr id="11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519" y="1965047"/>
            <a:ext cx="1130905" cy="11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065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Estrella de 10 puntas"/>
          <p:cNvSpPr/>
          <p:nvPr/>
        </p:nvSpPr>
        <p:spPr>
          <a:xfrm>
            <a:off x="6036626" y="3150274"/>
            <a:ext cx="2351798" cy="2664296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2290" name="Picture 2" descr="Resultado de imagen para JUGUERA DIBUJ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94" y="1844824"/>
            <a:ext cx="3672408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1016545" y="1042768"/>
            <a:ext cx="71109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 tiene..?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764214" y="4797152"/>
            <a:ext cx="394037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Ju</a:t>
            </a:r>
            <a:r>
              <a:rPr lang="es-ES" sz="80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guera</a:t>
            </a:r>
            <a:r>
              <a:rPr lang="es-ES" sz="80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</a:p>
        </p:txBody>
      </p:sp>
      <p:pic>
        <p:nvPicPr>
          <p:cNvPr id="11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519" y="1965047"/>
            <a:ext cx="1130905" cy="11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065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Estrella de 10 puntas"/>
          <p:cNvSpPr/>
          <p:nvPr/>
        </p:nvSpPr>
        <p:spPr>
          <a:xfrm>
            <a:off x="6036626" y="3150274"/>
            <a:ext cx="2351798" cy="2664296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7 Rectángulo"/>
          <p:cNvSpPr/>
          <p:nvPr/>
        </p:nvSpPr>
        <p:spPr>
          <a:xfrm>
            <a:off x="1016545" y="1042768"/>
            <a:ext cx="71109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 tiene..?</a:t>
            </a:r>
          </a:p>
        </p:txBody>
      </p:sp>
      <p:sp>
        <p:nvSpPr>
          <p:cNvPr id="9" name="8 Rectángulo"/>
          <p:cNvSpPr/>
          <p:nvPr/>
        </p:nvSpPr>
        <p:spPr>
          <a:xfrm>
            <a:off x="2525848" y="4797152"/>
            <a:ext cx="417101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</a:p>
        </p:txBody>
      </p:sp>
      <p:pic>
        <p:nvPicPr>
          <p:cNvPr id="13314" name="Picture 2" descr="Resultado de imagen para dibujo de queq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545" y="2132856"/>
            <a:ext cx="4748092" cy="3141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833080" y="4797152"/>
            <a:ext cx="380264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Que</a:t>
            </a:r>
            <a:r>
              <a:rPr lang="es-ES" sz="80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que</a:t>
            </a:r>
          </a:p>
        </p:txBody>
      </p:sp>
      <p:pic>
        <p:nvPicPr>
          <p:cNvPr id="12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519" y="1965047"/>
            <a:ext cx="1130905" cy="11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065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Estrella de 10 puntas"/>
          <p:cNvSpPr/>
          <p:nvPr/>
        </p:nvSpPr>
        <p:spPr>
          <a:xfrm>
            <a:off x="6036626" y="3150274"/>
            <a:ext cx="2351798" cy="2664296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242" name="Picture 2" descr="Resultado de imagen para dibujo de PIZZ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3" y="1664804"/>
            <a:ext cx="4504329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016545" y="1042768"/>
            <a:ext cx="71109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 tiene..?</a:t>
            </a:r>
          </a:p>
        </p:txBody>
      </p:sp>
      <p:sp>
        <p:nvSpPr>
          <p:cNvPr id="9" name="8 Rectángulo"/>
          <p:cNvSpPr/>
          <p:nvPr/>
        </p:nvSpPr>
        <p:spPr>
          <a:xfrm>
            <a:off x="1472774" y="4797152"/>
            <a:ext cx="252325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Pi</a:t>
            </a:r>
            <a:r>
              <a:rPr lang="es-ES" sz="80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zza</a:t>
            </a:r>
          </a:p>
        </p:txBody>
      </p:sp>
      <p:pic>
        <p:nvPicPr>
          <p:cNvPr id="10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519" y="1965047"/>
            <a:ext cx="1130905" cy="11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065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Estrella de 10 puntas"/>
          <p:cNvSpPr/>
          <p:nvPr/>
        </p:nvSpPr>
        <p:spPr>
          <a:xfrm>
            <a:off x="6036626" y="3150274"/>
            <a:ext cx="2351798" cy="2664296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9218" name="Picture 2" descr="Resultado de imagen para DIBUJO DE PA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81" b="12444"/>
          <a:stretch/>
        </p:blipFill>
        <p:spPr bwMode="auto">
          <a:xfrm>
            <a:off x="827584" y="2348880"/>
            <a:ext cx="5012039" cy="2566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016545" y="1042768"/>
            <a:ext cx="71109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 tiene..?</a:t>
            </a:r>
          </a:p>
        </p:txBody>
      </p:sp>
      <p:sp>
        <p:nvSpPr>
          <p:cNvPr id="9" name="8 Rectángulo"/>
          <p:cNvSpPr/>
          <p:nvPr/>
        </p:nvSpPr>
        <p:spPr>
          <a:xfrm>
            <a:off x="1734382" y="4797152"/>
            <a:ext cx="200003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s-ES" sz="80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Pan</a:t>
            </a:r>
          </a:p>
        </p:txBody>
      </p:sp>
      <p:pic>
        <p:nvPicPr>
          <p:cNvPr id="10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519" y="1965047"/>
            <a:ext cx="1130905" cy="11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065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Estrella de 10 puntas"/>
          <p:cNvSpPr/>
          <p:nvPr/>
        </p:nvSpPr>
        <p:spPr>
          <a:xfrm>
            <a:off x="6228184" y="3429000"/>
            <a:ext cx="2160240" cy="2385570"/>
          </a:xfrm>
          <a:prstGeom prst="star10">
            <a:avLst/>
          </a:prstGeom>
          <a:ln w="5715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5122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164" y="1772816"/>
            <a:ext cx="4094891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016545" y="1042768"/>
            <a:ext cx="71109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Cuantas sílaba tiene..?</a:t>
            </a:r>
          </a:p>
        </p:txBody>
      </p:sp>
      <p:sp>
        <p:nvSpPr>
          <p:cNvPr id="9" name="8 Rectángulo"/>
          <p:cNvSpPr/>
          <p:nvPr/>
        </p:nvSpPr>
        <p:spPr>
          <a:xfrm>
            <a:off x="1169005" y="4797152"/>
            <a:ext cx="313079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80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s-ES" sz="8000" b="1" dirty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co</a:t>
            </a:r>
            <a:r>
              <a:rPr lang="es-ES" sz="8000" b="1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cina</a:t>
            </a:r>
            <a:endParaRPr lang="es-ES" sz="8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" name="Picture 4" descr="Resultado de imagen para dibujo de manos aplaudie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519" y="1965047"/>
            <a:ext cx="1130905" cy="118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6549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85</Words>
  <Application>Microsoft Office PowerPoint</Application>
  <PresentationFormat>Presentación en pantalla (4:3)</PresentationFormat>
  <Paragraphs>22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</cp:lastModifiedBy>
  <cp:revision>6</cp:revision>
  <dcterms:created xsi:type="dcterms:W3CDTF">2019-04-10T03:43:47Z</dcterms:created>
  <dcterms:modified xsi:type="dcterms:W3CDTF">2020-02-06T01:21:43Z</dcterms:modified>
</cp:coreProperties>
</file>