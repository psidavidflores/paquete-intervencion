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772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089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685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291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845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296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68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420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65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038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54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C873-2B39-444D-9D1E-ABC781DE323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D5F83-CDDA-45B2-8ABB-3F81591B84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1474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NIÃOS LEYEND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" y="-11507"/>
            <a:ext cx="9146735" cy="6869507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374388" y="1853586"/>
            <a:ext cx="4645884" cy="15696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4800" cap="none" spc="0" dirty="0" smtClean="0">
                <a:ln w="11430"/>
                <a:latin typeface="Cooper Black" pitchFamily="18" charset="0"/>
              </a:rPr>
              <a:t>Iniciación a la </a:t>
            </a:r>
            <a:r>
              <a:rPr lang="es-ES" sz="4800" cap="none" spc="0" dirty="0" smtClean="0">
                <a:ln w="11430"/>
                <a:latin typeface="Cooper Black" pitchFamily="18" charset="0"/>
              </a:rPr>
              <a:t>Lectura</a:t>
            </a:r>
          </a:p>
        </p:txBody>
      </p:sp>
    </p:spTree>
    <p:extLst>
      <p:ext uri="{BB962C8B-B14F-4D97-AF65-F5344CB8AC3E}">
        <p14:creationId xmlns:p14="http://schemas.microsoft.com/office/powerpoint/2010/main" val="369065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263793" y="2017999"/>
            <a:ext cx="669674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Jorge es un                         </a:t>
            </a:r>
          </a:p>
          <a:p>
            <a:endParaRPr lang="es-CL" sz="3200" dirty="0" smtClean="0"/>
          </a:p>
          <a:p>
            <a:r>
              <a:rPr lang="es-CL" sz="3200" dirty="0" smtClean="0"/>
              <a:t>que le gusta  jugar a la          c     con su  </a:t>
            </a:r>
          </a:p>
          <a:p>
            <a:r>
              <a:rPr lang="es-CL" sz="3200" dirty="0" smtClean="0"/>
              <a:t> </a:t>
            </a:r>
            <a:r>
              <a:rPr lang="es-CL" sz="3200" dirty="0"/>
              <a:t> </a:t>
            </a:r>
            <a:r>
              <a:rPr lang="es-CL" sz="3200" dirty="0" smtClean="0"/>
              <a:t>                    </a:t>
            </a:r>
          </a:p>
          <a:p>
            <a:r>
              <a:rPr lang="es-CL" sz="3200" dirty="0"/>
              <a:t> </a:t>
            </a:r>
            <a:r>
              <a:rPr lang="es-CL" sz="3200" dirty="0" smtClean="0"/>
              <a:t>            llamado Pitín.  A Pitín le gusta  </a:t>
            </a:r>
          </a:p>
          <a:p>
            <a:endParaRPr lang="es-CL" sz="3200" dirty="0"/>
          </a:p>
          <a:p>
            <a:r>
              <a:rPr lang="es-CL" sz="3200" dirty="0" smtClean="0"/>
              <a:t> comer                 en su </a:t>
            </a:r>
          </a:p>
        </p:txBody>
      </p:sp>
      <p:pic>
        <p:nvPicPr>
          <p:cNvPr id="2052" name="Picture 4" descr="Resultado de imagen para dibujo de niÃ±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152" y="1772816"/>
            <a:ext cx="1397602" cy="1189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para dibujo de pelot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202" y="2640443"/>
            <a:ext cx="1238650" cy="123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dibujo perro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3" t="8610" r="18932" b="10433"/>
          <a:stretch/>
        </p:blipFill>
        <p:spPr bwMode="auto">
          <a:xfrm>
            <a:off x="1463049" y="3755464"/>
            <a:ext cx="1152128" cy="101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6" b="17574"/>
          <a:stretch/>
        </p:blipFill>
        <p:spPr bwMode="auto">
          <a:xfrm>
            <a:off x="2745396" y="4888299"/>
            <a:ext cx="1230970" cy="65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sultado de imagen para dibujo casa de perr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925" y="4526494"/>
            <a:ext cx="1382720" cy="138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555776" y="620688"/>
            <a:ext cx="36572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Jorge y Pitìn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89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971931" y="1412776"/>
            <a:ext cx="51656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Quién es </a:t>
            </a:r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J</a:t>
            </a:r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orge?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115616" y="764704"/>
            <a:ext cx="640871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smtClean="0"/>
              <a:t>Actividad: Responde las siguientes preguntas. </a:t>
            </a:r>
            <a:endParaRPr lang="es-CL" dirty="0"/>
          </a:p>
        </p:txBody>
      </p:sp>
      <p:pic>
        <p:nvPicPr>
          <p:cNvPr id="7" name="Picture 4" descr="Resultado de imagen para dibujo de niÃ±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3" y="2636912"/>
            <a:ext cx="3215561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Resultado de imagen para dibujo perro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3" t="8610" r="18932" b="10433"/>
          <a:stretch/>
        </p:blipFill>
        <p:spPr bwMode="auto">
          <a:xfrm>
            <a:off x="5076056" y="2852936"/>
            <a:ext cx="2872766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35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0499" y="1028055"/>
            <a:ext cx="720851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A qué le gusta jugar a Jorge?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6" descr="Resultado de imagen para dibujo de pelot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190350"/>
            <a:ext cx="3240360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Resultado de imagen para dibujo casa de perr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418" y="2406374"/>
            <a:ext cx="3024336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56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065930" y="1412776"/>
            <a:ext cx="49776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Quién es </a:t>
            </a:r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Pitín</a:t>
            </a:r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8" descr="Resultado de imagen para dibujo perr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3" t="8610" r="18932" b="10433"/>
          <a:stretch/>
        </p:blipFill>
        <p:spPr bwMode="auto">
          <a:xfrm>
            <a:off x="1403648" y="2708920"/>
            <a:ext cx="3151106" cy="276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esultado de imagen para dibujo de niÃ±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711" y="2740821"/>
            <a:ext cx="3215561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659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7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6449" y="997277"/>
            <a:ext cx="771230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Qué le gusta comer a </a:t>
            </a:r>
            <a:r>
              <a:rPr lang="es-ES" sz="48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Pitín</a:t>
            </a:r>
            <a:r>
              <a:rPr lang="es-ES" sz="48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?</a:t>
            </a:r>
            <a:endParaRPr lang="es-ES" sz="48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6" descr="Resultado de imagen para dibujo de pelot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485701"/>
            <a:ext cx="2627584" cy="262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6" b="17574"/>
          <a:stretch/>
        </p:blipFill>
        <p:spPr bwMode="auto">
          <a:xfrm>
            <a:off x="4716016" y="3068960"/>
            <a:ext cx="3362097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07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169926" y="997277"/>
            <a:ext cx="690535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En qué lugar come </a:t>
            </a:r>
            <a:r>
              <a:rPr lang="es-ES" sz="48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Pitín</a:t>
            </a:r>
            <a:r>
              <a:rPr lang="es-ES" sz="48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?</a:t>
            </a:r>
            <a:endParaRPr lang="es-ES" sz="48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7" name="Picture 12" descr="Resultado de imagen para dibujo casa de per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37438"/>
            <a:ext cx="3096344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Resultado de imagen para dibujo de cam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3" y="2276872"/>
            <a:ext cx="3672408" cy="325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838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67093" y="764704"/>
            <a:ext cx="60724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La hormiguita Rosita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391150" y="1981215"/>
            <a:ext cx="63799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 smtClean="0"/>
              <a:t>Rosita,  es una                     que todos los días sube  </a:t>
            </a:r>
          </a:p>
          <a:p>
            <a:endParaRPr lang="es-CL" sz="2400" dirty="0"/>
          </a:p>
          <a:p>
            <a:endParaRPr lang="es-CL" sz="2400" dirty="0" smtClean="0"/>
          </a:p>
          <a:p>
            <a:r>
              <a:rPr lang="es-CL" sz="2400" dirty="0" smtClean="0"/>
              <a:t>al                         para recoger                </a:t>
            </a:r>
          </a:p>
          <a:p>
            <a:endParaRPr lang="es-CL" sz="2400" dirty="0"/>
          </a:p>
          <a:p>
            <a:endParaRPr lang="es-CL" sz="2400" dirty="0" smtClean="0"/>
          </a:p>
          <a:p>
            <a:r>
              <a:rPr lang="es-CL" sz="2400" dirty="0" smtClean="0"/>
              <a:t>La Hormiguita al estar tan cansada duerme en su </a:t>
            </a:r>
          </a:p>
          <a:p>
            <a:endParaRPr lang="es-CL" sz="2400" dirty="0"/>
          </a:p>
          <a:p>
            <a:endParaRPr lang="es-CL" sz="2400" dirty="0" smtClean="0"/>
          </a:p>
          <a:p>
            <a:endParaRPr lang="es-CL" sz="2400" dirty="0"/>
          </a:p>
        </p:txBody>
      </p:sp>
      <p:pic>
        <p:nvPicPr>
          <p:cNvPr id="5122" name="Picture 2" descr="Resultado de imagen para dibujo de hormig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7" y="1746107"/>
            <a:ext cx="1305272" cy="79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840" y="2563959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n para dibujo de manzana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3" r="13311"/>
          <a:stretch/>
        </p:blipFill>
        <p:spPr bwMode="auto">
          <a:xfrm>
            <a:off x="5076056" y="2810545"/>
            <a:ext cx="1146628" cy="123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Resultado de imagen para dibujo de cam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9" t="7009" r="7162" b="4924"/>
          <a:stretch/>
        </p:blipFill>
        <p:spPr bwMode="auto">
          <a:xfrm>
            <a:off x="1479901" y="4725145"/>
            <a:ext cx="1363907" cy="100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0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858599" y="764704"/>
            <a:ext cx="54268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¿ Quién es Rosita?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6" name="Picture 2" descr="Resultado de imagen para dibujo de hormig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2492896"/>
            <a:ext cx="3890608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150992"/>
            <a:ext cx="2718168" cy="286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25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49643" y="764704"/>
            <a:ext cx="624472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¿ Dónde sube todos los días Rosita?</a:t>
            </a:r>
            <a:endParaRPr lang="es-ES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6" name="Picture 8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997908"/>
            <a:ext cx="2718168" cy="286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Resultado de imagen para dibujo de cam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9" t="7009" r="7162" b="4924"/>
          <a:stretch/>
        </p:blipFill>
        <p:spPr bwMode="auto">
          <a:xfrm>
            <a:off x="4586865" y="2564904"/>
            <a:ext cx="3312819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25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56478" y="764704"/>
            <a:ext cx="639506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</a:rPr>
              <a:t>¿ Qué saca la hormiguita del árbol?</a:t>
            </a:r>
            <a:endParaRPr lang="es-ES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6" name="Picture 10" descr="Resultado de imagen para dibujo de manzan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3" r="13311"/>
          <a:stretch/>
        </p:blipFill>
        <p:spPr bwMode="auto">
          <a:xfrm>
            <a:off x="1667241" y="1884748"/>
            <a:ext cx="2863074" cy="308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Resultado de imagen para dibujo de hojita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800225"/>
            <a:ext cx="2028825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106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456478" y="764704"/>
            <a:ext cx="639506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</a:rPr>
              <a:t>¿ En qué lugar duerme Rosita?</a:t>
            </a:r>
            <a:endParaRPr lang="es-ES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5" name="Picture 8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997908"/>
            <a:ext cx="2718168" cy="286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Resultado de imagen para dibujo de cam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9" t="7009" r="7162" b="4924"/>
          <a:stretch/>
        </p:blipFill>
        <p:spPr bwMode="auto">
          <a:xfrm>
            <a:off x="4586865" y="2564904"/>
            <a:ext cx="3312819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092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103140" y="764704"/>
            <a:ext cx="50004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La gatita Carlota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187624" y="1916832"/>
            <a:ext cx="63367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3200" dirty="0" smtClean="0"/>
              <a:t>Por la mañana, la gatita Carlota juega con su pelota. </a:t>
            </a:r>
          </a:p>
          <a:p>
            <a:r>
              <a:rPr lang="es-CL" sz="3200" dirty="0" smtClean="0"/>
              <a:t>Por la tarde, se sube a los árboles para atrapar a las aves. </a:t>
            </a:r>
          </a:p>
          <a:p>
            <a:r>
              <a:rPr lang="es-CL" sz="3200" dirty="0" smtClean="0"/>
              <a:t>Por la noche, Carlota muy cansada duerme en el coche</a:t>
            </a:r>
            <a:r>
              <a:rPr lang="es-CL" dirty="0" smtClean="0"/>
              <a:t>. 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76697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690187" y="836712"/>
            <a:ext cx="57291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es Carlota?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074" name="Picture 2" descr="Resultado de imagen para dibujo de gati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916832"/>
            <a:ext cx="3079097" cy="344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dibujo de av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729" y="1959618"/>
            <a:ext cx="3672408" cy="3358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802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110677" y="836712"/>
            <a:ext cx="688816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A qué juega la gatita Carlota en la mañana?</a:t>
            </a:r>
            <a:endParaRPr lang="es-ES" sz="28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84" b="12038"/>
          <a:stretch/>
        </p:blipFill>
        <p:spPr bwMode="auto">
          <a:xfrm>
            <a:off x="1089151" y="2420888"/>
            <a:ext cx="3182496" cy="295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arboles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647" y="1988840"/>
            <a:ext cx="3907012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626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405849" y="836712"/>
            <a:ext cx="629781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A qué lugar sube Carlota</a:t>
            </a:r>
          </a:p>
          <a:p>
            <a:pPr algn="ctr"/>
            <a:r>
              <a:rPr lang="es-ES" sz="4400" b="1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En la tarde</a:t>
            </a:r>
            <a:r>
              <a:rPr lang="es-ES" sz="44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s-ES" sz="44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arboles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362019"/>
            <a:ext cx="3907012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925" y="2362019"/>
            <a:ext cx="3453460" cy="365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672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20468" y="836712"/>
            <a:ext cx="62685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¿Qué atrapa Carlota?</a:t>
            </a:r>
            <a:endParaRPr lang="es-ES" sz="54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 descr="Resultado de imagen para dibujo de av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729" y="1959618"/>
            <a:ext cx="3672408" cy="3358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65" y="2228680"/>
            <a:ext cx="3230886" cy="2820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132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490" y="0"/>
            <a:ext cx="91784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312146" y="836712"/>
            <a:ext cx="648523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duerme Carlota en la noche?</a:t>
            </a:r>
            <a:endParaRPr lang="es-ES" sz="32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170" name="Picture 2" descr="Resultado de imagen para dibujo de coche be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81" y="2060848"/>
            <a:ext cx="3422630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84" b="12038"/>
          <a:stretch/>
        </p:blipFill>
        <p:spPr bwMode="auto">
          <a:xfrm>
            <a:off x="4844644" y="2276872"/>
            <a:ext cx="3285301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2924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206</Words>
  <Application>Microsoft Office PowerPoint</Application>
  <PresentationFormat>Presentación en pantalla (4:3)</PresentationFormat>
  <Paragraphs>38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12</cp:revision>
  <dcterms:created xsi:type="dcterms:W3CDTF">2019-03-10T19:49:39Z</dcterms:created>
  <dcterms:modified xsi:type="dcterms:W3CDTF">2019-03-16T17:26:57Z</dcterms:modified>
</cp:coreProperties>
</file>