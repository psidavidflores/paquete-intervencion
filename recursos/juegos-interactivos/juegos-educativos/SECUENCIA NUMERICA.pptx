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144000"/>
  <p:embeddedFontLst>
    <p:embeddedFont>
      <p:font typeface="Corben"/>
      <p:bold r:id="rId21"/>
    </p:embeddedFont>
    <p:embeddedFont>
      <p:font typeface="Pacifico"/>
      <p:regular r:id="rId22"/>
    </p:embeddedFon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4" roundtripDataSignature="AMtx7miUx7QzyvYXZcAXP9hQLEM4Txkj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E9DEE4-B366-4057-8B97-6C177428E788}">
  <a:tblStyle styleId="{1BE9DEE4-B366-4057-8B97-6C177428E7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CEAF0"/>
          </a:solidFill>
        </a:fill>
      </a:tcStyle>
    </a:wholeTbl>
    <a:band1H>
      <a:tcTxStyle/>
      <a:tcStyle>
        <a:fill>
          <a:solidFill>
            <a:srgbClr val="D7D2DF"/>
          </a:solidFill>
        </a:fill>
      </a:tcStyle>
    </a:band1H>
    <a:band2H>
      <a:tcTxStyle/>
    </a:band2H>
    <a:band1V>
      <a:tcTxStyle/>
      <a:tcStyle>
        <a:fill>
          <a:solidFill>
            <a:srgbClr val="D7D2D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4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Pacifico-regular.fntdata"/><Relationship Id="rId10" Type="http://schemas.openxmlformats.org/officeDocument/2006/relationships/slide" Target="slides/slide4.xml"/><Relationship Id="rId21" Type="http://schemas.openxmlformats.org/officeDocument/2006/relationships/font" Target="fonts/Corben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a23707b4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7a23707b47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a23707b4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7a23707b47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7a23707b4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7a23707b47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cde07ffc43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cde07ffc4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9.jpg"/><Relationship Id="rId5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7.jpg"/><Relationship Id="rId5" Type="http://schemas.openxmlformats.org/officeDocument/2006/relationships/image" Target="../media/image13.jpg"/><Relationship Id="rId6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6.jpg"/><Relationship Id="rId5" Type="http://schemas.openxmlformats.org/officeDocument/2006/relationships/image" Target="../media/image11.jpg"/><Relationship Id="rId6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19.jp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17.jpg"/><Relationship Id="rId5" Type="http://schemas.openxmlformats.org/officeDocument/2006/relationships/image" Target="../media/image13.jpg"/><Relationship Id="rId6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youtube.com/watch?v=d80h0xmEjbI" TargetMode="External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COLORIDAS" id="86" name="Google Shape;86;p1"/>
          <p:cNvPicPr preferRelativeResize="0"/>
          <p:nvPr/>
        </p:nvPicPr>
        <p:blipFill rotWithShape="1">
          <a:blip r:embed="rId3">
            <a:alphaModFix/>
          </a:blip>
          <a:srcRect b="6375" l="0" r="0" t="0"/>
          <a:stretch/>
        </p:blipFill>
        <p:spPr>
          <a:xfrm>
            <a:off x="-34467" y="0"/>
            <a:ext cx="9144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1046687" y="1087869"/>
            <a:ext cx="56957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rgbClr val="3A1A62"/>
                </a:solidFill>
                <a:latin typeface="Corben"/>
                <a:ea typeface="Corben"/>
                <a:cs typeface="Corben"/>
                <a:sym typeface="Corben"/>
              </a:rPr>
              <a:t>HOY APRENDEREMOS:</a:t>
            </a:r>
            <a:endParaRPr b="1" i="0" sz="3600" u="none" cap="none" strike="noStrike">
              <a:solidFill>
                <a:srgbClr val="DF322D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046686" y="4869160"/>
            <a:ext cx="6981697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4400" u="none" cap="none" strike="noStrike">
                <a:solidFill>
                  <a:srgbClr val="A04400"/>
                </a:solidFill>
                <a:latin typeface="Federo"/>
                <a:ea typeface="Federo"/>
                <a:cs typeface="Federo"/>
                <a:sym typeface="Federo"/>
              </a:rPr>
              <a:t>Secuencia numérica 1 al 10</a:t>
            </a:r>
            <a:endParaRPr b="1" i="0" sz="4400" u="none" cap="none" strike="noStrike">
              <a:solidFill>
                <a:srgbClr val="A044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pic>
        <p:nvPicPr>
          <p:cNvPr descr="Imagen relacionada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969" y="2060848"/>
            <a:ext cx="6950414" cy="2808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96" name="Google Shape;96;p3"/>
          <p:cNvPicPr preferRelativeResize="0"/>
          <p:nvPr/>
        </p:nvPicPr>
        <p:blipFill rotWithShape="1">
          <a:blip r:embed="rId3">
            <a:alphaModFix/>
          </a:blip>
          <a:srcRect b="9746" l="0" r="0" t="0"/>
          <a:stretch/>
        </p:blipFill>
        <p:spPr>
          <a:xfrm>
            <a:off x="11694" y="-34602"/>
            <a:ext cx="9120605" cy="692718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1451132" y="951960"/>
            <a:ext cx="661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alibri"/>
                <a:ea typeface="Calibri"/>
                <a:cs typeface="Calibri"/>
                <a:sym typeface="Calibri"/>
              </a:rPr>
              <a:t>Secuencia de números</a:t>
            </a:r>
            <a:endParaRPr b="1" i="0" sz="5400" u="none" cap="none" strike="noStrike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1325" y="1875350"/>
            <a:ext cx="6745049" cy="399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2199" y="3153125"/>
            <a:ext cx="658850" cy="6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7074" y="3091650"/>
            <a:ext cx="658850" cy="6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1949" y="3091662"/>
            <a:ext cx="658850" cy="6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6824" y="3091650"/>
            <a:ext cx="658850" cy="6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924" y="3091662"/>
            <a:ext cx="658850" cy="6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7524" y="3220037"/>
            <a:ext cx="658850" cy="6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0499" y="5105587"/>
            <a:ext cx="658850" cy="6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599" y="5105587"/>
            <a:ext cx="658850" cy="6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0699" y="5195612"/>
            <a:ext cx="658850" cy="6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5799" y="5195612"/>
            <a:ext cx="658850" cy="6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5774" y="5195612"/>
            <a:ext cx="658850" cy="67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116" name="Google Shape;116;p4"/>
          <p:cNvPicPr preferRelativeResize="0"/>
          <p:nvPr/>
        </p:nvPicPr>
        <p:blipFill rotWithShape="1">
          <a:blip r:embed="rId3">
            <a:alphaModFix/>
          </a:blip>
          <a:srcRect b="9746" l="0" r="0" t="0"/>
          <a:stretch/>
        </p:blipFill>
        <p:spPr>
          <a:xfrm>
            <a:off x="23394" y="2073"/>
            <a:ext cx="9120606" cy="692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3181888" y="4696448"/>
            <a:ext cx="1368152" cy="1170130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475656" y="4696448"/>
            <a:ext cx="1392236" cy="1170130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968044" y="4682028"/>
            <a:ext cx="1368152" cy="1170130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rgbClr val="30E5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588224" y="4656615"/>
            <a:ext cx="1368152" cy="1170130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940228" y="1124744"/>
            <a:ext cx="6055631" cy="1440160"/>
          </a:xfrm>
          <a:prstGeom prst="cloudCallout">
            <a:avLst>
              <a:gd fmla="val -37306" name="adj1"/>
              <a:gd fmla="val 61217" name="adj2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38100">
            <a:solidFill>
              <a:srgbClr val="B30FB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Escribe los números que faltan para completar la secuencia.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niÃ±o"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3010" y="2378225"/>
            <a:ext cx="1534435" cy="1944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globos" id="123" name="Google Shape;123;p4"/>
          <p:cNvPicPr preferRelativeResize="0"/>
          <p:nvPr/>
        </p:nvPicPr>
        <p:blipFill rotWithShape="1">
          <a:blip r:embed="rId5">
            <a:alphaModFix/>
          </a:blip>
          <a:srcRect b="0" l="21410" r="16311" t="8331"/>
          <a:stretch/>
        </p:blipFill>
        <p:spPr>
          <a:xfrm>
            <a:off x="6696235" y="2378225"/>
            <a:ext cx="1152129" cy="2130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3503550" y="4459038"/>
            <a:ext cx="1368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3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0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6754200" y="4210650"/>
            <a:ext cx="1046400" cy="173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100">
                <a:latin typeface="Pacifico"/>
                <a:ea typeface="Pacifico"/>
                <a:cs typeface="Pacifico"/>
                <a:sym typeface="Pacifico"/>
              </a:rPr>
              <a:t>4</a:t>
            </a:r>
            <a:endParaRPr sz="101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132" name="Google Shape;132;p5"/>
          <p:cNvPicPr preferRelativeResize="0"/>
          <p:nvPr/>
        </p:nvPicPr>
        <p:blipFill rotWithShape="1">
          <a:blip r:embed="rId3">
            <a:alphaModFix/>
          </a:blip>
          <a:srcRect b="9746" l="0" r="0" t="0"/>
          <a:stretch/>
        </p:blipFill>
        <p:spPr>
          <a:xfrm>
            <a:off x="23394" y="2073"/>
            <a:ext cx="9120606" cy="692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1109859" y="4709933"/>
            <a:ext cx="1392236" cy="1170130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2502095" y="4709933"/>
            <a:ext cx="1392236" cy="1170130"/>
          </a:xfrm>
          <a:prstGeom prst="ellipse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38100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887579" y="4709933"/>
            <a:ext cx="1392236" cy="1170130"/>
          </a:xfrm>
          <a:prstGeom prst="ellipse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38100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279815" y="4650901"/>
            <a:ext cx="1392236" cy="1170130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636" y="2420887"/>
            <a:ext cx="2045577" cy="223418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1152637" y="1052736"/>
            <a:ext cx="6731732" cy="1368152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la secuencia numérica con el número que falta.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672051" y="4634115"/>
            <a:ext cx="1392236" cy="1170130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pic>
        <p:nvPicPr>
          <p:cNvPr descr="Resultado de imagen para dibujo de pelota"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2051" y="3284984"/>
            <a:ext cx="1195229" cy="11123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2756325" y="4502250"/>
            <a:ext cx="905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100">
                <a:latin typeface="Calibri"/>
                <a:ea typeface="Calibri"/>
                <a:cs typeface="Calibri"/>
                <a:sym typeface="Calibri"/>
              </a:rPr>
              <a:t>5</a:t>
            </a:r>
            <a:endParaRPr sz="9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4134375" y="4426438"/>
            <a:ext cx="905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1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9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5427875" y="4426450"/>
            <a:ext cx="905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1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9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150" name="Google Shape;150;p6"/>
          <p:cNvPicPr preferRelativeResize="0"/>
          <p:nvPr/>
        </p:nvPicPr>
        <p:blipFill rotWithShape="1">
          <a:blip r:embed="rId3">
            <a:alphaModFix/>
          </a:blip>
          <a:srcRect b="9746" l="0" r="0" t="0"/>
          <a:stretch/>
        </p:blipFill>
        <p:spPr>
          <a:xfrm>
            <a:off x="23394" y="2073"/>
            <a:ext cx="9120606" cy="692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1247775" y="1052736"/>
            <a:ext cx="6731732" cy="1368152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la secuencia numérica con los números que faltan.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cuncuna de numeros" id="152" name="Google Shape;1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7775" y="2780928"/>
            <a:ext cx="6852617" cy="288493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2764307" y="3933056"/>
            <a:ext cx="50405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860032" y="3789040"/>
            <a:ext cx="50405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3667225" y="3933050"/>
            <a:ext cx="1192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8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5751400" y="3429000"/>
            <a:ext cx="1192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300">
                <a:latin typeface="Calibri"/>
                <a:ea typeface="Calibri"/>
                <a:cs typeface="Calibri"/>
                <a:sym typeface="Calibri"/>
              </a:rPr>
              <a:t>9</a:t>
            </a:r>
            <a:endParaRPr sz="9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6724500" y="3124425"/>
            <a:ext cx="1469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4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8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164" name="Google Shape;164;p7"/>
          <p:cNvPicPr preferRelativeResize="0"/>
          <p:nvPr/>
        </p:nvPicPr>
        <p:blipFill rotWithShape="1">
          <a:blip r:embed="rId3">
            <a:alphaModFix/>
          </a:blip>
          <a:srcRect b="9746" l="0" r="0" t="0"/>
          <a:stretch/>
        </p:blipFill>
        <p:spPr>
          <a:xfrm>
            <a:off x="23394" y="2073"/>
            <a:ext cx="9120606" cy="6927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tren con numeros"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0" r="21360" t="0"/>
          <a:stretch/>
        </p:blipFill>
        <p:spPr>
          <a:xfrm>
            <a:off x="1043609" y="3140968"/>
            <a:ext cx="3672408" cy="286658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1247775" y="1052736"/>
            <a:ext cx="6731732" cy="1368152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la secuencia numérica con los números que faltan.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tren con numeros" id="167" name="Google Shape;167;p7"/>
          <p:cNvPicPr preferRelativeResize="0"/>
          <p:nvPr/>
        </p:nvPicPr>
        <p:blipFill rotWithShape="1">
          <a:blip r:embed="rId4">
            <a:alphaModFix/>
          </a:blip>
          <a:srcRect b="0" l="36884" r="-4333" t="67124"/>
          <a:stretch/>
        </p:blipFill>
        <p:spPr>
          <a:xfrm>
            <a:off x="4716017" y="5157192"/>
            <a:ext cx="3446941" cy="8503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 txBox="1"/>
          <p:nvPr/>
        </p:nvSpPr>
        <p:spPr>
          <a:xfrm>
            <a:off x="4846475" y="3429000"/>
            <a:ext cx="11358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5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8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5725675" y="3294075"/>
            <a:ext cx="1135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800">
                <a:solidFill>
                  <a:srgbClr val="FFFF00"/>
                </a:solidFill>
                <a:latin typeface="Pacifico"/>
                <a:ea typeface="Pacifico"/>
                <a:cs typeface="Pacifico"/>
                <a:sym typeface="Pacifico"/>
              </a:rPr>
              <a:t>4</a:t>
            </a:r>
            <a:endParaRPr sz="13100">
              <a:solidFill>
                <a:srgbClr val="FFFF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6861475" y="3428988"/>
            <a:ext cx="11358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5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8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Imagen relacionada" id="176" name="Google Shape;176;p8"/>
          <p:cNvPicPr preferRelativeResize="0"/>
          <p:nvPr/>
        </p:nvPicPr>
        <p:blipFill rotWithShape="1">
          <a:blip r:embed="rId3">
            <a:alphaModFix/>
          </a:blip>
          <a:srcRect b="9746" l="0" r="0" t="0"/>
          <a:stretch/>
        </p:blipFill>
        <p:spPr>
          <a:xfrm>
            <a:off x="53344" y="-34589"/>
            <a:ext cx="9120605" cy="692718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1247775" y="1052736"/>
            <a:ext cx="6731732" cy="1368152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la secuencia numérica con los números que faltan.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8"/>
          <p:cNvGraphicFramePr/>
          <p:nvPr/>
        </p:nvGraphicFramePr>
        <p:xfrm>
          <a:off x="1565641" y="46648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{1BE9DEE4-B366-4057-8B97-6C177428E788}</a:tableStyleId>
              </a:tblPr>
              <a:tblGrid>
                <a:gridCol w="641375"/>
                <a:gridCol w="641375"/>
                <a:gridCol w="641375"/>
                <a:gridCol w="641375"/>
                <a:gridCol w="641375"/>
                <a:gridCol w="641375"/>
                <a:gridCol w="641375"/>
                <a:gridCol w="641375"/>
                <a:gridCol w="641375"/>
                <a:gridCol w="641375"/>
              </a:tblGrid>
              <a:tr h="104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5400" u="none" cap="none" strike="noStrike"/>
                        <a:t>1</a:t>
                      </a:r>
                      <a:endParaRPr b="1" sz="54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54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5400" u="none" cap="none" strike="noStrike"/>
                        <a:t>3</a:t>
                      </a:r>
                      <a:endParaRPr b="1" sz="54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54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54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5400" u="none" cap="none" strike="noStrike"/>
                        <a:t>6</a:t>
                      </a:r>
                      <a:endParaRPr b="1" sz="54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54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54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5400" u="none" cap="none" strike="noStrike"/>
                        <a:t>9</a:t>
                      </a:r>
                      <a:endParaRPr b="1" sz="54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54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Imagen relacionada" id="179" name="Google Shape;179;p8"/>
          <p:cNvPicPr preferRelativeResize="0"/>
          <p:nvPr/>
        </p:nvPicPr>
        <p:blipFill rotWithShape="1">
          <a:blip r:embed="rId4">
            <a:alphaModFix/>
          </a:blip>
          <a:srcRect b="11154" l="17891" r="21233" t="10189"/>
          <a:stretch/>
        </p:blipFill>
        <p:spPr>
          <a:xfrm>
            <a:off x="1422273" y="2664780"/>
            <a:ext cx="1669474" cy="1528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80" name="Google Shape;1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2442" y="3032511"/>
            <a:ext cx="1621443" cy="1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 txBox="1"/>
          <p:nvPr/>
        </p:nvSpPr>
        <p:spPr>
          <a:xfrm>
            <a:off x="2238800" y="4581725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3570775" y="4581725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solidFill>
                  <a:srgbClr val="FFFFFF"/>
                </a:solidFill>
                <a:latin typeface="Pacifico"/>
                <a:ea typeface="Pacifico"/>
                <a:cs typeface="Pacifico"/>
                <a:sym typeface="Pacifico"/>
              </a:rPr>
              <a:t>4</a:t>
            </a:r>
            <a:endParaRPr sz="5900">
              <a:solidFill>
                <a:srgbClr val="FFFFFF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4131150" y="4581725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5413888" y="4664850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6055275" y="4664850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7257025" y="4797125"/>
            <a:ext cx="101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4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a23707b47_0_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g7a23707b47_0_4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193" name="Google Shape;193;g7a23707b47_0_47"/>
          <p:cNvPicPr preferRelativeResize="0"/>
          <p:nvPr/>
        </p:nvPicPr>
        <p:blipFill rotWithShape="1">
          <a:blip r:embed="rId3">
            <a:alphaModFix/>
          </a:blip>
          <a:srcRect b="9747" l="0" r="0" t="0"/>
          <a:stretch/>
        </p:blipFill>
        <p:spPr>
          <a:xfrm>
            <a:off x="23394" y="2073"/>
            <a:ext cx="9120605" cy="6927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strella" id="194" name="Google Shape;194;g7a23707b47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5935" y="4437112"/>
            <a:ext cx="1410703" cy="1410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strella" id="195" name="Google Shape;195;g7a23707b47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0178" y="4437111"/>
            <a:ext cx="1410703" cy="1410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strella" id="196" name="Google Shape;196;g7a23707b47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5232" y="4437112"/>
            <a:ext cx="1410703" cy="1410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strella" id="197" name="Google Shape;197;g7a23707b47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1508" y="4437110"/>
            <a:ext cx="1410703" cy="1410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strella" id="198" name="Google Shape;198;g7a23707b47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2054" y="4437109"/>
            <a:ext cx="1410703" cy="141070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7a23707b47_0_47"/>
          <p:cNvSpPr txBox="1"/>
          <p:nvPr/>
        </p:nvSpPr>
        <p:spPr>
          <a:xfrm>
            <a:off x="1394109" y="4757739"/>
            <a:ext cx="1022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7a23707b47_0_47"/>
          <p:cNvSpPr txBox="1"/>
          <p:nvPr/>
        </p:nvSpPr>
        <p:spPr>
          <a:xfrm>
            <a:off x="4072277" y="4791078"/>
            <a:ext cx="1022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7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7a23707b47_0_47"/>
          <p:cNvSpPr txBox="1"/>
          <p:nvPr/>
        </p:nvSpPr>
        <p:spPr>
          <a:xfrm>
            <a:off x="6815985" y="4853446"/>
            <a:ext cx="1022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2" name="Google Shape;202;g7a23707b47_0_47"/>
          <p:cNvSpPr/>
          <p:nvPr/>
        </p:nvSpPr>
        <p:spPr>
          <a:xfrm>
            <a:off x="1247775" y="1052736"/>
            <a:ext cx="6731700" cy="1368300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38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la secuencia numérica con los números que faltan.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ovni" id="203" name="Google Shape;203;g7a23707b47_0_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5865" y="2564904"/>
            <a:ext cx="2212383" cy="198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204" name="Google Shape;204;g7a23707b47_0_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3044" y="2640170"/>
            <a:ext cx="1542195" cy="1650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7a23707b47_0_47"/>
          <p:cNvSpPr txBox="1"/>
          <p:nvPr/>
        </p:nvSpPr>
        <p:spPr>
          <a:xfrm>
            <a:off x="2998600" y="4791075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7a23707b47_0_47"/>
          <p:cNvSpPr txBox="1"/>
          <p:nvPr/>
        </p:nvSpPr>
        <p:spPr>
          <a:xfrm>
            <a:off x="5709550" y="4652450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213" name="Google Shape;213;p10"/>
          <p:cNvPicPr preferRelativeResize="0"/>
          <p:nvPr/>
        </p:nvPicPr>
        <p:blipFill rotWithShape="1">
          <a:blip r:embed="rId3">
            <a:alphaModFix/>
          </a:blip>
          <a:srcRect b="9746" l="0" r="0" t="0"/>
          <a:stretch/>
        </p:blipFill>
        <p:spPr>
          <a:xfrm>
            <a:off x="23394" y="2073"/>
            <a:ext cx="9120606" cy="692719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1247775" y="1052736"/>
            <a:ext cx="6731732" cy="1368152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la secuencia numérica con los números que faltan.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hojas de ranas" id="215" name="Google Shape;21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5931" y="2780928"/>
            <a:ext cx="2258125" cy="158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circulos color verde" id="216" name="Google Shape;216;p10"/>
          <p:cNvPicPr preferRelativeResize="0"/>
          <p:nvPr/>
        </p:nvPicPr>
        <p:blipFill rotWithShape="1">
          <a:blip r:embed="rId5">
            <a:alphaModFix/>
          </a:blip>
          <a:srcRect b="59258" l="0" r="56216" t="0"/>
          <a:stretch/>
        </p:blipFill>
        <p:spPr>
          <a:xfrm>
            <a:off x="3115773" y="4878093"/>
            <a:ext cx="1153081" cy="997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circulos color verde" id="217" name="Google Shape;217;p10"/>
          <p:cNvPicPr preferRelativeResize="0"/>
          <p:nvPr/>
        </p:nvPicPr>
        <p:blipFill rotWithShape="1">
          <a:blip r:embed="rId5">
            <a:alphaModFix/>
          </a:blip>
          <a:srcRect b="59258" l="0" r="56216" t="0"/>
          <a:stretch/>
        </p:blipFill>
        <p:spPr>
          <a:xfrm>
            <a:off x="4240789" y="4828666"/>
            <a:ext cx="1267315" cy="1096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circulos color verde" id="218" name="Google Shape;218;p10"/>
          <p:cNvPicPr preferRelativeResize="0"/>
          <p:nvPr/>
        </p:nvPicPr>
        <p:blipFill rotWithShape="1">
          <a:blip r:embed="rId5">
            <a:alphaModFix/>
          </a:blip>
          <a:srcRect b="59258" l="0" r="56216" t="0"/>
          <a:stretch/>
        </p:blipFill>
        <p:spPr>
          <a:xfrm>
            <a:off x="6767562" y="4828666"/>
            <a:ext cx="1302463" cy="1127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circulos color verde" id="219" name="Google Shape;219;p10"/>
          <p:cNvPicPr preferRelativeResize="0"/>
          <p:nvPr/>
        </p:nvPicPr>
        <p:blipFill rotWithShape="1">
          <a:blip r:embed="rId5">
            <a:alphaModFix/>
          </a:blip>
          <a:srcRect b="59258" l="0" r="56216" t="0"/>
          <a:stretch/>
        </p:blipFill>
        <p:spPr>
          <a:xfrm>
            <a:off x="5508104" y="4828666"/>
            <a:ext cx="1267315" cy="1096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circulos color verde" id="220" name="Google Shape;220;p10"/>
          <p:cNvPicPr preferRelativeResize="0"/>
          <p:nvPr/>
        </p:nvPicPr>
        <p:blipFill rotWithShape="1">
          <a:blip r:embed="rId5">
            <a:alphaModFix/>
          </a:blip>
          <a:srcRect b="59258" l="0" r="56216" t="0"/>
          <a:stretch/>
        </p:blipFill>
        <p:spPr>
          <a:xfrm>
            <a:off x="1005329" y="4936546"/>
            <a:ext cx="1081051" cy="935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circulos color verde" id="221" name="Google Shape;221;p10"/>
          <p:cNvPicPr preferRelativeResize="0"/>
          <p:nvPr/>
        </p:nvPicPr>
        <p:blipFill rotWithShape="1">
          <a:blip r:embed="rId5">
            <a:alphaModFix/>
          </a:blip>
          <a:srcRect b="59258" l="0" r="56216" t="0"/>
          <a:stretch/>
        </p:blipFill>
        <p:spPr>
          <a:xfrm>
            <a:off x="2086379" y="4906407"/>
            <a:ext cx="1153081" cy="99784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 txBox="1"/>
          <p:nvPr/>
        </p:nvSpPr>
        <p:spPr>
          <a:xfrm>
            <a:off x="1403648" y="5044938"/>
            <a:ext cx="4320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3504056" y="4989829"/>
            <a:ext cx="4320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7202769" y="5041058"/>
            <a:ext cx="4320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pic>
        <p:nvPicPr>
          <p:cNvPr descr="Resultado de imagen para dibujo moscas" id="225" name="Google Shape;22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801" y="3284984"/>
            <a:ext cx="1346754" cy="134675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 txBox="1"/>
          <p:nvPr/>
        </p:nvSpPr>
        <p:spPr>
          <a:xfrm>
            <a:off x="2365075" y="4868875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latin typeface="Calibri"/>
                <a:ea typeface="Calibri"/>
                <a:cs typeface="Calibri"/>
                <a:sym typeface="Calibri"/>
              </a:rPr>
              <a:t>5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4583675" y="4853663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5921825" y="4937088"/>
            <a:ext cx="43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235" name="Google Shape;235;p11"/>
          <p:cNvPicPr preferRelativeResize="0"/>
          <p:nvPr/>
        </p:nvPicPr>
        <p:blipFill rotWithShape="1">
          <a:blip r:embed="rId3">
            <a:alphaModFix/>
          </a:blip>
          <a:srcRect b="9746" l="0" r="0" t="0"/>
          <a:stretch/>
        </p:blipFill>
        <p:spPr>
          <a:xfrm>
            <a:off x="23394" y="-74127"/>
            <a:ext cx="9120605" cy="6927189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sultado de imagen para secuencia numerica 1 al 10" id="236" name="Google Shape;236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secuencia numerica 1 al 10" id="237" name="Google Shape;237;p11"/>
          <p:cNvPicPr preferRelativeResize="0"/>
          <p:nvPr/>
        </p:nvPicPr>
        <p:blipFill rotWithShape="1">
          <a:blip r:embed="rId4">
            <a:alphaModFix/>
          </a:blip>
          <a:srcRect b="68182" l="2974" r="3444" t="6509"/>
          <a:stretch/>
        </p:blipFill>
        <p:spPr>
          <a:xfrm>
            <a:off x="1228297" y="3645024"/>
            <a:ext cx="6800087" cy="224240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/>
          <p:nvPr/>
        </p:nvSpPr>
        <p:spPr>
          <a:xfrm>
            <a:off x="1247775" y="1052736"/>
            <a:ext cx="6731732" cy="1368152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la secuencia numérica con los números que faltan.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secuencia numerica 1 al 10" id="239" name="Google Shape;239;p11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secuencia numerica 1 al 10" id="240" name="Google Shape;240;p11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secuencia numerica 1 al 10" id="241" name="Google Shape;241;p11"/>
          <p:cNvSpPr/>
          <p:nvPr/>
        </p:nvSpPr>
        <p:spPr>
          <a:xfrm>
            <a:off x="612775" y="312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2271800" y="4362450"/>
            <a:ext cx="609600" cy="10467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3356000" y="4477575"/>
            <a:ext cx="609600" cy="10467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4572000" y="4477575"/>
            <a:ext cx="609600" cy="1046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You're the best" id="245" name="Google Shape;24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6463" y="617550"/>
            <a:ext cx="5263750" cy="52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7a23707b47_0_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1" name="Google Shape;251;g7a23707b47_0_3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252" name="Google Shape;252;g7a23707b47_0_34"/>
          <p:cNvPicPr preferRelativeResize="0"/>
          <p:nvPr/>
        </p:nvPicPr>
        <p:blipFill rotWithShape="1">
          <a:blip r:embed="rId3">
            <a:alphaModFix/>
          </a:blip>
          <a:srcRect b="9747" l="0" r="0" t="0"/>
          <a:stretch/>
        </p:blipFill>
        <p:spPr>
          <a:xfrm>
            <a:off x="23394" y="2073"/>
            <a:ext cx="9120605" cy="692718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7a23707b47_0_34"/>
          <p:cNvSpPr/>
          <p:nvPr/>
        </p:nvSpPr>
        <p:spPr>
          <a:xfrm>
            <a:off x="1247775" y="1052736"/>
            <a:ext cx="6731700" cy="1368300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38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la secuencia numérica con los números que faltan.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cuncuna de numeros" id="254" name="Google Shape;254;g7a23707b47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7775" y="2780928"/>
            <a:ext cx="6852618" cy="288493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7a23707b47_0_34"/>
          <p:cNvSpPr txBox="1"/>
          <p:nvPr/>
        </p:nvSpPr>
        <p:spPr>
          <a:xfrm>
            <a:off x="2764307" y="3933056"/>
            <a:ext cx="5040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7a23707b47_0_34"/>
          <p:cNvSpPr txBox="1"/>
          <p:nvPr/>
        </p:nvSpPr>
        <p:spPr>
          <a:xfrm>
            <a:off x="4860032" y="3789040"/>
            <a:ext cx="5040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7" name="Google Shape;257;g7a23707b47_0_34"/>
          <p:cNvSpPr txBox="1"/>
          <p:nvPr/>
        </p:nvSpPr>
        <p:spPr>
          <a:xfrm>
            <a:off x="3667225" y="3933050"/>
            <a:ext cx="1192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8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7a23707b47_0_34"/>
          <p:cNvSpPr txBox="1"/>
          <p:nvPr/>
        </p:nvSpPr>
        <p:spPr>
          <a:xfrm>
            <a:off x="5751400" y="3429000"/>
            <a:ext cx="1192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300">
                <a:latin typeface="Calibri"/>
                <a:ea typeface="Calibri"/>
                <a:cs typeface="Calibri"/>
                <a:sym typeface="Calibri"/>
              </a:rPr>
              <a:t>9</a:t>
            </a:r>
            <a:endParaRPr sz="9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7a23707b47_0_34"/>
          <p:cNvSpPr txBox="1"/>
          <p:nvPr/>
        </p:nvSpPr>
        <p:spPr>
          <a:xfrm>
            <a:off x="6724500" y="3124425"/>
            <a:ext cx="1469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4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8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266" name="Google Shape;266;p9"/>
          <p:cNvPicPr preferRelativeResize="0"/>
          <p:nvPr/>
        </p:nvPicPr>
        <p:blipFill rotWithShape="1">
          <a:blip r:embed="rId3">
            <a:alphaModFix/>
          </a:blip>
          <a:srcRect b="9746" l="0" r="0" t="0"/>
          <a:stretch/>
        </p:blipFill>
        <p:spPr>
          <a:xfrm>
            <a:off x="23394" y="2073"/>
            <a:ext cx="9120606" cy="6927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strella" id="267" name="Google Shape;26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5935" y="4437112"/>
            <a:ext cx="1410703" cy="1410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strella" id="268" name="Google Shape;26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0178" y="4437111"/>
            <a:ext cx="1410703" cy="1410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strella" id="269" name="Google Shape;26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5232" y="4437112"/>
            <a:ext cx="1410703" cy="1410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strella" id="270" name="Google Shape;27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1508" y="4437110"/>
            <a:ext cx="1410703" cy="1410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strella" id="271" name="Google Shape;2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2054" y="4437109"/>
            <a:ext cx="1410703" cy="141070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9"/>
          <p:cNvSpPr txBox="1"/>
          <p:nvPr/>
        </p:nvSpPr>
        <p:spPr>
          <a:xfrm>
            <a:off x="1394109" y="4757739"/>
            <a:ext cx="102283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4072277" y="4791078"/>
            <a:ext cx="102283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7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6815985" y="4853446"/>
            <a:ext cx="102283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1247775" y="1052736"/>
            <a:ext cx="6731732" cy="1368152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la secuencia numérica con los números que faltan.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ovni" id="276" name="Google Shape;27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5865" y="2564904"/>
            <a:ext cx="2212383" cy="1989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277" name="Google Shape;27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3044" y="2640170"/>
            <a:ext cx="1542195" cy="165099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9"/>
          <p:cNvSpPr txBox="1"/>
          <p:nvPr/>
        </p:nvSpPr>
        <p:spPr>
          <a:xfrm>
            <a:off x="2998600" y="4791075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5709550" y="4652450"/>
            <a:ext cx="60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7a23707b47_0_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5" name="Google Shape;285;g7a23707b47_0_6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n relacionada" id="286" name="Google Shape;286;g7a23707b47_0_69"/>
          <p:cNvPicPr preferRelativeResize="0"/>
          <p:nvPr/>
        </p:nvPicPr>
        <p:blipFill rotWithShape="1">
          <a:blip r:embed="rId3">
            <a:alphaModFix/>
          </a:blip>
          <a:srcRect b="9747" l="0" r="0" t="0"/>
          <a:stretch/>
        </p:blipFill>
        <p:spPr>
          <a:xfrm>
            <a:off x="23394" y="2073"/>
            <a:ext cx="9120605" cy="692718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7a23707b47_0_69"/>
          <p:cNvSpPr/>
          <p:nvPr/>
        </p:nvSpPr>
        <p:spPr>
          <a:xfrm>
            <a:off x="1109859" y="4709933"/>
            <a:ext cx="1392300" cy="1170000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88" name="Google Shape;288;g7a23707b47_0_69"/>
          <p:cNvSpPr/>
          <p:nvPr/>
        </p:nvSpPr>
        <p:spPr>
          <a:xfrm>
            <a:off x="2502095" y="4709933"/>
            <a:ext cx="1392300" cy="1170000"/>
          </a:xfrm>
          <a:prstGeom prst="ellipse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38" scaled="0"/>
          </a:gradFill>
          <a:ln cap="flat" cmpd="sng" w="38100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7a23707b47_0_69"/>
          <p:cNvSpPr/>
          <p:nvPr/>
        </p:nvSpPr>
        <p:spPr>
          <a:xfrm>
            <a:off x="3887579" y="4709933"/>
            <a:ext cx="1392300" cy="1170000"/>
          </a:xfrm>
          <a:prstGeom prst="ellipse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cap="flat" cmpd="sng" w="38100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7a23707b47_0_69"/>
          <p:cNvSpPr/>
          <p:nvPr/>
        </p:nvSpPr>
        <p:spPr>
          <a:xfrm>
            <a:off x="5279815" y="4650901"/>
            <a:ext cx="1392300" cy="1170000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38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291" name="Google Shape;291;g7a23707b47_0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636" y="2420887"/>
            <a:ext cx="2045577" cy="223418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7a23707b47_0_69"/>
          <p:cNvSpPr/>
          <p:nvPr/>
        </p:nvSpPr>
        <p:spPr>
          <a:xfrm>
            <a:off x="1152637" y="1052736"/>
            <a:ext cx="6731700" cy="1368300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38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la secuencia numérica con el número que falta.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7a23707b47_0_69"/>
          <p:cNvSpPr/>
          <p:nvPr/>
        </p:nvSpPr>
        <p:spPr>
          <a:xfrm>
            <a:off x="6672051" y="4634115"/>
            <a:ext cx="1392300" cy="1170000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pic>
        <p:nvPicPr>
          <p:cNvPr descr="Resultado de imagen para dibujo de pelota" id="294" name="Google Shape;294;g7a23707b47_0_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2051" y="3284984"/>
            <a:ext cx="1195229" cy="11123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7a23707b47_0_69"/>
          <p:cNvSpPr txBox="1"/>
          <p:nvPr/>
        </p:nvSpPr>
        <p:spPr>
          <a:xfrm>
            <a:off x="2756325" y="4502250"/>
            <a:ext cx="905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100">
                <a:latin typeface="Calibri"/>
                <a:ea typeface="Calibri"/>
                <a:cs typeface="Calibri"/>
                <a:sym typeface="Calibri"/>
              </a:rPr>
              <a:t>5</a:t>
            </a:r>
            <a:endParaRPr sz="9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7a23707b47_0_69"/>
          <p:cNvSpPr txBox="1"/>
          <p:nvPr/>
        </p:nvSpPr>
        <p:spPr>
          <a:xfrm>
            <a:off x="4134375" y="4426438"/>
            <a:ext cx="905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1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9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7a23707b47_0_69"/>
          <p:cNvSpPr txBox="1"/>
          <p:nvPr/>
        </p:nvSpPr>
        <p:spPr>
          <a:xfrm>
            <a:off x="5427875" y="4426450"/>
            <a:ext cx="905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1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9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értete bailando esta rumba junto con tus amigaos de CantaJuego. ¡A BAILAR! Suscríbete al canal y disfruta de un universo de música, baile y diversión: https://goo.gl/Qi7Zvz Consigue lo mejor de CantaJuego:  Lo Nuevo  ¡Viva Mi Planeta! Temporada2 (Vídeo y Audio)  http://www.enlaze.es/VMP2 15 canciones y 15 videoclips de la segunda temporada de su nueva serie de TV.  ¡Viva Mi Planeta! Temporada 1 (Vídeo y Audio)  http://www.enlaze.es/VMP1 15 canciones y 15 videoclips de la primera temporada de su nueva serie de TV.  Los Grandes Éxitos  Supervitamina (Vídeo y Audio)  http://www.enlaze.es/superv Reúne lo mejor de 10 años de trayectoria de CantaJuego. Imprescindible!  Lo Último de la Colección  Cantajuego Vol. 10 (Vídeo y Audio)  http://www.enlaze.es/Vol10 Esta colección es el referente de los niños de 0 a 6 años para el entretenimiento, aprendizaje y diversión.  Una canción que no puede faltar si queremos disfrutar en familia o pasarlo en grande en cualquier fiesta infant" id="302" name="Google Shape;302;gcde07ffc43_0_2" title="CantaJuego - El Baile del Gorila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16575" cy="66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2019-03-08T00:26:06Z</dcterms:created>
  <dc:creator>Manuel Alvarado</dc:creator>
</cp:coreProperties>
</file>