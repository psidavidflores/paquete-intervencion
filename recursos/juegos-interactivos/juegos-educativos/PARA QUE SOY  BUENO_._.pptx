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65" r:id="rId14"/>
    <p:sldId id="266" r:id="rId15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ED025A-BFFA-4A5E-8417-1162F5EF3266}" v="2" dt="2020-06-02T22:01:57.625"/>
    <p1510:client id="{DA1E45E8-E8FC-475A-9DEF-FEDA200AAC5E}" v="1" dt="2020-06-02T04:50:58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SANCHEZ SANCHEZ" userId="c1b3a704dce1c4fd" providerId="Windows Live" clId="Web-{DA1E45E8-E8FC-475A-9DEF-FEDA200AAC5E}"/>
    <pc:docChg chg="modSld">
      <pc:chgData name="RODRIGO SANCHEZ SANCHEZ" userId="c1b3a704dce1c4fd" providerId="Windows Live" clId="Web-{DA1E45E8-E8FC-475A-9DEF-FEDA200AAC5E}" dt="2020-06-02T04:50:58.079" v="0" actId="1076"/>
      <pc:docMkLst>
        <pc:docMk/>
      </pc:docMkLst>
      <pc:sldChg chg="modSp">
        <pc:chgData name="RODRIGO SANCHEZ SANCHEZ" userId="c1b3a704dce1c4fd" providerId="Windows Live" clId="Web-{DA1E45E8-E8FC-475A-9DEF-FEDA200AAC5E}" dt="2020-06-02T04:50:58.079" v="0" actId="1076"/>
        <pc:sldMkLst>
          <pc:docMk/>
          <pc:sldMk cId="2239553624" sldId="256"/>
        </pc:sldMkLst>
        <pc:picChg chg="mod">
          <ac:chgData name="RODRIGO SANCHEZ SANCHEZ" userId="c1b3a704dce1c4fd" providerId="Windows Live" clId="Web-{DA1E45E8-E8FC-475A-9DEF-FEDA200AAC5E}" dt="2020-06-02T04:50:58.079" v="0" actId="1076"/>
          <ac:picMkLst>
            <pc:docMk/>
            <pc:sldMk cId="2239553624" sldId="256"/>
            <ac:picMk id="1030" creationId="{00000000-0000-0000-0000-000000000000}"/>
          </ac:picMkLst>
        </pc:picChg>
      </pc:sldChg>
    </pc:docChg>
  </pc:docChgLst>
  <pc:docChgLst>
    <pc:chgData name="FRANCISCA ALEJANDRA OSSES AVILA" userId="05f1766b47702d11" providerId="Windows Live" clId="Web-{47ED025A-BFFA-4A5E-8417-1162F5EF3266}"/>
    <pc:docChg chg="addSld delSld">
      <pc:chgData name="FRANCISCA ALEJANDRA OSSES AVILA" userId="05f1766b47702d11" providerId="Windows Live" clId="Web-{47ED025A-BFFA-4A5E-8417-1162F5EF3266}" dt="2020-06-02T22:01:57.625" v="1"/>
      <pc:docMkLst>
        <pc:docMk/>
      </pc:docMkLst>
      <pc:sldChg chg="new del">
        <pc:chgData name="FRANCISCA ALEJANDRA OSSES AVILA" userId="05f1766b47702d11" providerId="Windows Live" clId="Web-{47ED025A-BFFA-4A5E-8417-1162F5EF3266}" dt="2020-06-02T22:01:57.625" v="1"/>
        <pc:sldMkLst>
          <pc:docMk/>
          <pc:sldMk cId="2193114672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8735-3B03-448A-9D28-FB09ED48FF00}" type="datetimeFigureOut">
              <a:rPr lang="es-CL" smtClean="0"/>
              <a:t>02-06-2020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7306-F381-46EC-A929-2DA34B82F5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083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8735-3B03-448A-9D28-FB09ED48FF00}" type="datetimeFigureOut">
              <a:rPr lang="es-CL" smtClean="0"/>
              <a:t>02-06-2020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7306-F381-46EC-A929-2DA34B82F5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138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8735-3B03-448A-9D28-FB09ED48FF00}" type="datetimeFigureOut">
              <a:rPr lang="es-CL" smtClean="0"/>
              <a:t>02-06-2020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7306-F381-46EC-A929-2DA34B82F5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721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8735-3B03-448A-9D28-FB09ED48FF00}" type="datetimeFigureOut">
              <a:rPr lang="es-CL" smtClean="0"/>
              <a:t>02-06-2020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7306-F381-46EC-A929-2DA34B82F5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73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8735-3B03-448A-9D28-FB09ED48FF00}" type="datetimeFigureOut">
              <a:rPr lang="es-CL" smtClean="0"/>
              <a:t>02-06-2020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7306-F381-46EC-A929-2DA34B82F5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3491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8735-3B03-448A-9D28-FB09ED48FF00}" type="datetimeFigureOut">
              <a:rPr lang="es-CL" smtClean="0"/>
              <a:t>02-06-2020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7306-F381-46EC-A929-2DA34B82F5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951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8735-3B03-448A-9D28-FB09ED48FF00}" type="datetimeFigureOut">
              <a:rPr lang="es-CL" smtClean="0"/>
              <a:t>02-06-2020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7306-F381-46EC-A929-2DA34B82F5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883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8735-3B03-448A-9D28-FB09ED48FF00}" type="datetimeFigureOut">
              <a:rPr lang="es-CL" smtClean="0"/>
              <a:t>02-06-2020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7306-F381-46EC-A929-2DA34B82F5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9847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8735-3B03-448A-9D28-FB09ED48FF00}" type="datetimeFigureOut">
              <a:rPr lang="es-CL" smtClean="0"/>
              <a:t>02-06-2020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7306-F381-46EC-A929-2DA34B82F5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884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8735-3B03-448A-9D28-FB09ED48FF00}" type="datetimeFigureOut">
              <a:rPr lang="es-CL" smtClean="0"/>
              <a:t>02-06-2020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7306-F381-46EC-A929-2DA34B82F5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7247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8735-3B03-448A-9D28-FB09ED48FF00}" type="datetimeFigureOut">
              <a:rPr lang="es-CL" smtClean="0"/>
              <a:t>02-06-2020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7306-F381-46EC-A929-2DA34B82F5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1638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28735-3B03-448A-9D28-FB09ED48FF00}" type="datetimeFigureOut">
              <a:rPr lang="es-CL" smtClean="0"/>
              <a:t>02-06-2020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57306-F381-46EC-A929-2DA34B82F5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941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9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BORDES INFANTILES NIÃ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99423" y="15427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3953125" y="2033193"/>
            <a:ext cx="427480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cap="none" spc="0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Para qué soy bueno(a)?</a:t>
            </a:r>
          </a:p>
        </p:txBody>
      </p:sp>
      <p:sp>
        <p:nvSpPr>
          <p:cNvPr id="5" name="4 Rectángulo"/>
          <p:cNvSpPr/>
          <p:nvPr/>
        </p:nvSpPr>
        <p:spPr>
          <a:xfrm>
            <a:off x="4334342" y="1124744"/>
            <a:ext cx="284231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Núcleo: </a:t>
            </a:r>
            <a:r>
              <a:rPr lang="es-ES" sz="28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Identidad</a:t>
            </a:r>
            <a:endParaRPr lang="es-ES" sz="2800" b="1" cap="none" spc="0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3718964" y="3717032"/>
            <a:ext cx="4508967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3200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</a:rPr>
              <a:t>Eje de aprendizaje: </a:t>
            </a:r>
            <a:r>
              <a:rPr lang="es-ES" sz="3200" cap="none" spc="0" dirty="0">
                <a:ln w="11430"/>
              </a:rPr>
              <a:t>Reconocimiento y aprecio de sí mismo. </a:t>
            </a:r>
          </a:p>
        </p:txBody>
      </p:sp>
    </p:spTree>
    <p:extLst>
      <p:ext uri="{BB962C8B-B14F-4D97-AF65-F5344CB8AC3E}">
        <p14:creationId xmlns:p14="http://schemas.microsoft.com/office/powerpoint/2010/main" val="2239553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1" y="0"/>
            <a:ext cx="9109929" cy="686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179775" y="1196752"/>
            <a:ext cx="61926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002060"/>
                </a:solidFill>
              </a:rPr>
              <a:t>Objetivo de Aprendizaje: </a:t>
            </a:r>
          </a:p>
          <a:p>
            <a:r>
              <a:rPr lang="es-MX" sz="2400" dirty="0"/>
              <a:t>Reconocer sus principales fortalezas: habilidades, características y destrezas físicas, conocimientos y preferencias. </a:t>
            </a:r>
            <a:endParaRPr lang="es-CL" sz="2400" dirty="0"/>
          </a:p>
        </p:txBody>
      </p:sp>
      <p:pic>
        <p:nvPicPr>
          <p:cNvPr id="1026" name="Picture 2" descr="Resultado de imagen para dibujo niÃ±o pintan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775" y="2766412"/>
            <a:ext cx="2058818" cy="194421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dibujo niÃ±o corr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315900"/>
            <a:ext cx="1477604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dibujo niÃ±o jugar a la pelot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45" t="7049" r="13465" b="8488"/>
          <a:stretch/>
        </p:blipFill>
        <p:spPr bwMode="auto">
          <a:xfrm>
            <a:off x="6228184" y="2452497"/>
            <a:ext cx="1712513" cy="1962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dibujo niÃ±o dibuja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651452"/>
            <a:ext cx="1982324" cy="158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dibujo niÃ±o bailando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72"/>
          <a:stretch/>
        </p:blipFill>
        <p:spPr bwMode="auto">
          <a:xfrm>
            <a:off x="3554839" y="2891353"/>
            <a:ext cx="2047044" cy="175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756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3" y="10010"/>
            <a:ext cx="9109929" cy="686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252413" y="858420"/>
            <a:ext cx="434375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Características físicas:</a:t>
            </a:r>
          </a:p>
        </p:txBody>
      </p:sp>
      <p:sp>
        <p:nvSpPr>
          <p:cNvPr id="6" name="5 Elipse"/>
          <p:cNvSpPr/>
          <p:nvPr/>
        </p:nvSpPr>
        <p:spPr>
          <a:xfrm>
            <a:off x="1054309" y="1504751"/>
            <a:ext cx="2016224" cy="1224136"/>
          </a:xfrm>
          <a:prstGeom prst="ellipse">
            <a:avLst/>
          </a:prstGeom>
          <a:ln w="38100">
            <a:prstDash val="sysDas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Mi color de ojos es: </a:t>
            </a:r>
          </a:p>
        </p:txBody>
      </p:sp>
      <p:sp>
        <p:nvSpPr>
          <p:cNvPr id="8" name="7 Elipse"/>
          <p:cNvSpPr/>
          <p:nvPr/>
        </p:nvSpPr>
        <p:spPr>
          <a:xfrm>
            <a:off x="6776775" y="1521572"/>
            <a:ext cx="2016224" cy="1224136"/>
          </a:xfrm>
          <a:prstGeom prst="ellipse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Mi color de piel es: </a:t>
            </a:r>
          </a:p>
        </p:txBody>
      </p:sp>
      <p:sp>
        <p:nvSpPr>
          <p:cNvPr id="9" name="8 Elipse"/>
          <p:cNvSpPr/>
          <p:nvPr/>
        </p:nvSpPr>
        <p:spPr>
          <a:xfrm>
            <a:off x="3888972" y="1544018"/>
            <a:ext cx="1882643" cy="1106093"/>
          </a:xfrm>
          <a:prstGeom prst="ellipse">
            <a:avLst/>
          </a:prstGeom>
          <a:ln w="38100">
            <a:prstDash val="sysDash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Mi estatura es: </a:t>
            </a:r>
          </a:p>
        </p:txBody>
      </p:sp>
      <p:sp>
        <p:nvSpPr>
          <p:cNvPr id="10" name="9 Elipse"/>
          <p:cNvSpPr/>
          <p:nvPr/>
        </p:nvSpPr>
        <p:spPr>
          <a:xfrm>
            <a:off x="7137098" y="5552470"/>
            <a:ext cx="2016224" cy="1224136"/>
          </a:xfrm>
          <a:prstGeom prst="ellipse">
            <a:avLst/>
          </a:prstGeom>
          <a:ln w="28575"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Mi cuerpo es:  </a:t>
            </a:r>
          </a:p>
        </p:txBody>
      </p:sp>
      <p:sp>
        <p:nvSpPr>
          <p:cNvPr id="12" name="11 Elipse"/>
          <p:cNvSpPr/>
          <p:nvPr/>
        </p:nvSpPr>
        <p:spPr>
          <a:xfrm>
            <a:off x="485753" y="5633864"/>
            <a:ext cx="2016224" cy="1224136"/>
          </a:xfrm>
          <a:prstGeom prst="ellipse">
            <a:avLst/>
          </a:prstGeom>
          <a:ln w="28575">
            <a:prstDash val="sys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Mi color de cabello es: </a:t>
            </a:r>
          </a:p>
        </p:txBody>
      </p:sp>
      <p:sp>
        <p:nvSpPr>
          <p:cNvPr id="7" name="AutoShape 4" descr="Resultado de imagen para diversidad de niÃ±os animad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13" name="AutoShape 6" descr="Resultado de imagen para diversidad de niÃ±os animado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104" name="Picture 8" descr="Resultado de imagen para diversidad de niÃ±os animad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98" y="2889239"/>
            <a:ext cx="5297211" cy="274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15 Elipse"/>
          <p:cNvSpPr/>
          <p:nvPr/>
        </p:nvSpPr>
        <p:spPr>
          <a:xfrm>
            <a:off x="3779912" y="5653716"/>
            <a:ext cx="2016224" cy="1224136"/>
          </a:xfrm>
          <a:prstGeom prst="ellipse">
            <a:avLst/>
          </a:prstGeom>
          <a:ln w="28575"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¿ Cómo soy?</a:t>
            </a:r>
          </a:p>
        </p:txBody>
      </p:sp>
    </p:spTree>
    <p:extLst>
      <p:ext uri="{BB962C8B-B14F-4D97-AF65-F5344CB8AC3E}">
        <p14:creationId xmlns:p14="http://schemas.microsoft.com/office/powerpoint/2010/main" val="3583944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18"/>
            <a:ext cx="9109929" cy="686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547664" y="764704"/>
            <a:ext cx="56092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Soy bueno(a) para:</a:t>
            </a:r>
          </a:p>
        </p:txBody>
      </p:sp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830" y="1706258"/>
            <a:ext cx="4370896" cy="330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2705953" y="4725144"/>
            <a:ext cx="415686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800" b="1" cap="none" spc="0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Bailar</a:t>
            </a:r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3788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18"/>
            <a:ext cx="9109929" cy="686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47664" y="764704"/>
            <a:ext cx="56092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Soy bueno(a) para:</a:t>
            </a:r>
          </a:p>
        </p:txBody>
      </p:sp>
      <p:sp>
        <p:nvSpPr>
          <p:cNvPr id="8" name="7 Rectángulo"/>
          <p:cNvSpPr/>
          <p:nvPr/>
        </p:nvSpPr>
        <p:spPr>
          <a:xfrm>
            <a:off x="1710883" y="5013176"/>
            <a:ext cx="528279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Jugar al luche </a:t>
            </a:r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</a:p>
        </p:txBody>
      </p:sp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464" y="1690916"/>
            <a:ext cx="5034776" cy="342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677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18"/>
            <a:ext cx="9109929" cy="686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47664" y="764704"/>
            <a:ext cx="56092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Soy bueno(a) para:</a:t>
            </a:r>
          </a:p>
        </p:txBody>
      </p:sp>
      <p:pic>
        <p:nvPicPr>
          <p:cNvPr id="11266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27"/>
          <a:stretch/>
        </p:blipFill>
        <p:spPr bwMode="auto">
          <a:xfrm>
            <a:off x="2627784" y="1688034"/>
            <a:ext cx="4116532" cy="3469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2385554" y="4803494"/>
            <a:ext cx="415686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Saltar </a:t>
            </a:r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4487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18"/>
            <a:ext cx="9109929" cy="686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47664" y="764704"/>
            <a:ext cx="56092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Soy bueno(a) para: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385554" y="4803494"/>
            <a:ext cx="415686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Correr </a:t>
            </a:r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</a:p>
        </p:txBody>
      </p:sp>
      <p:pic>
        <p:nvPicPr>
          <p:cNvPr id="10242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688034"/>
            <a:ext cx="3942438" cy="332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0781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18"/>
            <a:ext cx="9109929" cy="686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47664" y="764704"/>
            <a:ext cx="56092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Soy bueno(a) para:</a:t>
            </a:r>
          </a:p>
        </p:txBody>
      </p:sp>
      <p:pic>
        <p:nvPicPr>
          <p:cNvPr id="9218" name="Picture 2" descr="Resultado de imagen para dibujo niÃ±o pintand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499" y="1660782"/>
            <a:ext cx="3418927" cy="2749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2385553" y="4581128"/>
            <a:ext cx="415686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Pintar </a:t>
            </a:r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7765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18"/>
            <a:ext cx="9109929" cy="686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47664" y="764704"/>
            <a:ext cx="56092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Soy bueno(a) para:</a:t>
            </a:r>
          </a:p>
        </p:txBody>
      </p:sp>
      <p:pic>
        <p:nvPicPr>
          <p:cNvPr id="8194" name="Picture 2" descr="Resultado de imagen para dibujo niÃ±o jugando a la pelot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2" r="18948"/>
          <a:stretch/>
        </p:blipFill>
        <p:spPr bwMode="auto">
          <a:xfrm>
            <a:off x="2915816" y="1703345"/>
            <a:ext cx="3384376" cy="324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547664" y="4581127"/>
            <a:ext cx="648072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72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Jugar a la pelota </a:t>
            </a:r>
            <a:r>
              <a:rPr lang="es-ES" sz="72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2047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18"/>
            <a:ext cx="9109929" cy="686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47664" y="764704"/>
            <a:ext cx="56092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Soy bueno(a) para:</a:t>
            </a:r>
          </a:p>
        </p:txBody>
      </p:sp>
      <p:pic>
        <p:nvPicPr>
          <p:cNvPr id="4098" name="Picture 2" descr="Resultado de imagen para dibujo niÃ±o dibujand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15"/>
          <a:stretch/>
        </p:blipFill>
        <p:spPr bwMode="auto">
          <a:xfrm>
            <a:off x="1401711" y="2099116"/>
            <a:ext cx="3153253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47"/>
          <a:stretch/>
        </p:blipFill>
        <p:spPr bwMode="auto">
          <a:xfrm>
            <a:off x="4860032" y="1875642"/>
            <a:ext cx="2749099" cy="314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619672" y="4981734"/>
            <a:ext cx="648072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72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Dibujar </a:t>
            </a:r>
            <a:r>
              <a:rPr lang="es-ES" sz="72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9079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842"/>
            <a:ext cx="9109929" cy="686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47664" y="764704"/>
            <a:ext cx="56092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Soy bueno(a) para:</a:t>
            </a:r>
          </a:p>
        </p:txBody>
      </p:sp>
      <p:pic>
        <p:nvPicPr>
          <p:cNvPr id="2050" name="Picture 2" descr="Resultado de imagen para dibujo saltando la cuer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736" y="1688034"/>
            <a:ext cx="4278504" cy="371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352628" y="4941168"/>
            <a:ext cx="648072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72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Saltar la cuerda </a:t>
            </a:r>
            <a:r>
              <a:rPr lang="es-ES" sz="72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1455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18"/>
            <a:ext cx="9109929" cy="686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47664" y="764704"/>
            <a:ext cx="56092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Soy bueno(a) para:</a:t>
            </a:r>
          </a:p>
        </p:txBody>
      </p:sp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450" y="1690805"/>
            <a:ext cx="3312368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2" y="1918239"/>
            <a:ext cx="2880318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345458" y="4775739"/>
            <a:ext cx="648072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72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Jugar al ula ula  </a:t>
            </a:r>
            <a:r>
              <a:rPr lang="es-ES" sz="72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0483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18"/>
            <a:ext cx="9109929" cy="686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648904" y="980728"/>
            <a:ext cx="55031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4000" b="1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¿ Cuál es tu preferencia ?</a:t>
            </a:r>
            <a:endParaRPr lang="es-ES" sz="4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7172" name="Picture 4" descr="Resultado de imagen para dibujo papas frita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134" y="1688614"/>
            <a:ext cx="994912" cy="141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Resultado de imagen para helados dibuj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21" y="3573016"/>
            <a:ext cx="1827525" cy="182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Resultado de imagen para dibujo fideo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819" y="1819639"/>
            <a:ext cx="2089494" cy="1785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4" name="Picture 16" descr="Resultado de imagen para dibujo pescad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45" y="4077072"/>
            <a:ext cx="2226699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6" name="Picture 18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391333"/>
            <a:ext cx="2376264" cy="1513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8" name="Picture 20" descr="Resultado de imagen para dibujo verdura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9" r="11973"/>
          <a:stretch/>
        </p:blipFill>
        <p:spPr bwMode="auto">
          <a:xfrm>
            <a:off x="5791200" y="1786023"/>
            <a:ext cx="1988457" cy="1958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Resultado de imagen para dibujo de pollo asado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703" y="2591172"/>
            <a:ext cx="2195512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796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18"/>
            <a:ext cx="9109929" cy="686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706612" y="980728"/>
            <a:ext cx="538769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4000" b="1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¿ Cuál es tu preferencia?</a:t>
            </a:r>
            <a:endParaRPr lang="es-ES" sz="4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3314" name="Picture 2" descr="Resultado de imagen para dibujo de pelot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333572"/>
            <a:ext cx="1497236" cy="139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Resultado de imagen para dibujo bici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16" b="17242"/>
          <a:stretch/>
        </p:blipFill>
        <p:spPr bwMode="auto">
          <a:xfrm>
            <a:off x="1187624" y="3872345"/>
            <a:ext cx="2405063" cy="156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Resultado de imagen para dibujo de muÃ±ec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0" r="22202"/>
          <a:stretch/>
        </p:blipFill>
        <p:spPr bwMode="auto">
          <a:xfrm>
            <a:off x="3923928" y="3873606"/>
            <a:ext cx="1872208" cy="227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Imagen relacionad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970" y="1869663"/>
            <a:ext cx="2466975" cy="185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 descr="Imagen relacionada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4" t="21591" r="6075" b="27036"/>
          <a:stretch/>
        </p:blipFill>
        <p:spPr bwMode="auto">
          <a:xfrm>
            <a:off x="5796136" y="4151992"/>
            <a:ext cx="2272048" cy="106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4" name="Picture 12" descr="Resultado de imagen para dibujo de scooter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36" y="1772096"/>
            <a:ext cx="1975725" cy="197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6995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149</Words>
  <Application>Microsoft Office PowerPoint</Application>
  <PresentationFormat>Presentación en pantalla (4:3)</PresentationFormat>
  <Paragraphs>32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18</cp:revision>
  <dcterms:created xsi:type="dcterms:W3CDTF">2019-03-09T22:31:35Z</dcterms:created>
  <dcterms:modified xsi:type="dcterms:W3CDTF">2020-06-02T22:01:58Z</dcterms:modified>
</cp:coreProperties>
</file>