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:go="http://customooxmlschemas.google.com/" r:id="rId19" roundtripDataSignature="AMtx7mjDLWjT40RqP6tsF8Kksb3mE5uEr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ó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" name="Google Shape;64;p2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" type="body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/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" type="body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Relationship Id="rId4" Type="http://schemas.openxmlformats.org/officeDocument/2006/relationships/image" Target="../media/image2.jpg"/><Relationship Id="rId5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jpg"/><Relationship Id="rId4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jpg"/><Relationship Id="rId4" Type="http://schemas.openxmlformats.org/officeDocument/2006/relationships/image" Target="../media/image8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jpg"/><Relationship Id="rId4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jpg"/><Relationship Id="rId4" Type="http://schemas.openxmlformats.org/officeDocument/2006/relationships/image" Target="../media/image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jpg"/><Relationship Id="rId4" Type="http://schemas.openxmlformats.org/officeDocument/2006/relationships/image" Target="../media/image9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jpg"/><Relationship Id="rId4" Type="http://schemas.openxmlformats.org/officeDocument/2006/relationships/image" Target="../media/image7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jpg"/><Relationship Id="rId4" Type="http://schemas.openxmlformats.org/officeDocument/2006/relationships/image" Target="../media/image10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jpg"/><Relationship Id="rId4" Type="http://schemas.openxmlformats.org/officeDocument/2006/relationships/image" Target="../media/image1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jpg"/><Relationship Id="rId4" Type="http://schemas.openxmlformats.org/officeDocument/2006/relationships/image" Target="../media/image1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jpg"/><Relationship Id="rId4" Type="http://schemas.openxmlformats.org/officeDocument/2006/relationships/image" Target="../media/image14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jpg"/><Relationship Id="rId4" Type="http://schemas.openxmlformats.org/officeDocument/2006/relationships/image" Target="../media/image13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jpg"/><Relationship Id="rId4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BORDES BUHOS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956" y="-57995"/>
            <a:ext cx="9123428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/>
          <p:nvPr/>
        </p:nvSpPr>
        <p:spPr>
          <a:xfrm>
            <a:off x="3194293" y="1376925"/>
            <a:ext cx="2792752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5400" u="none" cap="none" strike="noStrike">
                <a:solidFill>
                  <a:srgbClr val="AF97D3"/>
                </a:solidFill>
                <a:latin typeface="Calibri"/>
                <a:ea typeface="Calibri"/>
                <a:cs typeface="Calibri"/>
                <a:sym typeface="Calibri"/>
              </a:rPr>
              <a:t>Sonidos: </a:t>
            </a:r>
            <a:endParaRPr b="1" i="0" sz="5400" u="none" cap="none" strike="noStrike">
              <a:solidFill>
                <a:srgbClr val="AF97D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1637393" y="2310503"/>
            <a:ext cx="5906553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5400" u="none" cap="none" strike="noStrike">
                <a:solidFill>
                  <a:srgbClr val="A04400"/>
                </a:solidFill>
                <a:latin typeface="Calibri"/>
                <a:ea typeface="Calibri"/>
                <a:cs typeface="Calibri"/>
                <a:sym typeface="Calibri"/>
              </a:rPr>
              <a:t>ONOMATOPEYICOS </a:t>
            </a:r>
            <a:endParaRPr b="1" i="0" sz="5400" u="none" cap="none" strike="noStrike">
              <a:solidFill>
                <a:srgbClr val="A044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n relacionada" id="87" name="Google Shape;87;p1"/>
          <p:cNvPicPr preferRelativeResize="0"/>
          <p:nvPr/>
        </p:nvPicPr>
        <p:blipFill rotWithShape="1">
          <a:blip r:embed="rId4">
            <a:alphaModFix/>
          </a:blip>
          <a:srcRect b="16663" l="0" r="0" t="0"/>
          <a:stretch/>
        </p:blipFill>
        <p:spPr>
          <a:xfrm>
            <a:off x="1776437" y="2996952"/>
            <a:ext cx="1990725" cy="23813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 relacionada" id="88" name="Google Shape;88;p1"/>
          <p:cNvPicPr preferRelativeResize="0"/>
          <p:nvPr/>
        </p:nvPicPr>
        <p:blipFill rotWithShape="1">
          <a:blip r:embed="rId5">
            <a:alphaModFix/>
          </a:blip>
          <a:srcRect b="9785" l="7653" r="6892" t="6144"/>
          <a:stretch/>
        </p:blipFill>
        <p:spPr>
          <a:xfrm>
            <a:off x="3851920" y="3267578"/>
            <a:ext cx="2272979" cy="18280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Imagen relacionada" id="93" name="Google Shape;93;p2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sultado de imagen para BORDES BUHOS" id="94" name="Google Shape;9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4242"/>
            <a:ext cx="9144000" cy="68722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sonidos onomatopeyicos de objetos" id="95" name="Google Shape;95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5616" y="1772816"/>
            <a:ext cx="6768752" cy="4824536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2"/>
          <p:cNvSpPr/>
          <p:nvPr/>
        </p:nvSpPr>
        <p:spPr>
          <a:xfrm>
            <a:off x="1405913" y="620688"/>
            <a:ext cx="6332183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5400" cap="none">
                <a:solidFill>
                  <a:srgbClr val="FC7876"/>
                </a:solidFill>
                <a:latin typeface="Calibri"/>
                <a:ea typeface="Calibri"/>
                <a:cs typeface="Calibri"/>
                <a:sym typeface="Calibri"/>
              </a:rPr>
              <a:t>¿ Cómo es su sonido?</a:t>
            </a:r>
            <a:endParaRPr b="1" sz="5400" cap="none">
              <a:solidFill>
                <a:srgbClr val="FC787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02" name="Google Shape;102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descr="Resultado de imagen para BORDES BUHOS" id="103" name="Google Shape;10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4242"/>
            <a:ext cx="9144000" cy="68722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 relacionada" id="104" name="Google Shape;10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1598" y="2204864"/>
            <a:ext cx="6984777" cy="4536504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3"/>
          <p:cNvSpPr/>
          <p:nvPr/>
        </p:nvSpPr>
        <p:spPr>
          <a:xfrm>
            <a:off x="1405913" y="620688"/>
            <a:ext cx="6332183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5400" cap="none">
                <a:solidFill>
                  <a:srgbClr val="FC7876"/>
                </a:solidFill>
                <a:latin typeface="Calibri"/>
                <a:ea typeface="Calibri"/>
                <a:cs typeface="Calibri"/>
                <a:sym typeface="Calibri"/>
              </a:rPr>
              <a:t>¿ Cómo es su sonido?</a:t>
            </a:r>
            <a:endParaRPr b="1" sz="5400" cap="none">
              <a:solidFill>
                <a:srgbClr val="FC787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11" name="Google Shape;111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descr="Resultado de imagen para BORDES BUHOS" id="112" name="Google Shape;11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4242"/>
            <a:ext cx="9144000" cy="68722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 relacionada" id="113" name="Google Shape;11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5616" y="2204864"/>
            <a:ext cx="6912768" cy="4308866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4"/>
          <p:cNvSpPr/>
          <p:nvPr/>
        </p:nvSpPr>
        <p:spPr>
          <a:xfrm>
            <a:off x="1405913" y="620688"/>
            <a:ext cx="6332183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5400" cap="none">
                <a:solidFill>
                  <a:srgbClr val="FC7876"/>
                </a:solidFill>
                <a:latin typeface="Calibri"/>
                <a:ea typeface="Calibri"/>
                <a:cs typeface="Calibri"/>
                <a:sym typeface="Calibri"/>
              </a:rPr>
              <a:t>¿ Cómo es su sonido?</a:t>
            </a:r>
            <a:endParaRPr b="1" sz="5400" cap="none">
              <a:solidFill>
                <a:srgbClr val="FC787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20" name="Google Shape;120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descr="Resultado de imagen para BORDES BUHOS" id="121" name="Google Shape;12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4242"/>
            <a:ext cx="9144000" cy="68722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 relacionada" id="122" name="Google Shape;12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60182" y="2229481"/>
            <a:ext cx="6840760" cy="4622304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5"/>
          <p:cNvSpPr/>
          <p:nvPr/>
        </p:nvSpPr>
        <p:spPr>
          <a:xfrm>
            <a:off x="1405913" y="620688"/>
            <a:ext cx="6332183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5400" cap="none">
                <a:solidFill>
                  <a:srgbClr val="FC7876"/>
                </a:solidFill>
                <a:latin typeface="Calibri"/>
                <a:ea typeface="Calibri"/>
                <a:cs typeface="Calibri"/>
                <a:sym typeface="Calibri"/>
              </a:rPr>
              <a:t>¿ Cómo es su sonido?</a:t>
            </a:r>
            <a:endParaRPr b="1" sz="5400" cap="none">
              <a:solidFill>
                <a:srgbClr val="FC787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29" name="Google Shape;129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descr="Resultado de imagen para BORDES BUHOS" id="130" name="Google Shape;13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4242"/>
            <a:ext cx="9144000" cy="68722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sonidos onomatopeyicos de objetos" id="131" name="Google Shape;13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85829" y="2021601"/>
            <a:ext cx="6809640" cy="4824536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6"/>
          <p:cNvSpPr/>
          <p:nvPr/>
        </p:nvSpPr>
        <p:spPr>
          <a:xfrm>
            <a:off x="1826701" y="620688"/>
            <a:ext cx="5490606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5400" cap="none">
                <a:solidFill>
                  <a:srgbClr val="FC7876"/>
                </a:solidFill>
                <a:latin typeface="Calibri"/>
                <a:ea typeface="Calibri"/>
                <a:cs typeface="Calibri"/>
                <a:sym typeface="Calibri"/>
              </a:rPr>
              <a:t>¿ Cómo hace …….?</a:t>
            </a:r>
            <a:endParaRPr b="1" sz="5400" cap="none">
              <a:solidFill>
                <a:srgbClr val="FC787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38" name="Google Shape;138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descr="Resultado de imagen para BORDES BUHOS" id="139" name="Google Shape;13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4242"/>
            <a:ext cx="9144000" cy="68722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 relacionada" id="140" name="Google Shape;14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9815" y="1573718"/>
            <a:ext cx="6884377" cy="5168679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7"/>
          <p:cNvSpPr/>
          <p:nvPr/>
        </p:nvSpPr>
        <p:spPr>
          <a:xfrm>
            <a:off x="1826701" y="620688"/>
            <a:ext cx="5490606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5400" cap="none">
                <a:solidFill>
                  <a:srgbClr val="FC7876"/>
                </a:solidFill>
                <a:latin typeface="Calibri"/>
                <a:ea typeface="Calibri"/>
                <a:cs typeface="Calibri"/>
                <a:sym typeface="Calibri"/>
              </a:rPr>
              <a:t>¿ Cómo hace …….?</a:t>
            </a:r>
            <a:endParaRPr b="1" sz="5400" cap="none">
              <a:solidFill>
                <a:srgbClr val="FC787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47" name="Google Shape;147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descr="Resultado de imagen para BORDES BUHOS" id="148" name="Google Shape;14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4242"/>
            <a:ext cx="9144000" cy="68722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sonidos onomatopeyicos de objetos" id="149" name="Google Shape;14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1600" y="1772816"/>
            <a:ext cx="7056784" cy="4896544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8"/>
          <p:cNvSpPr/>
          <p:nvPr/>
        </p:nvSpPr>
        <p:spPr>
          <a:xfrm>
            <a:off x="1826701" y="620688"/>
            <a:ext cx="5490606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5400" cap="none">
                <a:solidFill>
                  <a:srgbClr val="FC7876"/>
                </a:solidFill>
                <a:latin typeface="Calibri"/>
                <a:ea typeface="Calibri"/>
                <a:cs typeface="Calibri"/>
                <a:sym typeface="Calibri"/>
              </a:rPr>
              <a:t>¿ Cómo hace …….?</a:t>
            </a:r>
            <a:endParaRPr b="1" sz="5400" cap="none">
              <a:solidFill>
                <a:srgbClr val="FC787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56" name="Google Shape;156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descr="Resultado de imagen para BORDES BUHOS" id="157" name="Google Shape;15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4242"/>
            <a:ext cx="9144000" cy="68722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sonidos onomatopeyicos de objetos" id="158" name="Google Shape;158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9224" y="1484784"/>
            <a:ext cx="6905551" cy="5184576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9"/>
          <p:cNvSpPr/>
          <p:nvPr/>
        </p:nvSpPr>
        <p:spPr>
          <a:xfrm>
            <a:off x="1405913" y="620688"/>
            <a:ext cx="6332183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5400" cap="none">
                <a:solidFill>
                  <a:srgbClr val="FC7876"/>
                </a:solidFill>
                <a:latin typeface="Calibri"/>
                <a:ea typeface="Calibri"/>
                <a:cs typeface="Calibri"/>
                <a:sym typeface="Calibri"/>
              </a:rPr>
              <a:t>¿ Cómo es su sonido?</a:t>
            </a:r>
            <a:endParaRPr b="1" sz="5400" cap="none">
              <a:solidFill>
                <a:srgbClr val="FC787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65" name="Google Shape;165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descr="Resultado de imagen para BORDES BUHOS" id="166" name="Google Shape;16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4242"/>
            <a:ext cx="9144000" cy="68722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sonidos onomatopeyicos de objetos" id="167" name="Google Shape;167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1269" y="1844824"/>
            <a:ext cx="7001461" cy="4896544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0"/>
          <p:cNvSpPr/>
          <p:nvPr/>
        </p:nvSpPr>
        <p:spPr>
          <a:xfrm>
            <a:off x="1826701" y="620688"/>
            <a:ext cx="5490606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5400" cap="none">
                <a:solidFill>
                  <a:srgbClr val="FC7876"/>
                </a:solidFill>
                <a:latin typeface="Calibri"/>
                <a:ea typeface="Calibri"/>
                <a:cs typeface="Calibri"/>
                <a:sym typeface="Calibri"/>
              </a:rPr>
              <a:t>¿ Cómo hace …….?</a:t>
            </a:r>
            <a:endParaRPr b="1" sz="5400" cap="none">
              <a:solidFill>
                <a:srgbClr val="FC787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74" name="Google Shape;174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descr="Resultado de imagen para BORDES BUHOS" id="175" name="Google Shape;17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4242"/>
            <a:ext cx="9144000" cy="68722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 relacionada" id="176" name="Google Shape;176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0521" y="1677812"/>
            <a:ext cx="6862957" cy="5147218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1"/>
          <p:cNvSpPr/>
          <p:nvPr/>
        </p:nvSpPr>
        <p:spPr>
          <a:xfrm>
            <a:off x="1826701" y="620688"/>
            <a:ext cx="5490606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5400" cap="none">
                <a:solidFill>
                  <a:srgbClr val="FC7876"/>
                </a:solidFill>
                <a:latin typeface="Calibri"/>
                <a:ea typeface="Calibri"/>
                <a:cs typeface="Calibri"/>
                <a:sym typeface="Calibri"/>
              </a:rPr>
              <a:t>¿ Cómo hace …….?</a:t>
            </a:r>
            <a:endParaRPr b="1" sz="5400" cap="none">
              <a:solidFill>
                <a:srgbClr val="FC787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83" name="Google Shape;183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descr="Resultado de imagen para BORDES BUHOS" id="184" name="Google Shape;18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4242"/>
            <a:ext cx="9144000" cy="68722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sonidos onomatopeyicos de objetos" id="185" name="Google Shape;185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97838" y="1809693"/>
            <a:ext cx="6748323" cy="5066532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2"/>
          <p:cNvSpPr/>
          <p:nvPr/>
        </p:nvSpPr>
        <p:spPr>
          <a:xfrm>
            <a:off x="1826701" y="620688"/>
            <a:ext cx="5490606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5400" cap="none">
                <a:solidFill>
                  <a:srgbClr val="FC7876"/>
                </a:solidFill>
                <a:latin typeface="Calibri"/>
                <a:ea typeface="Calibri"/>
                <a:cs typeface="Calibri"/>
                <a:sym typeface="Calibri"/>
              </a:rPr>
              <a:t>¿ Cómo hace …….?</a:t>
            </a:r>
            <a:endParaRPr b="1" sz="5400" cap="none">
              <a:solidFill>
                <a:srgbClr val="FC787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92" name="Google Shape;192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descr="Resultado de imagen para BORDES BUHOS" id="193" name="Google Shape;19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4242"/>
            <a:ext cx="9144000" cy="68722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 relacionada" id="194" name="Google Shape;19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3428" y="1772816"/>
            <a:ext cx="6977143" cy="4872817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3"/>
          <p:cNvSpPr/>
          <p:nvPr/>
        </p:nvSpPr>
        <p:spPr>
          <a:xfrm>
            <a:off x="1826701" y="620688"/>
            <a:ext cx="5490606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5400" cap="none">
                <a:solidFill>
                  <a:srgbClr val="FC7876"/>
                </a:solidFill>
                <a:latin typeface="Calibri"/>
                <a:ea typeface="Calibri"/>
                <a:cs typeface="Calibri"/>
                <a:sym typeface="Calibri"/>
              </a:rPr>
              <a:t>¿ Cómo hace …….?</a:t>
            </a:r>
            <a:endParaRPr b="1" sz="5400" cap="none">
              <a:solidFill>
                <a:srgbClr val="FC787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2019-02-23T22:28:14Z</dcterms:created>
  <dc:creator>Manuel Alvarado</dc:creator>
</cp:coreProperties>
</file>