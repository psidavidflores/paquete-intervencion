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6" r:id="rId4"/>
    <p:sldId id="273" r:id="rId5"/>
    <p:sldId id="269" r:id="rId6"/>
    <p:sldId id="268" r:id="rId7"/>
    <p:sldId id="267" r:id="rId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649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862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64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500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15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384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940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823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158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565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020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ADBD1-07A8-4D5E-8B22-5C89CEC93A92}" type="datetimeFigureOut">
              <a:rPr lang="es-CL" smtClean="0"/>
              <a:t>07-04-2019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6D30-0D54-4A5C-9B7F-9E65ACE3780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98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eg"/><Relationship Id="rId11" Type="http://schemas.openxmlformats.org/officeDocument/2006/relationships/image" Target="../media/image32.jpeg"/><Relationship Id="rId5" Type="http://schemas.openxmlformats.org/officeDocument/2006/relationships/image" Target="../media/image26.jpeg"/><Relationship Id="rId10" Type="http://schemas.openxmlformats.org/officeDocument/2006/relationships/image" Target="../media/image31.jpeg"/><Relationship Id="rId4" Type="http://schemas.openxmlformats.org/officeDocument/2006/relationships/image" Target="../media/image25.jpeg"/><Relationship Id="rId9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Resultado de imagen para dibujo de niÃ±o escribiend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9"/>
          <a:stretch/>
        </p:blipFill>
        <p:spPr bwMode="auto">
          <a:xfrm>
            <a:off x="5238684" y="1864307"/>
            <a:ext cx="2736304" cy="387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31205" y="908720"/>
            <a:ext cx="66516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Hoy aprenderemos: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1272" name="Picture 8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3" t="12447" r="7005" b="16185"/>
          <a:stretch/>
        </p:blipFill>
        <p:spPr bwMode="auto">
          <a:xfrm>
            <a:off x="1741713" y="1988839"/>
            <a:ext cx="3478359" cy="295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043037" y="4996567"/>
            <a:ext cx="454890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s</a:t>
            </a:r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a se si so su 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03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ultado de imagen para LETRA S EN SUS 4 FORM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" t="6470" r="4469" b="5641"/>
          <a:stretch/>
        </p:blipFill>
        <p:spPr bwMode="auto">
          <a:xfrm>
            <a:off x="1598681" y="1761523"/>
            <a:ext cx="2952327" cy="37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680" y="1897166"/>
            <a:ext cx="2952328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96143" y="1043549"/>
            <a:ext cx="79097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Cómo es el sonido de la serpiente?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211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908720"/>
            <a:ext cx="2481977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dibujo de seRPIENT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30" y="908720"/>
            <a:ext cx="2119069" cy="194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474599" y="2708920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dirty="0" smtClean="0">
                <a:solidFill>
                  <a:srgbClr val="FF0000"/>
                </a:solidFill>
              </a:rPr>
              <a:t>Sa</a:t>
            </a:r>
            <a:r>
              <a:rPr lang="es-CL" sz="3200" dirty="0" smtClean="0"/>
              <a:t>ndía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10" name="9 CuadroTexto"/>
          <p:cNvSpPr txBox="1"/>
          <p:nvPr/>
        </p:nvSpPr>
        <p:spPr>
          <a:xfrm>
            <a:off x="4761635" y="2900536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smtClean="0">
                <a:solidFill>
                  <a:srgbClr val="FF0000"/>
                </a:solidFill>
              </a:rPr>
              <a:t>S</a:t>
            </a:r>
            <a:r>
              <a:rPr lang="es-CL" sz="2800" dirty="0" smtClean="0">
                <a:solidFill>
                  <a:srgbClr val="FF0000"/>
                </a:solidFill>
              </a:rPr>
              <a:t>e</a:t>
            </a:r>
            <a:r>
              <a:rPr lang="es-CL" sz="2800" dirty="0" smtClean="0"/>
              <a:t>rpiente</a:t>
            </a:r>
            <a:r>
              <a:rPr lang="es-CL" dirty="0" smtClean="0"/>
              <a:t>  </a:t>
            </a:r>
            <a:endParaRPr lang="es-CL" dirty="0"/>
          </a:p>
        </p:txBody>
      </p:sp>
      <p:pic>
        <p:nvPicPr>
          <p:cNvPr id="12298" name="Picture 10" descr="Resultado de imagen para dibujo de sop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754" y="3649590"/>
            <a:ext cx="2398489" cy="151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3351613" y="5137890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 smtClean="0">
                <a:solidFill>
                  <a:srgbClr val="FF0000"/>
                </a:solidFill>
              </a:rPr>
              <a:t>S</a:t>
            </a:r>
            <a:r>
              <a:rPr lang="es-CL" sz="3200" dirty="0" smtClean="0">
                <a:solidFill>
                  <a:srgbClr val="FF0000"/>
                </a:solidFill>
              </a:rPr>
              <a:t>o</a:t>
            </a:r>
            <a:r>
              <a:rPr lang="es-CL" sz="3200" dirty="0" smtClean="0"/>
              <a:t>pa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15" name="14 CuadroTexto"/>
          <p:cNvSpPr txBox="1"/>
          <p:nvPr/>
        </p:nvSpPr>
        <p:spPr>
          <a:xfrm>
            <a:off x="5386313" y="5459388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 smtClean="0">
                <a:solidFill>
                  <a:srgbClr val="FF0000"/>
                </a:solidFill>
              </a:rPr>
              <a:t>S</a:t>
            </a:r>
            <a:r>
              <a:rPr lang="es-CL" sz="3200" dirty="0" smtClean="0">
                <a:solidFill>
                  <a:srgbClr val="FF0000"/>
                </a:solidFill>
              </a:rPr>
              <a:t>u</a:t>
            </a:r>
            <a:r>
              <a:rPr lang="es-CL" sz="3200" dirty="0" smtClean="0"/>
              <a:t>ma</a:t>
            </a:r>
            <a:r>
              <a:rPr lang="es-CL" dirty="0" smtClean="0"/>
              <a:t> </a:t>
            </a:r>
            <a:endParaRPr lang="es-CL" dirty="0"/>
          </a:p>
        </p:txBody>
      </p:sp>
      <p:pic>
        <p:nvPicPr>
          <p:cNvPr id="12302" name="Picture 14" descr="Resultado de imagen para dibujo de sum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274" y="3861048"/>
            <a:ext cx="1139030" cy="146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4" name="Picture 16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276" y="3649590"/>
            <a:ext cx="1776273" cy="153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17 CuadroTexto"/>
          <p:cNvSpPr txBox="1"/>
          <p:nvPr/>
        </p:nvSpPr>
        <p:spPr>
          <a:xfrm>
            <a:off x="1132256" y="529028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 smtClean="0">
                <a:solidFill>
                  <a:srgbClr val="FF0000"/>
                </a:solidFill>
              </a:rPr>
              <a:t>S</a:t>
            </a:r>
            <a:r>
              <a:rPr lang="es-CL" sz="3200" dirty="0" smtClean="0">
                <a:solidFill>
                  <a:srgbClr val="FF0000"/>
                </a:solidFill>
              </a:rPr>
              <a:t>i</a:t>
            </a:r>
            <a:r>
              <a:rPr lang="es-CL" sz="3200" dirty="0" smtClean="0"/>
              <a:t>rena</a:t>
            </a:r>
            <a:r>
              <a:rPr lang="es-CL" dirty="0" smtClean="0"/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6352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DIBUJO DE SAP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321" y="1925351"/>
            <a:ext cx="1572571" cy="146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serruch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302" y="1925351"/>
            <a:ext cx="1338250" cy="143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dibujo de s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243270"/>
            <a:ext cx="1192955" cy="198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de sOP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691840"/>
            <a:ext cx="1812069" cy="119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para dibujo de submarin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810722"/>
            <a:ext cx="1828784" cy="143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784208" y="4888901"/>
            <a:ext cx="59500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</a:t>
            </a:r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 se si so su 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971600" y="980728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/>
              <a:t>Actividad: </a:t>
            </a:r>
            <a:r>
              <a:rPr lang="es-CL" sz="2800" dirty="0" smtClean="0"/>
              <a:t>Une cada dibujo con la sílaba inicial</a:t>
            </a:r>
            <a:r>
              <a:rPr lang="es-CL" dirty="0" smtClean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9211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814086" y="1059778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Marca con una ( x)  la sílaba inicial de cada dibujo</a:t>
            </a:r>
            <a:endParaRPr lang="es-CL" sz="2400" dirty="0"/>
          </a:p>
        </p:txBody>
      </p:sp>
      <p:sp>
        <p:nvSpPr>
          <p:cNvPr id="5" name="4 Rectángulo"/>
          <p:cNvSpPr/>
          <p:nvPr/>
        </p:nvSpPr>
        <p:spPr>
          <a:xfrm>
            <a:off x="3821201" y="2331660"/>
            <a:ext cx="443791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 se si so su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AutoShape 4" descr="Resultado de imagen para dibujo de sacapun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4" name="Picture 6" descr="Resultado de imagen para dibujo de sacapun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3" t="11899" r="7373" b="8377"/>
          <a:stretch/>
        </p:blipFill>
        <p:spPr bwMode="auto">
          <a:xfrm>
            <a:off x="1567542" y="2132856"/>
            <a:ext cx="2425681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59" y="4005064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3821200" y="4479503"/>
            <a:ext cx="443791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 se si so su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211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814086" y="1059778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Marca con una ( x)  todos los dibujos que comiencen con </a:t>
            </a:r>
            <a:r>
              <a:rPr lang="es-CL" sz="2400" b="1" dirty="0" smtClean="0">
                <a:solidFill>
                  <a:srgbClr val="FF0000"/>
                </a:solidFill>
              </a:rPr>
              <a:t>S </a:t>
            </a:r>
            <a:endParaRPr lang="es-CL" sz="2400" b="1" dirty="0">
              <a:solidFill>
                <a:srgbClr val="FF0000"/>
              </a:solidFill>
            </a:endParaRPr>
          </a:p>
        </p:txBody>
      </p:sp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159" y="1890775"/>
            <a:ext cx="1965146" cy="125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7" r="23599"/>
          <a:stretch/>
        </p:blipFill>
        <p:spPr bwMode="auto">
          <a:xfrm>
            <a:off x="1835696" y="3280160"/>
            <a:ext cx="1136073" cy="220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s de semill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235" y="4077072"/>
            <a:ext cx="2376620" cy="20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10" descr="Resultado de imagen para dibujos de sap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12" descr="Resultado de imagen para dibujos de sap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14" descr="Resultado de imagen para dibujos de sap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208" name="Picture 16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39"/>
          <a:stretch/>
        </p:blipFill>
        <p:spPr bwMode="auto">
          <a:xfrm>
            <a:off x="5724128" y="3645024"/>
            <a:ext cx="2062451" cy="204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Resultado de imagen para dibujos de abej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855" y="1710381"/>
            <a:ext cx="2261023" cy="161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2" name="Picture 20" descr="Resultado de imagen para dibujos de cas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077" y="2279494"/>
            <a:ext cx="1610294" cy="172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11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814086" y="1059778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Marca con una ( x)  todas las S que encuentres.</a:t>
            </a:r>
            <a:endParaRPr lang="es-CL" sz="2400" b="1" dirty="0">
              <a:solidFill>
                <a:srgbClr val="FF0000"/>
              </a:solidFill>
            </a:endParaRPr>
          </a:p>
        </p:txBody>
      </p:sp>
      <p:pic>
        <p:nvPicPr>
          <p:cNvPr id="9218" name="Picture 2" descr="Resultado de imagen para letra S PARA NIÃ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36"/>
          <a:stretch/>
        </p:blipFill>
        <p:spPr bwMode="auto">
          <a:xfrm>
            <a:off x="1342865" y="1732223"/>
            <a:ext cx="1905663" cy="169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letra S PARA NIÃO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532" y="4437112"/>
            <a:ext cx="125646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Resultado de imagen para letra 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8" t="22620" r="25022" b="23563"/>
          <a:stretch/>
        </p:blipFill>
        <p:spPr bwMode="auto">
          <a:xfrm>
            <a:off x="6228184" y="3789040"/>
            <a:ext cx="1497855" cy="166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Resultado de imagen para letra S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7" t="11352" r="18344"/>
          <a:stretch/>
        </p:blipFill>
        <p:spPr bwMode="auto">
          <a:xfrm>
            <a:off x="2843808" y="4097188"/>
            <a:ext cx="1284365" cy="19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Resultado de imagen para letra S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93" t="21890" r="31198" b="17625"/>
          <a:stretch/>
        </p:blipFill>
        <p:spPr bwMode="auto">
          <a:xfrm>
            <a:off x="6516216" y="1844824"/>
            <a:ext cx="1367259" cy="169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1" t="6185" r="13387" b="9375"/>
          <a:stretch/>
        </p:blipFill>
        <p:spPr bwMode="auto">
          <a:xfrm>
            <a:off x="4414041" y="3244088"/>
            <a:ext cx="1178391" cy="133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Resultado de imagen para letra m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774" y="4591074"/>
            <a:ext cx="1771167" cy="144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Resultado de imagen para letra l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514" y="1635671"/>
            <a:ext cx="1329625" cy="160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Resultado de imagen para letra m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0" y="2023816"/>
            <a:ext cx="1355456" cy="110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11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2035</TotalTime>
  <Words>90</Words>
  <Application>Microsoft Office PowerPoint</Application>
  <PresentationFormat>Presentación en pantalla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2019-04-03T15:35:52Z</dcterms:created>
  <dcterms:modified xsi:type="dcterms:W3CDTF">2019-04-07T23:06:38Z</dcterms:modified>
</cp:coreProperties>
</file>