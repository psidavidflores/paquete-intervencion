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0073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6048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16305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9954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1782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5178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0712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5967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41278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3726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0417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14A6D-4695-425A-B8F8-1BF830439E93}" type="datetimeFigureOut">
              <a:rPr lang="es-CL" smtClean="0"/>
              <a:t>16-03-2019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62DA7-0DA4-4F8C-A41A-0F9B32249564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3365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hyperlink" Target="https://es.wikipedia.org/wiki/Transporte_privad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ultado de imagen para MI COMUNIDAD PARA NIÃ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3" t="9501" r="6527" b="8906"/>
          <a:stretch/>
        </p:blipFill>
        <p:spPr bwMode="auto">
          <a:xfrm>
            <a:off x="15506" y="1200329"/>
            <a:ext cx="9128494" cy="46049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5506" y="0"/>
            <a:ext cx="9128494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Ámbito: </a:t>
            </a:r>
            <a:r>
              <a:rPr lang="es-MX" sz="3200" dirty="0">
                <a:solidFill>
                  <a:schemeClr val="tx1"/>
                </a:solidFill>
              </a:rPr>
              <a:t>Interacción y Comprensión del </a:t>
            </a:r>
            <a:r>
              <a:rPr lang="es-MX" sz="3200" dirty="0" smtClean="0">
                <a:solidFill>
                  <a:schemeClr val="tx1"/>
                </a:solidFill>
              </a:rPr>
              <a:t>Entorno</a:t>
            </a:r>
            <a:endParaRPr lang="es-ES" sz="3200" b="1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es-ES" sz="3600" b="1" cap="none" spc="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Núcleo: </a:t>
            </a:r>
            <a:r>
              <a:rPr lang="es-CL" sz="3200" dirty="0">
                <a:solidFill>
                  <a:schemeClr val="tx1"/>
                </a:solidFill>
              </a:rPr>
              <a:t>Comprensión del Entorno </a:t>
            </a:r>
            <a:r>
              <a:rPr lang="es-CL" sz="3200" dirty="0" smtClean="0">
                <a:solidFill>
                  <a:schemeClr val="tx1"/>
                </a:solidFill>
              </a:rPr>
              <a:t>Sociocultural</a:t>
            </a:r>
            <a:endParaRPr lang="es-ES" sz="3200" b="1" cap="none" spc="0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0" y="5934670"/>
            <a:ext cx="9144000" cy="923330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</a:rPr>
              <a:t>Instituciones de la comunidad</a:t>
            </a:r>
            <a:endParaRPr lang="es-ES" sz="5400" b="1" cap="none" spc="0" dirty="0">
              <a:ln w="11430"/>
            </a:endParaRPr>
          </a:p>
        </p:txBody>
      </p:sp>
    </p:spTree>
    <p:extLst>
      <p:ext uri="{BB962C8B-B14F-4D97-AF65-F5344CB8AC3E}">
        <p14:creationId xmlns:p14="http://schemas.microsoft.com/office/powerpoint/2010/main" val="93972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niÃ±o dibujo en comunida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39"/>
          <a:stretch/>
        </p:blipFill>
        <p:spPr bwMode="auto">
          <a:xfrm>
            <a:off x="0" y="-152664"/>
            <a:ext cx="9144000" cy="695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187624" y="0"/>
            <a:ext cx="590465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dirty="0" smtClean="0"/>
              <a:t>Objetivo de Aprendizaje: </a:t>
            </a:r>
          </a:p>
          <a:p>
            <a:pPr algn="just"/>
            <a:r>
              <a:rPr lang="es-MX" sz="2400" dirty="0" smtClean="0"/>
              <a:t>Reconocer </a:t>
            </a:r>
            <a:r>
              <a:rPr lang="es-MX" sz="2400" dirty="0"/>
              <a:t>la importancia del servicio que prestan instituciones, organizaciones, lugares y obras de interés patrimonial, tales como: escuelas, transporte público, empresas, iglesias, museos, bibliotecas, entre otros.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86198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4" y="0"/>
            <a:ext cx="911902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610133" y="503269"/>
            <a:ext cx="58672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5400" b="1" spc="50" dirty="0" smtClean="0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Transporte público:</a:t>
            </a:r>
            <a:endParaRPr lang="es-ES" sz="5400" b="1" cap="none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3074" name="Picture 2" descr="Resultado de imagen para transporte publico dibuj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9" t="23228" b="23583"/>
          <a:stretch/>
        </p:blipFill>
        <p:spPr bwMode="auto">
          <a:xfrm>
            <a:off x="1115617" y="4581128"/>
            <a:ext cx="3672408" cy="174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827584" y="1412776"/>
            <a:ext cx="75608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Transporte público</a:t>
            </a:r>
            <a:r>
              <a:rPr lang="es-MX" dirty="0"/>
              <a:t> o </a:t>
            </a:r>
            <a:r>
              <a:rPr lang="es-MX" b="1" dirty="0"/>
              <a:t>transporte en común</a:t>
            </a:r>
            <a:r>
              <a:rPr lang="es-MX" dirty="0"/>
              <a:t> es el término aplicado al transporte colectivo de pasajeros. A diferencia del </a:t>
            </a:r>
            <a:r>
              <a:rPr lang="es-MX" dirty="0">
                <a:hlinkClick r:id="rId4" tooltip="Transporte privado"/>
              </a:rPr>
              <a:t>transporte privado</a:t>
            </a:r>
            <a:r>
              <a:rPr lang="es-MX" dirty="0"/>
              <a:t>, los viajeros del transporte público tienen que adaptarse a los horarios y a las rutas que ofrezca el operador y dependen en mayor o menor medida de la intervención regulatoria del Gobierno. </a:t>
            </a:r>
            <a:endParaRPr lang="es-CL" dirty="0"/>
          </a:p>
        </p:txBody>
      </p:sp>
      <p:pic>
        <p:nvPicPr>
          <p:cNvPr id="1026" name="Picture 2" descr="Resultado de imagen para dibujo de tax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738794"/>
            <a:ext cx="2250971" cy="184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dibujo de metr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26994"/>
            <a:ext cx="3024336" cy="200272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36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4" y="0"/>
            <a:ext cx="911902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852425" y="692696"/>
            <a:ext cx="33826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5400" b="1" spc="50" dirty="0" smtClean="0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La escuela:</a:t>
            </a:r>
            <a:endParaRPr lang="es-ES" sz="5400" b="1" cap="none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187624" y="1616026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dirty="0" smtClean="0"/>
              <a:t>Es la encargada de la educación de los niños y niñas. En ella trabajan un director, profesores y profesoras, asistentes de la educación, auxiliares de aseo y administrativos. </a:t>
            </a:r>
            <a:endParaRPr lang="es-CL" sz="2000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40" y="2924944"/>
            <a:ext cx="3629043" cy="35058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426" y="2924944"/>
            <a:ext cx="3628647" cy="319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006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267744" y="836712"/>
            <a:ext cx="4302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Municipalidad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187624" y="1760042"/>
            <a:ext cx="6408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En ella trabajan el alcalde y los funcionarios públicos. Algunas de las funciones que cumplen es asear la cuidad, ayudar a los más necesitados, administrar el dinero de la comuna, entre muchas funciones. </a:t>
            </a:r>
            <a:endParaRPr lang="es-CL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7"/>
          <a:stretch/>
        </p:blipFill>
        <p:spPr bwMode="auto">
          <a:xfrm>
            <a:off x="1243042" y="2986267"/>
            <a:ext cx="5849238" cy="2749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8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017853" y="692696"/>
            <a:ext cx="24317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4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El correo</a:t>
            </a:r>
            <a:endParaRPr lang="es-ES" sz="4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267720" y="1530620"/>
            <a:ext cx="678923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dirty="0" smtClean="0"/>
              <a:t>Es el encargado de entregar correspondencia a las personas.  El  cartero es quien reparte las cartas y es uno de los  funcionarios de esta institución. </a:t>
            </a:r>
            <a:endParaRPr lang="es-CL" sz="2400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720" y="3148770"/>
            <a:ext cx="3520304" cy="2728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 descr="Resultado de imagen para cartero correos de chi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180137"/>
            <a:ext cx="3124910" cy="269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73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699792" y="447055"/>
            <a:ext cx="316835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Banco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5125" name="Picture 5" descr="Resultado de imagen para banco esta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2852936"/>
            <a:ext cx="3648983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Resultado de imagen para banco estad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719" y="2852936"/>
            <a:ext cx="3362673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15615" y="1370385"/>
            <a:ext cx="6984777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dirty="0" smtClean="0"/>
              <a:t>Es la entidad que se dedica a trabara con el dinero, las personas las guardan para que les generé interés y lo retiren cuando lo necesiten. 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96913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3140968"/>
            <a:ext cx="3825503" cy="26622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152831"/>
            <a:ext cx="3096344" cy="26503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993844" y="908720"/>
            <a:ext cx="31563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El hospital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115616" y="1832050"/>
            <a:ext cx="6768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En el hospital trabajan médicos, dentistas, enfermeras, paramédicos etc. Entre las funciones que cumples es entregar asistencia médica a las personas que lo necesiten.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4015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03" y="3140968"/>
            <a:ext cx="3384376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729" y="3111268"/>
            <a:ext cx="3669223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609315" y="836711"/>
            <a:ext cx="392536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Bomberos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187624" y="1944707"/>
            <a:ext cx="6480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Su principal función es apagar incendios , además de ayudan a la comunidad en caso de accidentes, inundaciones o rescates. Todos los trabajadores son voluntarios.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120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055240" y="692696"/>
            <a:ext cx="30335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Biblioteca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043608" y="1772816"/>
            <a:ext cx="68407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000" dirty="0" smtClean="0"/>
              <a:t> Las bibliotecas, ubicadas en el corazón de la comunidad, son lugares de encuentro, de comunicación y participación. Es el acceso libre y voluntario a la lectura, la investigación y la creatividad.</a:t>
            </a:r>
            <a:endParaRPr lang="es-CL" sz="20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192" y="3096255"/>
            <a:ext cx="6303615" cy="282575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254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924944"/>
            <a:ext cx="3672408" cy="32275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686515" y="496286"/>
            <a:ext cx="37709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/>
                <a:solidFill>
                  <a:schemeClr val="accent3"/>
                </a:solidFill>
                <a:effectLst/>
              </a:rPr>
              <a:t>Carabineros </a:t>
            </a:r>
            <a:endParaRPr lang="es-E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924943"/>
            <a:ext cx="2664296" cy="32275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115616" y="1400322"/>
            <a:ext cx="6912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E</a:t>
            </a:r>
            <a:r>
              <a:rPr lang="es-MX" dirty="0" smtClean="0"/>
              <a:t>s una Institución policial técnica y de carácter militar, que integra la fuerza pública y existe para dar eficacia al derecho; su finalidad es garantizar y mantener el orden público y la seguridad pública interior en todo el territorio de la República y cumplir las demás funciones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0817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347864" y="618571"/>
            <a:ext cx="21579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Museo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403648" y="1541901"/>
            <a:ext cx="6336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Institución dedicada a la adquisición, conservación, estudio y exposición de objetos de valor relacionados con la ciencia y el arte o de objetos culturalmente importantes para el desarrollo de los conocimientos humanos.</a:t>
            </a:r>
            <a:endParaRPr lang="es-CL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084750"/>
            <a:ext cx="4032448" cy="33192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429000"/>
            <a:ext cx="3211182" cy="28083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799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381</Words>
  <Application>Microsoft Office PowerPoint</Application>
  <PresentationFormat>Presentación en pantalla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17</cp:revision>
  <dcterms:created xsi:type="dcterms:W3CDTF">2019-02-14T03:10:05Z</dcterms:created>
  <dcterms:modified xsi:type="dcterms:W3CDTF">2019-03-16T21:48:31Z</dcterms:modified>
</cp:coreProperties>
</file>