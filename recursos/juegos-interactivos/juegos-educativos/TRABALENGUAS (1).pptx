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673C8-DB0E-4C59-B930-410D46293252}" type="datetimeFigureOut">
              <a:rPr lang="es-CL" smtClean="0"/>
              <a:t>09-03-2019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82072-D6EA-4C1E-847F-F60FAB2D96D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172121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673C8-DB0E-4C59-B930-410D46293252}" type="datetimeFigureOut">
              <a:rPr lang="es-CL" smtClean="0"/>
              <a:t>09-03-2019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82072-D6EA-4C1E-847F-F60FAB2D96D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68030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673C8-DB0E-4C59-B930-410D46293252}" type="datetimeFigureOut">
              <a:rPr lang="es-CL" smtClean="0"/>
              <a:t>09-03-2019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82072-D6EA-4C1E-847F-F60FAB2D96D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68301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673C8-DB0E-4C59-B930-410D46293252}" type="datetimeFigureOut">
              <a:rPr lang="es-CL" smtClean="0"/>
              <a:t>09-03-2019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82072-D6EA-4C1E-847F-F60FAB2D96D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52655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673C8-DB0E-4C59-B930-410D46293252}" type="datetimeFigureOut">
              <a:rPr lang="es-CL" smtClean="0"/>
              <a:t>09-03-2019</a:t>
            </a:fld>
            <a:endParaRPr lang="es-CL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82072-D6EA-4C1E-847F-F60FAB2D96D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616022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673C8-DB0E-4C59-B930-410D46293252}" type="datetimeFigureOut">
              <a:rPr lang="es-CL" smtClean="0"/>
              <a:t>09-03-2019</a:t>
            </a:fld>
            <a:endParaRPr lang="es-CL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82072-D6EA-4C1E-847F-F60FAB2D96D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20128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673C8-DB0E-4C59-B930-410D46293252}" type="datetimeFigureOut">
              <a:rPr lang="es-CL" smtClean="0"/>
              <a:t>09-03-2019</a:t>
            </a:fld>
            <a:endParaRPr lang="es-CL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82072-D6EA-4C1E-847F-F60FAB2D96D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71940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673C8-DB0E-4C59-B930-410D46293252}" type="datetimeFigureOut">
              <a:rPr lang="es-CL" smtClean="0"/>
              <a:t>09-03-2019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82072-D6EA-4C1E-847F-F60FAB2D96D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75451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673C8-DB0E-4C59-B930-410D46293252}" type="datetimeFigureOut">
              <a:rPr lang="es-CL" smtClean="0"/>
              <a:t>09-03-2019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82072-D6EA-4C1E-847F-F60FAB2D96D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10165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673C8-DB0E-4C59-B930-410D46293252}" type="datetimeFigureOut">
              <a:rPr lang="es-CL" smtClean="0"/>
              <a:t>09-03-2019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82072-D6EA-4C1E-847F-F60FAB2D96D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90210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673C8-DB0E-4C59-B930-410D46293252}" type="datetimeFigureOut">
              <a:rPr lang="es-CL" smtClean="0"/>
              <a:t>09-03-2019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82072-D6EA-4C1E-847F-F60FAB2D96D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32388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3673C8-DB0E-4C59-B930-410D46293252}" type="datetimeFigureOut">
              <a:rPr lang="es-CL" smtClean="0"/>
              <a:t>09-03-2019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F82072-D6EA-4C1E-847F-F60FAB2D96D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9260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3074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8894" y="-31464"/>
            <a:ext cx="9172894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48193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9144001" cy="67413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CuadroTexto"/>
          <p:cNvSpPr txBox="1"/>
          <p:nvPr/>
        </p:nvSpPr>
        <p:spPr>
          <a:xfrm>
            <a:off x="1259632" y="1108526"/>
            <a:ext cx="352839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3600" b="1" dirty="0" smtClean="0">
                <a:latin typeface="Baskerville Old Face" pitchFamily="18" charset="0"/>
              </a:rPr>
              <a:t>El loro no se aclara con el cloro. </a:t>
            </a:r>
          </a:p>
          <a:p>
            <a:endParaRPr lang="es-CL" sz="3600" b="1" dirty="0">
              <a:latin typeface="Baskerville Old Face" pitchFamily="18" charset="0"/>
            </a:endParaRPr>
          </a:p>
          <a:p>
            <a:r>
              <a:rPr lang="es-CL" sz="3600" b="1" dirty="0" smtClean="0">
                <a:latin typeface="Baskerville Old Face" pitchFamily="18" charset="0"/>
              </a:rPr>
              <a:t>El loro no bebió el cloro,  por que se fue a cantar  al coro. </a:t>
            </a:r>
            <a:endParaRPr lang="es-CL" sz="3600" b="1" dirty="0">
              <a:latin typeface="Baskerville Old Face" pitchFamily="18" charset="0"/>
            </a:endParaRPr>
          </a:p>
        </p:txBody>
      </p:sp>
      <p:pic>
        <p:nvPicPr>
          <p:cNvPr id="2055" name="Picture 7" descr="Resultado de imagen para dibujo de loro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79"/>
          <a:stretch/>
        </p:blipFill>
        <p:spPr bwMode="auto">
          <a:xfrm>
            <a:off x="4588054" y="1196752"/>
            <a:ext cx="3431436" cy="2664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84762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9144001" cy="67413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CuadroTexto"/>
          <p:cNvSpPr txBox="1"/>
          <p:nvPr/>
        </p:nvSpPr>
        <p:spPr>
          <a:xfrm>
            <a:off x="1043608" y="1385525"/>
            <a:ext cx="402995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3600" b="1" dirty="0" smtClean="0">
                <a:latin typeface="Baskerville Old Face" pitchFamily="18" charset="0"/>
              </a:rPr>
              <a:t>Rosita, tenía una mesita. No sabemos que mesita tenía Rosita.  </a:t>
            </a:r>
          </a:p>
          <a:p>
            <a:r>
              <a:rPr lang="es-CL" sz="3600" b="1" dirty="0" smtClean="0">
                <a:latin typeface="Baskerville Old Face" pitchFamily="18" charset="0"/>
              </a:rPr>
              <a:t>Rosita, perdió su mesita en su propia casita.</a:t>
            </a:r>
            <a:endParaRPr lang="es-CL" sz="3600" b="1" dirty="0">
              <a:latin typeface="Baskerville Old Face" pitchFamily="18" charset="0"/>
            </a:endParaRPr>
          </a:p>
        </p:txBody>
      </p:sp>
      <p:pic>
        <p:nvPicPr>
          <p:cNvPr id="11266" name="Picture 2" descr="Resultado de imagen para dibujos de mesit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2060848"/>
            <a:ext cx="3054466" cy="2448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1721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9144001" cy="67413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CuadroTexto"/>
          <p:cNvSpPr txBox="1"/>
          <p:nvPr/>
        </p:nvSpPr>
        <p:spPr>
          <a:xfrm>
            <a:off x="1043608" y="1988840"/>
            <a:ext cx="402995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3600" b="1" dirty="0" smtClean="0">
                <a:latin typeface="Baskerville Old Face" pitchFamily="18" charset="0"/>
              </a:rPr>
              <a:t>El zorro </a:t>
            </a:r>
            <a:r>
              <a:rPr lang="es-CL" sz="3600" b="1" dirty="0" smtClean="0">
                <a:latin typeface="Baskerville Old Face" pitchFamily="18" charset="0"/>
              </a:rPr>
              <a:t>zorro</a:t>
            </a:r>
            <a:endParaRPr lang="es-CL" sz="3600" b="1" dirty="0" smtClean="0">
              <a:latin typeface="Baskerville Old Face" pitchFamily="18" charset="0"/>
            </a:endParaRPr>
          </a:p>
          <a:p>
            <a:r>
              <a:rPr lang="es-CL" sz="3600" b="1" dirty="0" smtClean="0">
                <a:latin typeface="Baskerville Old Face" pitchFamily="18" charset="0"/>
              </a:rPr>
              <a:t>pide socorro con un gorro</a:t>
            </a:r>
          </a:p>
          <a:p>
            <a:endParaRPr lang="es-CL" sz="3600" dirty="0">
              <a:latin typeface="Baskerville Old Face" pitchFamily="18" charset="0"/>
            </a:endParaRPr>
          </a:p>
        </p:txBody>
      </p:sp>
      <p:pic>
        <p:nvPicPr>
          <p:cNvPr id="10242" name="Picture 2" descr="Imagen relacionada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73" r="14744" b="3074"/>
          <a:stretch/>
        </p:blipFill>
        <p:spPr bwMode="auto">
          <a:xfrm>
            <a:off x="4932041" y="1379455"/>
            <a:ext cx="3098480" cy="3777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30715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9144001" cy="67413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CuadroTexto"/>
          <p:cNvSpPr txBox="1"/>
          <p:nvPr/>
        </p:nvSpPr>
        <p:spPr>
          <a:xfrm>
            <a:off x="1018699" y="1662524"/>
            <a:ext cx="402995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3600" b="1" dirty="0" smtClean="0">
                <a:latin typeface="Baskerville Old Face" pitchFamily="18" charset="0"/>
              </a:rPr>
              <a:t>Peco tiene pocas pecas. </a:t>
            </a:r>
          </a:p>
          <a:p>
            <a:r>
              <a:rPr lang="es-CL" sz="3600" b="1" dirty="0" smtClean="0">
                <a:latin typeface="Baskerville Old Face" pitchFamily="18" charset="0"/>
              </a:rPr>
              <a:t>Pocas pecas tiene peco, pero peco no le importa tener pocas pecas. </a:t>
            </a:r>
            <a:endParaRPr lang="es-CL" sz="3600" b="1" dirty="0">
              <a:latin typeface="Baskerville Old Face" pitchFamily="18" charset="0"/>
            </a:endParaRPr>
          </a:p>
        </p:txBody>
      </p:sp>
      <p:pic>
        <p:nvPicPr>
          <p:cNvPr id="9218" name="Picture 2" descr="Resultado de imagen para dibujo de niÃ±o con pecas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822"/>
          <a:stretch/>
        </p:blipFill>
        <p:spPr bwMode="auto">
          <a:xfrm>
            <a:off x="4828698" y="1662524"/>
            <a:ext cx="3222958" cy="3566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70166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9144001" cy="67413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6 CuadroTexto"/>
          <p:cNvSpPr txBox="1"/>
          <p:nvPr/>
        </p:nvSpPr>
        <p:spPr>
          <a:xfrm>
            <a:off x="1018699" y="1662524"/>
            <a:ext cx="402995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3600" b="1" dirty="0" smtClean="0">
                <a:latin typeface="Baskerville Old Face" pitchFamily="18" charset="0"/>
              </a:rPr>
              <a:t>Pata, pete y pota. Son tres patas, </a:t>
            </a:r>
          </a:p>
          <a:p>
            <a:r>
              <a:rPr lang="es-CL" sz="3600" b="1" dirty="0" smtClean="0">
                <a:latin typeface="Baskerville Old Face" pitchFamily="18" charset="0"/>
              </a:rPr>
              <a:t>Pata y pota juegan a la pelota. Pota y pete juegan con el juguete. </a:t>
            </a:r>
            <a:endParaRPr lang="es-CL" sz="3600" b="1" dirty="0">
              <a:latin typeface="Baskerville Old Face" pitchFamily="18" charset="0"/>
            </a:endParaRPr>
          </a:p>
        </p:txBody>
      </p:sp>
      <p:pic>
        <p:nvPicPr>
          <p:cNvPr id="8196" name="Picture 4" descr="Resultado de imagen para dibujo de pato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02" r="15595"/>
          <a:stretch/>
        </p:blipFill>
        <p:spPr bwMode="auto">
          <a:xfrm>
            <a:off x="5023436" y="1708720"/>
            <a:ext cx="3049537" cy="3323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88808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CuadroTexto"/>
          <p:cNvSpPr txBox="1"/>
          <p:nvPr/>
        </p:nvSpPr>
        <p:spPr>
          <a:xfrm>
            <a:off x="1018699" y="1662524"/>
            <a:ext cx="35533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3600" b="1" dirty="0" smtClean="0">
                <a:latin typeface="Baskerville Old Face" pitchFamily="18" charset="0"/>
              </a:rPr>
              <a:t>Teresa come cereza, pero Teresa no sabe comer cereza, por que la cereza está tieza. </a:t>
            </a:r>
            <a:endParaRPr lang="es-CL" sz="3600" b="1" dirty="0">
              <a:latin typeface="Baskerville Old Face" pitchFamily="18" charset="0"/>
            </a:endParaRPr>
          </a:p>
        </p:txBody>
      </p:sp>
      <p:pic>
        <p:nvPicPr>
          <p:cNvPr id="7170" name="Picture 2" descr="Resultado de imagen para dibujo de cerez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1999" y="1384535"/>
            <a:ext cx="3384376" cy="397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57487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9144001" cy="67413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CuadroTexto"/>
          <p:cNvSpPr txBox="1"/>
          <p:nvPr/>
        </p:nvSpPr>
        <p:spPr>
          <a:xfrm>
            <a:off x="992237" y="2242418"/>
            <a:ext cx="402995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3600" b="1" dirty="0" smtClean="0">
                <a:latin typeface="Baskerville Old Face" pitchFamily="18" charset="0"/>
              </a:rPr>
              <a:t>El paño está en el baño. Como cada año, el paño se queda en el baño. </a:t>
            </a:r>
            <a:endParaRPr lang="es-CL" sz="3600" b="1" dirty="0">
              <a:latin typeface="Baskerville Old Face" pitchFamily="18" charset="0"/>
            </a:endParaRPr>
          </a:p>
        </p:txBody>
      </p:sp>
      <p:pic>
        <p:nvPicPr>
          <p:cNvPr id="6146" name="Picture 2" descr="Imagen relacionad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1999" y="1340768"/>
            <a:ext cx="3418914" cy="3418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93403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9144001" cy="67413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CuadroTexto"/>
          <p:cNvSpPr txBox="1"/>
          <p:nvPr/>
        </p:nvSpPr>
        <p:spPr>
          <a:xfrm>
            <a:off x="1018699" y="1662524"/>
            <a:ext cx="340928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3600" dirty="0" smtClean="0">
                <a:latin typeface="Baskerville Old Face" pitchFamily="18" charset="0"/>
              </a:rPr>
              <a:t>El cangrejo </a:t>
            </a:r>
          </a:p>
          <a:p>
            <a:r>
              <a:rPr lang="es-CL" sz="3600" dirty="0" smtClean="0">
                <a:latin typeface="Baskerville Old Face" pitchFamily="18" charset="0"/>
              </a:rPr>
              <a:t>Se quedó perplejo al verse en el espejo su propio reflejo.</a:t>
            </a:r>
            <a:endParaRPr lang="es-CL" sz="3600" dirty="0">
              <a:latin typeface="Baskerville Old Face" pitchFamily="18" charset="0"/>
            </a:endParaRPr>
          </a:p>
        </p:txBody>
      </p:sp>
      <p:pic>
        <p:nvPicPr>
          <p:cNvPr id="5122" name="Picture 2" descr="Resultado de imagen para dibujo de cAngrej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7876" y="1562375"/>
            <a:ext cx="3296492" cy="3559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74308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CuadroTexto"/>
          <p:cNvSpPr txBox="1"/>
          <p:nvPr/>
        </p:nvSpPr>
        <p:spPr>
          <a:xfrm>
            <a:off x="1018699" y="1662524"/>
            <a:ext cx="326526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3600" b="1" dirty="0" smtClean="0">
                <a:latin typeface="Baskerville Old Face" pitchFamily="18" charset="0"/>
              </a:rPr>
              <a:t> El perrito de Rita </a:t>
            </a:r>
          </a:p>
          <a:p>
            <a:r>
              <a:rPr lang="es-CL" sz="3600" b="1" dirty="0" smtClean="0">
                <a:latin typeface="Baskerville Old Face" pitchFamily="18" charset="0"/>
              </a:rPr>
              <a:t>Me irrita. </a:t>
            </a:r>
          </a:p>
          <a:p>
            <a:r>
              <a:rPr lang="es-CL" sz="3600" b="1" dirty="0" smtClean="0">
                <a:latin typeface="Baskerville Old Face" pitchFamily="18" charset="0"/>
              </a:rPr>
              <a:t>Dile a Rita que cambie el perrito por una perrita. </a:t>
            </a:r>
            <a:endParaRPr lang="es-CL" sz="3600" b="1" dirty="0">
              <a:latin typeface="Baskerville Old Face" pitchFamily="18" charset="0"/>
            </a:endParaRPr>
          </a:p>
        </p:txBody>
      </p:sp>
      <p:pic>
        <p:nvPicPr>
          <p:cNvPr id="4100" name="Picture 4" descr="Resultado de imagen para dibujo de perrit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960" y="2204864"/>
            <a:ext cx="3816424" cy="3024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375754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865</TotalTime>
  <Words>171</Words>
  <Application>Microsoft Office PowerPoint</Application>
  <PresentationFormat>Presentación en pantalla (4:3)</PresentationFormat>
  <Paragraphs>18</Paragraphs>
  <Slides>10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1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Manuel Alvarado</dc:creator>
  <cp:lastModifiedBy>Manuel Alvarado</cp:lastModifiedBy>
  <cp:revision>8</cp:revision>
  <dcterms:created xsi:type="dcterms:W3CDTF">2019-03-10T02:57:39Z</dcterms:created>
  <dcterms:modified xsi:type="dcterms:W3CDTF">2019-03-10T17:23:17Z</dcterms:modified>
</cp:coreProperties>
</file>