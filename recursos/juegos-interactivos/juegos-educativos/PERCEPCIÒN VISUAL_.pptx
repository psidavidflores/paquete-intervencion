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4" r:id="rId4"/>
    <p:sldId id="273" r:id="rId5"/>
    <p:sldId id="272" r:id="rId6"/>
    <p:sldId id="266" r:id="rId7"/>
    <p:sldId id="269" r:id="rId8"/>
    <p:sldId id="268" r:id="rId9"/>
    <p:sldId id="267" r:id="rId10"/>
    <p:sldId id="271" r:id="rId11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256" autoAdjust="0"/>
  </p:normalViewPr>
  <p:slideViewPr>
    <p:cSldViewPr>
      <p:cViewPr varScale="1">
        <p:scale>
          <a:sx n="65" d="100"/>
          <a:sy n="65" d="100"/>
        </p:scale>
        <p:origin x="-153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C1FF1-F6A6-44A8-B4F7-6BF585B53FD1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3F844-C06B-4A06-ADFB-BC7B15FDBA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381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C1FF1-F6A6-44A8-B4F7-6BF585B53FD1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3F844-C06B-4A06-ADFB-BC7B15FDBA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575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C1FF1-F6A6-44A8-B4F7-6BF585B53FD1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3F844-C06B-4A06-ADFB-BC7B15FDBA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931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C1FF1-F6A6-44A8-B4F7-6BF585B53FD1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3F844-C06B-4A06-ADFB-BC7B15FDBA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735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C1FF1-F6A6-44A8-B4F7-6BF585B53FD1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3F844-C06B-4A06-ADFB-BC7B15FDBA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116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C1FF1-F6A6-44A8-B4F7-6BF585B53FD1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3F844-C06B-4A06-ADFB-BC7B15FDBA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9077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C1FF1-F6A6-44A8-B4F7-6BF585B53FD1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3F844-C06B-4A06-ADFB-BC7B15FDBA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548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C1FF1-F6A6-44A8-B4F7-6BF585B53FD1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3F844-C06B-4A06-ADFB-BC7B15FDBA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5770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C1FF1-F6A6-44A8-B4F7-6BF585B53FD1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3F844-C06B-4A06-ADFB-BC7B15FDBA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183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C1FF1-F6A6-44A8-B4F7-6BF585B53FD1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3F844-C06B-4A06-ADFB-BC7B15FDBA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1873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C1FF1-F6A6-44A8-B4F7-6BF585B53FD1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3F844-C06B-4A06-ADFB-BC7B15FDBA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2493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C1FF1-F6A6-44A8-B4F7-6BF585B53FD1}" type="datetimeFigureOut">
              <a:rPr lang="es-CL" smtClean="0"/>
              <a:t>23-02-2019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3F844-C06B-4A06-ADFB-BC7B15FDBAF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33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sultado de imagen para bordes de niÃ±i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229"/>
            <a:ext cx="9144000" cy="682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563342" y="2276872"/>
            <a:ext cx="80173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Cooper Black" pitchFamily="18" charset="0"/>
              </a:rPr>
              <a:t>Percepción visual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Cooper Black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713456" y="188640"/>
            <a:ext cx="403828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Jugue</a:t>
            </a:r>
            <a:r>
              <a:rPr lang="es-ES" sz="9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rush Script MT" pitchFamily="66" charset="0"/>
              </a:rPr>
              <a:t>mos</a:t>
            </a:r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77757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bordes de colores en circul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" t="1429" r="1515" b="1791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115616" y="692696"/>
            <a:ext cx="7056784" cy="400110"/>
          </a:xfrm>
          <a:prstGeom prst="rect">
            <a:avLst/>
          </a:prstGeom>
          <a:ln w="5715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 smtClean="0"/>
              <a:t>Marca con una ( x) los dibujos iguales al modelo. </a:t>
            </a:r>
            <a:endParaRPr lang="es-CL" sz="2000" dirty="0"/>
          </a:p>
        </p:txBody>
      </p:sp>
      <p:pic>
        <p:nvPicPr>
          <p:cNvPr id="3076" name="Picture 4" descr="Resultado de imagen para dibujo de gat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57" t="7808" r="15422" b="8324"/>
          <a:stretch/>
        </p:blipFill>
        <p:spPr bwMode="auto">
          <a:xfrm>
            <a:off x="1475656" y="1484785"/>
            <a:ext cx="1944216" cy="1875026"/>
          </a:xfrm>
          <a:prstGeom prst="rect">
            <a:avLst/>
          </a:prstGeom>
          <a:noFill/>
          <a:ln w="38100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dibujo de ga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547" y="5036369"/>
            <a:ext cx="1406959" cy="1253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Resultado de imagen para dibujo de ga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8849" y="4893013"/>
            <a:ext cx="1460992" cy="130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Resultado de imagen para dibujo de ga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933157"/>
            <a:ext cx="1575872" cy="1403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Resultado de imagen para dibujo de ga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446" y="3565313"/>
            <a:ext cx="1450852" cy="1292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Resultado de imagen para dibujo de gat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57" t="7808" r="15422" b="8324"/>
          <a:stretch/>
        </p:blipFill>
        <p:spPr bwMode="auto">
          <a:xfrm>
            <a:off x="1308595" y="4893879"/>
            <a:ext cx="1385851" cy="1336532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para dibujo de gato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57" t="7808" r="15422" b="8324"/>
          <a:stretch/>
        </p:blipFill>
        <p:spPr bwMode="auto">
          <a:xfrm>
            <a:off x="4696915" y="3619425"/>
            <a:ext cx="1329950" cy="1282620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Resultado de imagen para dibujo de gat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57" t="7808" r="15422" b="8324"/>
          <a:stretch/>
        </p:blipFill>
        <p:spPr bwMode="auto">
          <a:xfrm>
            <a:off x="6844496" y="3512210"/>
            <a:ext cx="1395108" cy="1345459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Resultado de imagen para dibujo de gat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57" t="7808" r="15422" b="8324"/>
          <a:stretch/>
        </p:blipFill>
        <p:spPr bwMode="auto">
          <a:xfrm>
            <a:off x="3419871" y="4902045"/>
            <a:ext cx="1422461" cy="1371839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Resultado de imagen para dibujo de ga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988839"/>
            <a:ext cx="1450852" cy="1292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180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bordes de colores en circul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" t="1429" r="1515" b="1791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1115616" y="692696"/>
            <a:ext cx="7056784" cy="400110"/>
          </a:xfrm>
          <a:prstGeom prst="rect">
            <a:avLst/>
          </a:prstGeom>
          <a:ln w="5715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 smtClean="0"/>
              <a:t>Marca con una ( x) los dibujos iguales al modelo. </a:t>
            </a:r>
            <a:endParaRPr lang="es-CL" sz="2000" dirty="0"/>
          </a:p>
        </p:txBody>
      </p:sp>
      <p:pic>
        <p:nvPicPr>
          <p:cNvPr id="7170" name="Picture 2" descr="Resultado de imagen para dibujo de pez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544427"/>
            <a:ext cx="1854287" cy="1452525"/>
          </a:xfrm>
          <a:prstGeom prst="rect">
            <a:avLst/>
          </a:prstGeom>
          <a:noFill/>
          <a:ln w="381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399478"/>
            <a:ext cx="1592163" cy="124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158" y="5157192"/>
            <a:ext cx="1592163" cy="124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517" y="4292491"/>
            <a:ext cx="1592163" cy="124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843" y="4955492"/>
            <a:ext cx="1592163" cy="124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n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598" y="1544427"/>
            <a:ext cx="1592163" cy="124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Resultado de imagen para dibujo de pez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" t="14856" r="1639" b="17186"/>
          <a:stretch/>
        </p:blipFill>
        <p:spPr bwMode="auto">
          <a:xfrm>
            <a:off x="3812676" y="1837541"/>
            <a:ext cx="1662661" cy="1159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Resultado de imagen para dibujo de pez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" t="14856" r="1639" b="17186"/>
          <a:stretch/>
        </p:blipFill>
        <p:spPr bwMode="auto">
          <a:xfrm>
            <a:off x="3275856" y="3487471"/>
            <a:ext cx="1662661" cy="1159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Resultado de imagen para dibujo de pez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" t="14856" r="1639" b="17186"/>
          <a:stretch/>
        </p:blipFill>
        <p:spPr bwMode="auto">
          <a:xfrm>
            <a:off x="6157686" y="2907765"/>
            <a:ext cx="1662661" cy="1159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Resultado de imagen para dibujo de pez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" t="14856" r="1639" b="17186"/>
          <a:stretch/>
        </p:blipFill>
        <p:spPr bwMode="auto">
          <a:xfrm>
            <a:off x="6495430" y="5245185"/>
            <a:ext cx="1662661" cy="1159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419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bordes de colores en circul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" t="1429" r="1515" b="1791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Resultado de imagen para dibujo de pajar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412776"/>
            <a:ext cx="1872208" cy="1742451"/>
          </a:xfrm>
          <a:prstGeom prst="rect">
            <a:avLst/>
          </a:prstGeom>
          <a:noFill/>
          <a:ln w="57150"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115616" y="692696"/>
            <a:ext cx="7056784" cy="4001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 smtClean="0"/>
              <a:t>Marca con una ( x) los dibujos iguales al modelo. </a:t>
            </a:r>
            <a:endParaRPr lang="es-CL" sz="2000" dirty="0"/>
          </a:p>
        </p:txBody>
      </p:sp>
      <p:pic>
        <p:nvPicPr>
          <p:cNvPr id="8196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070" y="3155228"/>
            <a:ext cx="1705794" cy="150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844676"/>
            <a:ext cx="1705794" cy="146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6509" y="1668796"/>
            <a:ext cx="1705794" cy="148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esultado de imagen para dibujo de pajar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070" y="1377219"/>
            <a:ext cx="1861009" cy="177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Resultado de imagen para dibujo de pajar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79" y="3307627"/>
            <a:ext cx="1861009" cy="177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Resultado de imagen para dibujo de pajar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429000"/>
            <a:ext cx="1861009" cy="177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Resultado de imagen para dibujo de pajar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625" y="4659409"/>
            <a:ext cx="1861009" cy="1778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41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bordes de colores en circul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" t="1429" r="1515" b="1791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Resultado de imagen para percepcion visual en niÃ±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94" b="5861"/>
          <a:stretch/>
        </p:blipFill>
        <p:spPr bwMode="auto">
          <a:xfrm>
            <a:off x="1331640" y="1628800"/>
            <a:ext cx="6480720" cy="4533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CuadroTexto"/>
          <p:cNvSpPr txBox="1"/>
          <p:nvPr/>
        </p:nvSpPr>
        <p:spPr>
          <a:xfrm>
            <a:off x="1187624" y="692696"/>
            <a:ext cx="6408712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3200" b="1" dirty="0" smtClean="0"/>
              <a:t>Actividad: </a:t>
            </a:r>
            <a:r>
              <a:rPr lang="es-CL" sz="3200" dirty="0" smtClean="0"/>
              <a:t>Une las figuras iguales. </a:t>
            </a:r>
            <a:endParaRPr lang="es-CL" sz="3200" dirty="0"/>
          </a:p>
        </p:txBody>
      </p:sp>
    </p:spTree>
    <p:extLst>
      <p:ext uri="{BB962C8B-B14F-4D97-AF65-F5344CB8AC3E}">
        <p14:creationId xmlns:p14="http://schemas.microsoft.com/office/powerpoint/2010/main" val="2209419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bordes de colores en circul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" t="1429" r="1515" b="1791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1187624" y="692696"/>
            <a:ext cx="6408712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800" b="1" dirty="0" smtClean="0"/>
              <a:t>Actividad: </a:t>
            </a:r>
            <a:r>
              <a:rPr lang="es-CL" sz="2800" dirty="0" smtClean="0"/>
              <a:t>Une los gatitos que son iguales. </a:t>
            </a:r>
            <a:endParaRPr lang="es-CL" sz="2800" dirty="0"/>
          </a:p>
        </p:txBody>
      </p:sp>
      <p:pic>
        <p:nvPicPr>
          <p:cNvPr id="15362" name="Picture 2" descr="Resultado de imagen para gato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421929"/>
            <a:ext cx="1576296" cy="135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gato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020" y="4788228"/>
            <a:ext cx="1576296" cy="1357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2188861"/>
            <a:ext cx="1657028" cy="1686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2229" y="4623761"/>
            <a:ext cx="1657028" cy="1686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t="82" r="10906" b="5902"/>
          <a:stretch/>
        </p:blipFill>
        <p:spPr bwMode="auto">
          <a:xfrm>
            <a:off x="2918595" y="2116049"/>
            <a:ext cx="1681721" cy="166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t="82" r="10906" b="5902"/>
          <a:stretch/>
        </p:blipFill>
        <p:spPr bwMode="auto">
          <a:xfrm>
            <a:off x="6529257" y="4739306"/>
            <a:ext cx="1681721" cy="166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0" name="Picture 10" descr="Resultado de imagen para gato dibujo color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8" t="4458" r="19453"/>
          <a:stretch/>
        </p:blipFill>
        <p:spPr bwMode="auto">
          <a:xfrm>
            <a:off x="4585587" y="2309860"/>
            <a:ext cx="1434917" cy="158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Resultado de imagen para gato dibujo color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8" t="4458" r="19453"/>
          <a:stretch/>
        </p:blipFill>
        <p:spPr bwMode="auto">
          <a:xfrm>
            <a:off x="1187624" y="4587110"/>
            <a:ext cx="1434917" cy="158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419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bordes de colores en circul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" t="1429" r="1515" b="1791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CuadroTexto"/>
          <p:cNvSpPr txBox="1"/>
          <p:nvPr/>
        </p:nvSpPr>
        <p:spPr>
          <a:xfrm>
            <a:off x="1403648" y="713993"/>
            <a:ext cx="6624736" cy="523220"/>
          </a:xfrm>
          <a:prstGeom prst="rect">
            <a:avLst/>
          </a:prstGeom>
          <a:ln w="38100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800" b="1" dirty="0" smtClean="0"/>
              <a:t>Actividad: </a:t>
            </a:r>
            <a:r>
              <a:rPr lang="es-CL" sz="2800" dirty="0" smtClean="0"/>
              <a:t>Encierra número igual al modelo. </a:t>
            </a:r>
            <a:endParaRPr lang="es-CL" sz="2800" dirty="0"/>
          </a:p>
        </p:txBody>
      </p:sp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657979"/>
              </p:ext>
            </p:extLst>
          </p:nvPr>
        </p:nvGraphicFramePr>
        <p:xfrm>
          <a:off x="1524000" y="1844824"/>
          <a:ext cx="6096000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23</a:t>
                      </a:r>
                      <a:endParaRPr lang="es-CL" sz="6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/>
                        <a:t>32</a:t>
                      </a:r>
                      <a:endParaRPr lang="es-CL" sz="6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/>
                        <a:t>23</a:t>
                      </a:r>
                      <a:endParaRPr lang="es-CL" sz="6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/>
                        <a:t>43</a:t>
                      </a:r>
                      <a:endParaRPr lang="es-CL" sz="60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23</a:t>
                      </a:r>
                      <a:endParaRPr lang="es-CL" sz="6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/>
                        <a:t>23</a:t>
                      </a:r>
                      <a:endParaRPr lang="es-CL" sz="6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/>
                        <a:t>32</a:t>
                      </a:r>
                      <a:endParaRPr lang="es-CL" sz="6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/>
                        <a:t>34</a:t>
                      </a:r>
                      <a:endParaRPr lang="es-CL" sz="60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12</a:t>
                      </a:r>
                      <a:endParaRPr lang="es-CL" sz="6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/>
                        <a:t>21</a:t>
                      </a:r>
                      <a:endParaRPr lang="es-CL" sz="6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/>
                        <a:t>12</a:t>
                      </a:r>
                      <a:endParaRPr lang="es-CL" sz="6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/>
                        <a:t>22</a:t>
                      </a:r>
                      <a:endParaRPr lang="es-CL" sz="60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69</a:t>
                      </a:r>
                      <a:endParaRPr lang="es-CL" sz="6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/>
                        <a:t>89</a:t>
                      </a:r>
                      <a:endParaRPr lang="es-CL" sz="6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6000" b="0" dirty="0" smtClean="0"/>
                        <a:t>96</a:t>
                      </a:r>
                      <a:endParaRPr lang="es-CL" sz="6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6000" dirty="0" smtClean="0"/>
                        <a:t>69</a:t>
                      </a:r>
                      <a:endParaRPr lang="es-CL" sz="6000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419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bordes de colores en circul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" t="1429" r="1515" b="1791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Resultado de imagen para dibujo de manzan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59124"/>
            <a:ext cx="2221847" cy="1740447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Resultado de imagen para dibujo de manzan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2" r="13704"/>
          <a:stretch/>
        </p:blipFill>
        <p:spPr bwMode="auto">
          <a:xfrm>
            <a:off x="1115615" y="4631165"/>
            <a:ext cx="1701327" cy="174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esultado de imagen para dibujo de manzan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4" r="18199"/>
          <a:stretch/>
        </p:blipFill>
        <p:spPr bwMode="auto">
          <a:xfrm>
            <a:off x="6570406" y="1196719"/>
            <a:ext cx="1430594" cy="174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dibujo de manzan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1" t="8108" r="16361" b="-8108"/>
          <a:stretch/>
        </p:blipFill>
        <p:spPr bwMode="auto">
          <a:xfrm>
            <a:off x="6474542" y="4703204"/>
            <a:ext cx="1622323" cy="174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manzan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4" r="18199"/>
          <a:stretch/>
        </p:blipFill>
        <p:spPr bwMode="auto">
          <a:xfrm>
            <a:off x="4355976" y="3094586"/>
            <a:ext cx="1430594" cy="1740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sultado de imagen para dibujo de frut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892" y="4703204"/>
            <a:ext cx="1418993" cy="159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dibujo de frut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544" y="1268760"/>
            <a:ext cx="1418993" cy="159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sultado de imagen para dibujo de frut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539" y="3285015"/>
            <a:ext cx="1418993" cy="159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Resultado de imagen para dibujo de frut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7482" y="4799141"/>
            <a:ext cx="1418993" cy="159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esultado de imagen para dibujo de frut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9537" y="2903803"/>
            <a:ext cx="1418993" cy="159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13 CuadroTexto"/>
          <p:cNvSpPr txBox="1"/>
          <p:nvPr/>
        </p:nvSpPr>
        <p:spPr>
          <a:xfrm>
            <a:off x="1115616" y="692696"/>
            <a:ext cx="7056784" cy="4001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 smtClean="0"/>
              <a:t>Marca con una ( x) los dibujos iguales al modelo. 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2209419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bordes de colores en circul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" t="1429" r="1515" b="1791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Resultado de imagen para dibujo de sombrero col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0" t="19796" r="13107" b="18862"/>
          <a:stretch/>
        </p:blipFill>
        <p:spPr bwMode="auto">
          <a:xfrm>
            <a:off x="1547664" y="1340768"/>
            <a:ext cx="2190136" cy="1828801"/>
          </a:xfrm>
          <a:prstGeom prst="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Resultado de imagen para dibujo de sombrero color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0" t="19796" r="13107" b="18862"/>
          <a:stretch/>
        </p:blipFill>
        <p:spPr bwMode="auto">
          <a:xfrm>
            <a:off x="6084168" y="3138911"/>
            <a:ext cx="1902104" cy="1588289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dibujo de sombrero color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0" t="19796" r="13107" b="18862"/>
          <a:stretch/>
        </p:blipFill>
        <p:spPr bwMode="auto">
          <a:xfrm>
            <a:off x="6228184" y="4869160"/>
            <a:ext cx="1902104" cy="1588289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sombrero color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0" t="19796" r="13107" b="18862"/>
          <a:stretch/>
        </p:blipFill>
        <p:spPr bwMode="auto">
          <a:xfrm>
            <a:off x="1115616" y="4754355"/>
            <a:ext cx="1902104" cy="1588289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5" t="17257" r="6062" b="15123"/>
          <a:stretch/>
        </p:blipFill>
        <p:spPr bwMode="auto">
          <a:xfrm>
            <a:off x="4442808" y="1340768"/>
            <a:ext cx="1641360" cy="125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5" t="17257" r="6062" b="15123"/>
          <a:stretch/>
        </p:blipFill>
        <p:spPr bwMode="auto">
          <a:xfrm>
            <a:off x="4442808" y="5084268"/>
            <a:ext cx="1641360" cy="125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Resultado de imagen para dibujo de sombrero color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" t="30479" r="4585" b="29287"/>
          <a:stretch/>
        </p:blipFill>
        <p:spPr bwMode="auto">
          <a:xfrm>
            <a:off x="2799555" y="4274289"/>
            <a:ext cx="1876490" cy="81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Resultado de imagen para dibujo de sombrero color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" t="30479" r="4585" b="29287"/>
          <a:stretch/>
        </p:blipFill>
        <p:spPr bwMode="auto">
          <a:xfrm>
            <a:off x="6253798" y="1786116"/>
            <a:ext cx="1876490" cy="81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Resultado de imagen para dibujo de sombrero color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" t="30479" r="4585" b="29287"/>
          <a:stretch/>
        </p:blipFill>
        <p:spPr bwMode="auto">
          <a:xfrm>
            <a:off x="3923928" y="3169569"/>
            <a:ext cx="1876490" cy="81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5" t="17257" r="6062" b="15123"/>
          <a:stretch/>
        </p:blipFill>
        <p:spPr bwMode="auto">
          <a:xfrm>
            <a:off x="1245988" y="3409372"/>
            <a:ext cx="1641360" cy="125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14 CuadroTexto"/>
          <p:cNvSpPr txBox="1"/>
          <p:nvPr/>
        </p:nvSpPr>
        <p:spPr>
          <a:xfrm>
            <a:off x="1115616" y="692696"/>
            <a:ext cx="7056784" cy="4001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 smtClean="0"/>
              <a:t>Marca con una ( x) los sombreros  iguales al modelo. 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2209419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n para bordes de colores en circul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" t="1429" r="1515" b="1791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Resultado de imagen para percepcion visual para niÃ±o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4" r="1741" b="10623"/>
          <a:stretch/>
        </p:blipFill>
        <p:spPr bwMode="auto">
          <a:xfrm>
            <a:off x="1043608" y="1556792"/>
            <a:ext cx="7128792" cy="474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1115616" y="692696"/>
            <a:ext cx="7056784" cy="40011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000" b="1" dirty="0" smtClean="0"/>
              <a:t>Actividad: </a:t>
            </a:r>
            <a:r>
              <a:rPr lang="es-CL" sz="2000" dirty="0" smtClean="0"/>
              <a:t>Nombra los animalitos que logras identificar.  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22094198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122</Words>
  <Application>Microsoft Office PowerPoint</Application>
  <PresentationFormat>Presentación en pantalla (4:3)</PresentationFormat>
  <Paragraphs>27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9</cp:revision>
  <dcterms:created xsi:type="dcterms:W3CDTF">2019-02-23T18:00:00Z</dcterms:created>
  <dcterms:modified xsi:type="dcterms:W3CDTF">2019-02-23T19:50:03Z</dcterms:modified>
</cp:coreProperties>
</file>