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photoAlbum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6D402-CF59-4ECC-9241-BDE21B810211}" type="datetimeFigureOut">
              <a:rPr lang="es-ES" smtClean="0"/>
              <a:pPr/>
              <a:t>30/03/2011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71887-F614-4802-843A-1E7301FC29D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71600" y="1844824"/>
            <a:ext cx="6912768" cy="1872207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ES" sz="3600" dirty="0" smtClean="0">
                <a:latin typeface="Lucida Handwriting" pitchFamily="66" charset="0"/>
              </a:rPr>
              <a:t>Serie- Razonamiento</a:t>
            </a:r>
            <a:br>
              <a:rPr lang="es-ES" sz="3600" dirty="0" smtClean="0">
                <a:latin typeface="Lucida Handwriting" pitchFamily="66" charset="0"/>
              </a:rPr>
            </a:br>
            <a:r>
              <a:rPr lang="es-ES" sz="3600" dirty="0" smtClean="0">
                <a:latin typeface="Lucida Handwriting" pitchFamily="66" charset="0"/>
              </a:rPr>
              <a:t>“Asociamos cada objeto con su función”</a:t>
            </a:r>
            <a:endParaRPr lang="es-ES" sz="3600" dirty="0">
              <a:latin typeface="Lucida Handwriting" pitchFamily="66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47664" y="3886200"/>
            <a:ext cx="6224736" cy="1198984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2400" dirty="0" smtClean="0">
                <a:latin typeface="Lucida Handwriting" pitchFamily="66" charset="0"/>
              </a:rPr>
              <a:t>María José Cabrera Soto</a:t>
            </a:r>
          </a:p>
          <a:p>
            <a:r>
              <a:rPr lang="es-ES" sz="1800" dirty="0" smtClean="0">
                <a:latin typeface="Lucida Handwriting" pitchFamily="66" charset="0"/>
              </a:rPr>
              <a:t>www.comunicaresmasquehablar.blogspot.com</a:t>
            </a:r>
            <a:endParaRPr lang="es-ES" sz="1800" dirty="0">
              <a:latin typeface="Lucida Handwriting" pitchFamily="66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1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251520" y="1196752"/>
            <a:ext cx="8892480" cy="56612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467544" y="332656"/>
            <a:ext cx="8496944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4000" dirty="0" smtClean="0">
                <a:latin typeface="Lucida Handwriting" pitchFamily="66" charset="0"/>
              </a:rPr>
              <a:t>¿Con que se está peinando?</a:t>
            </a:r>
            <a:endParaRPr lang="es-ES" sz="40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2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1124744"/>
            <a:ext cx="9144000" cy="57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395536" y="188640"/>
            <a:ext cx="8352928" cy="7694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dirty="0" smtClean="0">
                <a:latin typeface="Lucida Handwriting" pitchFamily="66" charset="0"/>
              </a:rPr>
              <a:t>¿</a:t>
            </a:r>
            <a:r>
              <a:rPr lang="es-ES" sz="4400" dirty="0" smtClean="0">
                <a:latin typeface="Lucida Handwriting" pitchFamily="66" charset="0"/>
              </a:rPr>
              <a:t>Qué esta usando?</a:t>
            </a:r>
            <a:endParaRPr lang="es-ES" sz="44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3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1124744"/>
            <a:ext cx="9144000" cy="57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251520" y="260648"/>
            <a:ext cx="8568952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3600" dirty="0" smtClean="0">
                <a:latin typeface="Lucida Handwriting" pitchFamily="66" charset="0"/>
              </a:rPr>
              <a:t>Señala que utiliza para comer</a:t>
            </a:r>
            <a:endParaRPr lang="es-ES" sz="36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4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179512" y="1124744"/>
            <a:ext cx="8964488" cy="57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395536" y="260648"/>
            <a:ext cx="8496944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4000" dirty="0" smtClean="0">
                <a:latin typeface="Lucida Handwriting" pitchFamily="66" charset="0"/>
              </a:rPr>
              <a:t>Para lavarnos usamos…..</a:t>
            </a:r>
            <a:endParaRPr lang="es-ES" sz="40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5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179512" y="980728"/>
            <a:ext cx="8784976" cy="58772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251520" y="188640"/>
            <a:ext cx="8712968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4000" dirty="0" smtClean="0">
                <a:latin typeface="Lucida Handwriting" pitchFamily="66" charset="0"/>
              </a:rPr>
              <a:t>¿Qué usa para limpiarse?</a:t>
            </a:r>
            <a:endParaRPr lang="es-ES" sz="40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6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980728"/>
            <a:ext cx="9144000" cy="58772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179512" y="188640"/>
            <a:ext cx="864096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3600" dirty="0" smtClean="0">
                <a:latin typeface="Lucida Handwriting" pitchFamily="66" charset="0"/>
              </a:rPr>
              <a:t>Se seca las manos con……</a:t>
            </a:r>
            <a:endParaRPr lang="es-ES" sz="36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7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1124744"/>
            <a:ext cx="9144000" cy="57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3 CuadroTexto"/>
          <p:cNvSpPr txBox="1"/>
          <p:nvPr/>
        </p:nvSpPr>
        <p:spPr>
          <a:xfrm>
            <a:off x="611560" y="332656"/>
            <a:ext cx="7920880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4000" dirty="0" smtClean="0">
                <a:latin typeface="Lucida Handwriting" pitchFamily="66" charset="0"/>
              </a:rPr>
              <a:t>Llenamos el vaso con…….</a:t>
            </a:r>
            <a:endParaRPr lang="es-ES" sz="40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8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908720"/>
            <a:ext cx="9144000" cy="59492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323528" y="260648"/>
            <a:ext cx="849694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400" dirty="0" smtClean="0">
                <a:latin typeface="Lucida Handwriting" pitchFamily="66" charset="0"/>
              </a:rPr>
              <a:t>¿En qué  parte del cuerpo usamos </a:t>
            </a:r>
            <a:r>
              <a:rPr lang="es-ES" sz="2400" dirty="0">
                <a:latin typeface="Lucida Handwriting" pitchFamily="66" charset="0"/>
              </a:rPr>
              <a:t> </a:t>
            </a:r>
            <a:r>
              <a:rPr lang="es-ES" sz="2400" dirty="0" smtClean="0">
                <a:latin typeface="Lucida Handwriting" pitchFamily="66" charset="0"/>
              </a:rPr>
              <a:t>estos objetos?</a:t>
            </a:r>
            <a:endParaRPr lang="es-ES" sz="24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9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1340768"/>
            <a:ext cx="9144000" cy="55172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3 CuadroTexto"/>
          <p:cNvSpPr txBox="1"/>
          <p:nvPr/>
        </p:nvSpPr>
        <p:spPr>
          <a:xfrm>
            <a:off x="251520" y="548680"/>
            <a:ext cx="8352928" cy="7694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4400" dirty="0" smtClean="0">
                <a:latin typeface="Lucida Handwriting" pitchFamily="66" charset="0"/>
              </a:rPr>
              <a:t>¿Para qué sirve el jabón? </a:t>
            </a:r>
            <a:endParaRPr lang="es-ES" sz="44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10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1340768"/>
            <a:ext cx="9144000" cy="55172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467544" y="260648"/>
            <a:ext cx="8064896" cy="10772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3200" dirty="0" smtClean="0">
                <a:latin typeface="Lucida Handwriting" pitchFamily="66" charset="0"/>
              </a:rPr>
              <a:t>Señala qué parte del cuerpo nos limpiamos con……</a:t>
            </a:r>
            <a:endParaRPr lang="es-ES" sz="32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11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1196752"/>
            <a:ext cx="9144000" cy="56612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323528" y="260648"/>
            <a:ext cx="8640960" cy="7694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4400" dirty="0" smtClean="0">
                <a:latin typeface="Lucida Handwriting" pitchFamily="66" charset="0"/>
              </a:rPr>
              <a:t>Usamos este objeto para…</a:t>
            </a:r>
            <a:endParaRPr lang="es-ES" sz="44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Objetos uso-funcion (12)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1340768"/>
            <a:ext cx="9144000" cy="55172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2 CuadroTexto"/>
          <p:cNvSpPr txBox="1"/>
          <p:nvPr/>
        </p:nvSpPr>
        <p:spPr>
          <a:xfrm>
            <a:off x="323528" y="332656"/>
            <a:ext cx="8568952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4800" dirty="0" smtClean="0">
                <a:latin typeface="Lucida Handwriting" pitchFamily="66" charset="0"/>
              </a:rPr>
              <a:t>Dime para que sirven….</a:t>
            </a:r>
            <a:endParaRPr lang="es-ES" sz="4800" dirty="0"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81</Words>
  <Application>Microsoft Office PowerPoint</Application>
  <PresentationFormat>Presentación en pantalla (4:3)</PresentationFormat>
  <Paragraphs>15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Serie- Razonamiento “Asociamos cada objeto con su función”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Serie- Razonamiento “Asociamos cada objeto con su función”</dc:title>
  <dc:creator>MARIA JOSE</dc:creator>
  <cp:lastModifiedBy>MARIA JOSE</cp:lastModifiedBy>
  <cp:revision>6</cp:revision>
  <dcterms:created xsi:type="dcterms:W3CDTF">2011-03-30T07:54:51Z</dcterms:created>
  <dcterms:modified xsi:type="dcterms:W3CDTF">2011-03-30T08:19:47Z</dcterms:modified>
</cp:coreProperties>
</file>