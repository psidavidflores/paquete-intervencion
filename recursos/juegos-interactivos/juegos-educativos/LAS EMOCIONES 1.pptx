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9" r:id="rId9"/>
    <p:sldId id="270" r:id="rId10"/>
    <p:sldId id="267" r:id="rId11"/>
    <p:sldId id="268" r:id="rId12"/>
    <p:sldId id="271" r:id="rId13"/>
    <p:sldId id="272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722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559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834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283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684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203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792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22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22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990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663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043A5-E8DC-4453-B2D2-EF7754CCAE2C}" type="datetimeFigureOut">
              <a:rPr lang="es-CL" smtClean="0"/>
              <a:t>03-06-2020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D40D9-6B77-426F-82FF-7F78CD3F7A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210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5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1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5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7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75656" y="1340768"/>
            <a:ext cx="72008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1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Ámbito</a:t>
            </a:r>
            <a:r>
              <a:rPr lang="es-ES" sz="40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: </a:t>
            </a:r>
            <a:r>
              <a:rPr lang="es-ES" sz="4000" b="1" dirty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Desarrollo Social y Personal.</a:t>
            </a:r>
            <a:endParaRPr lang="es-ES" sz="4000" b="1" cap="none" spc="0" dirty="0">
              <a:ln w="1905"/>
              <a:solidFill>
                <a:srgbClr val="00B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s-ES" sz="4000" b="1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</a:t>
            </a:r>
            <a:r>
              <a:rPr lang="es-ES" sz="4000" b="1" cap="none" spc="0" dirty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Identidad y Autonomía </a:t>
            </a:r>
          </a:p>
        </p:txBody>
      </p:sp>
    </p:spTree>
    <p:extLst>
      <p:ext uri="{BB962C8B-B14F-4D97-AF65-F5344CB8AC3E}">
        <p14:creationId xmlns:p14="http://schemas.microsoft.com/office/powerpoint/2010/main" val="213063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863761" y="1196752"/>
            <a:ext cx="61206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800" b="1" dirty="0">
                <a:latin typeface="Baskerville Old Face" pitchFamily="18" charset="0"/>
                <a:cs typeface="Arial" pitchFamily="34" charset="0"/>
              </a:rPr>
              <a:t>Objetivo de aprendizaje: </a:t>
            </a:r>
          </a:p>
          <a:p>
            <a:pPr algn="just"/>
            <a:r>
              <a:rPr lang="es-MX" sz="2000" dirty="0">
                <a:latin typeface="Arial Narrow" pitchFamily="34" charset="0"/>
                <a:cs typeface="Arial" pitchFamily="34" charset="0"/>
              </a:rPr>
              <a:t>Comunicar a los demás, emociones y sentimientos tales como: amor, miedo, alegría,</a:t>
            </a:r>
          </a:p>
          <a:p>
            <a:pPr algn="just"/>
            <a:r>
              <a:rPr lang="es-MX" sz="2000" dirty="0">
                <a:latin typeface="Arial Narrow" pitchFamily="34" charset="0"/>
                <a:cs typeface="Arial" pitchFamily="34" charset="0"/>
              </a:rPr>
              <a:t>ira, que le provocan diversas narraciones o situaciones observadas en forma directa</a:t>
            </a:r>
          </a:p>
          <a:p>
            <a:pPr algn="just"/>
            <a:r>
              <a:rPr lang="es-MX" sz="2000" dirty="0">
                <a:latin typeface="Arial Narrow" pitchFamily="34" charset="0"/>
                <a:cs typeface="Arial" pitchFamily="34" charset="0"/>
              </a:rPr>
              <a:t>o a través de TICS.</a:t>
            </a:r>
            <a:endParaRPr lang="es-CL" sz="20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83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84" y="1838437"/>
            <a:ext cx="3982679" cy="41044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663" y="2065959"/>
            <a:ext cx="3096344" cy="258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628" y="4295408"/>
            <a:ext cx="2743200" cy="201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39752" y="620688"/>
            <a:ext cx="45365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Alegría </a:t>
            </a:r>
          </a:p>
        </p:txBody>
      </p:sp>
    </p:spTree>
    <p:extLst>
      <p:ext uri="{BB962C8B-B14F-4D97-AF65-F5344CB8AC3E}">
        <p14:creationId xmlns:p14="http://schemas.microsoft.com/office/powerpoint/2010/main" val="401906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6" t="27995" r="15813"/>
          <a:stretch/>
        </p:blipFill>
        <p:spPr bwMode="auto">
          <a:xfrm>
            <a:off x="823422" y="2195689"/>
            <a:ext cx="2812474" cy="401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384289"/>
            <a:ext cx="2173294" cy="2173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620688"/>
            <a:ext cx="1395064" cy="1395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6" r="17134"/>
          <a:stretch/>
        </p:blipFill>
        <p:spPr bwMode="auto">
          <a:xfrm>
            <a:off x="3762964" y="2088139"/>
            <a:ext cx="2072000" cy="4227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44323" y="749139"/>
            <a:ext cx="398314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</a:t>
            </a:r>
            <a:r>
              <a:rPr lang="es-ES" sz="88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risteza </a:t>
            </a:r>
          </a:p>
        </p:txBody>
      </p:sp>
    </p:spTree>
    <p:extLst>
      <p:ext uri="{BB962C8B-B14F-4D97-AF65-F5344CB8AC3E}">
        <p14:creationId xmlns:p14="http://schemas.microsoft.com/office/powerpoint/2010/main" val="125164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54"/>
          <a:stretch/>
        </p:blipFill>
        <p:spPr bwMode="auto">
          <a:xfrm>
            <a:off x="1209675" y="2170475"/>
            <a:ext cx="3362325" cy="43572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473" y="692696"/>
            <a:ext cx="2304256" cy="2384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341968"/>
            <a:ext cx="3072451" cy="296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55052" y="692696"/>
            <a:ext cx="170033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88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Ira </a:t>
            </a:r>
          </a:p>
        </p:txBody>
      </p:sp>
    </p:spTree>
    <p:extLst>
      <p:ext uri="{BB962C8B-B14F-4D97-AF65-F5344CB8AC3E}">
        <p14:creationId xmlns:p14="http://schemas.microsoft.com/office/powerpoint/2010/main" val="402586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49517"/>
            <a:ext cx="2959224" cy="410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38536"/>
            <a:ext cx="3312368" cy="4416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176411" y="692696"/>
            <a:ext cx="22172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MIEDO</a:t>
            </a:r>
          </a:p>
        </p:txBody>
      </p:sp>
    </p:spTree>
    <p:extLst>
      <p:ext uri="{BB962C8B-B14F-4D97-AF65-F5344CB8AC3E}">
        <p14:creationId xmlns:p14="http://schemas.microsoft.com/office/powerpoint/2010/main" val="332336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1"/>
          <a:stretch/>
        </p:blipFill>
        <p:spPr bwMode="auto">
          <a:xfrm>
            <a:off x="1468708" y="1988840"/>
            <a:ext cx="292303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19" y="2348880"/>
            <a:ext cx="3257402" cy="359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14527" y="836712"/>
            <a:ext cx="44470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sorprendido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454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0"/>
          <a:stretch/>
        </p:blipFill>
        <p:spPr bwMode="auto">
          <a:xfrm>
            <a:off x="1187625" y="2299560"/>
            <a:ext cx="3888432" cy="304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9" t="2131" r="9066" b="10657"/>
          <a:stretch/>
        </p:blipFill>
        <p:spPr bwMode="auto">
          <a:xfrm>
            <a:off x="5073678" y="1916832"/>
            <a:ext cx="2867177" cy="42531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315394" y="692696"/>
            <a:ext cx="325281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AMOR</a:t>
            </a:r>
          </a:p>
        </p:txBody>
      </p:sp>
    </p:spTree>
    <p:extLst>
      <p:ext uri="{BB962C8B-B14F-4D97-AF65-F5344CB8AC3E}">
        <p14:creationId xmlns:p14="http://schemas.microsoft.com/office/powerpoint/2010/main" val="205732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774" y="2924943"/>
            <a:ext cx="2682885" cy="278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920" y="3212976"/>
            <a:ext cx="4389393" cy="25972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99774" y="836712"/>
            <a:ext cx="562307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VERGÜENZA</a:t>
            </a:r>
            <a:r>
              <a:rPr lang="es-E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723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844824"/>
            <a:ext cx="2736304" cy="3634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2856"/>
            <a:ext cx="3131466" cy="404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460812" y="764704"/>
            <a:ext cx="42223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confundido</a:t>
            </a:r>
          </a:p>
        </p:txBody>
      </p:sp>
    </p:spTree>
    <p:extLst>
      <p:ext uri="{BB962C8B-B14F-4D97-AF65-F5344CB8AC3E}">
        <p14:creationId xmlns:p14="http://schemas.microsoft.com/office/powerpoint/2010/main" val="407523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34" y="1949927"/>
            <a:ext cx="3384376" cy="403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20" y="2212900"/>
            <a:ext cx="3168352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07704" y="705470"/>
            <a:ext cx="56886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Aburrimiento</a:t>
            </a:r>
          </a:p>
        </p:txBody>
      </p:sp>
    </p:spTree>
    <p:extLst>
      <p:ext uri="{BB962C8B-B14F-4D97-AF65-F5344CB8AC3E}">
        <p14:creationId xmlns:p14="http://schemas.microsoft.com/office/powerpoint/2010/main" val="2588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31" y="2162775"/>
            <a:ext cx="3906403" cy="4101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5" t="2892" r="17554"/>
          <a:stretch/>
        </p:blipFill>
        <p:spPr bwMode="auto">
          <a:xfrm>
            <a:off x="4716016" y="2162775"/>
            <a:ext cx="3449445" cy="385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33931" y="764704"/>
            <a:ext cx="512736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NERVIOSO</a:t>
            </a:r>
            <a:endParaRPr lang="es-ES" sz="8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4320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6"/>
          <a:stretch/>
        </p:blipFill>
        <p:spPr bwMode="auto">
          <a:xfrm>
            <a:off x="1043608" y="1628800"/>
            <a:ext cx="6840760" cy="428709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656218" y="476672"/>
            <a:ext cx="383156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8800" b="1" cap="none" spc="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Envidia </a:t>
            </a:r>
          </a:p>
        </p:txBody>
      </p:sp>
    </p:spTree>
    <p:extLst>
      <p:ext uri="{BB962C8B-B14F-4D97-AF65-F5344CB8AC3E}">
        <p14:creationId xmlns:p14="http://schemas.microsoft.com/office/powerpoint/2010/main" val="13667445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63</Words>
  <Application>Microsoft Office PowerPoint</Application>
  <PresentationFormat>Presentación en pantalla (4:3)</PresentationFormat>
  <Paragraphs>17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marianahh muños robles</cp:lastModifiedBy>
  <cp:revision>10</cp:revision>
  <dcterms:created xsi:type="dcterms:W3CDTF">2019-02-13T01:50:07Z</dcterms:created>
  <dcterms:modified xsi:type="dcterms:W3CDTF">2020-06-03T17:58:59Z</dcterms:modified>
</cp:coreProperties>
</file>