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2" r:id="rId4"/>
    <p:sldId id="260" r:id="rId5"/>
    <p:sldId id="259" r:id="rId6"/>
    <p:sldId id="263" r:id="rId7"/>
    <p:sldId id="261" r:id="rId8"/>
    <p:sldId id="264" r:id="rId9"/>
    <p:sldId id="265" r:id="rId10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050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534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393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590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908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1583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877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3488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153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0225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70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66C91-F8C4-4396-9B11-C1A23C63C266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7DE24-B043-4656-854F-9947BF2491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6763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2452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058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3872"/>
            <a:ext cx="9036496" cy="6717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340768"/>
            <a:ext cx="13335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51" b="16569"/>
          <a:stretch/>
        </p:blipFill>
        <p:spPr bwMode="auto">
          <a:xfrm>
            <a:off x="3419872" y="1268760"/>
            <a:ext cx="1598162" cy="1477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340768"/>
            <a:ext cx="2392748" cy="157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146" y="3212976"/>
            <a:ext cx="2127773" cy="2393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299" y="3065895"/>
            <a:ext cx="1863470" cy="1734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025" y="3626621"/>
            <a:ext cx="1959029" cy="1823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4479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232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7"/>
          <a:stretch/>
        </p:blipFill>
        <p:spPr bwMode="auto">
          <a:xfrm>
            <a:off x="251520" y="188640"/>
            <a:ext cx="8521466" cy="6288826"/>
          </a:xfrm>
          <a:prstGeom prst="rect">
            <a:avLst/>
          </a:prstGeom>
          <a:noFill/>
          <a:ln w="762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417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736971" cy="6408712"/>
          </a:xfrm>
          <a:prstGeom prst="rect">
            <a:avLst/>
          </a:prstGeom>
          <a:noFill/>
          <a:ln w="7620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34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4" t="11256" r="5042" b="8673"/>
          <a:stretch/>
        </p:blipFill>
        <p:spPr bwMode="auto">
          <a:xfrm>
            <a:off x="323528" y="170001"/>
            <a:ext cx="8568952" cy="64008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68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8"/>
          <a:stretch/>
        </p:blipFill>
        <p:spPr bwMode="auto">
          <a:xfrm>
            <a:off x="0" y="0"/>
            <a:ext cx="9144000" cy="6664036"/>
          </a:xfrm>
          <a:prstGeom prst="rect">
            <a:avLst/>
          </a:prstGeom>
          <a:noFill/>
          <a:ln w="76200">
            <a:solidFill>
              <a:srgbClr val="FF66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270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" r="2273" b="2627"/>
          <a:stretch/>
        </p:blipFill>
        <p:spPr bwMode="auto">
          <a:xfrm>
            <a:off x="110836" y="188640"/>
            <a:ext cx="8825346" cy="6489251"/>
          </a:xfrm>
          <a:prstGeom prst="rect">
            <a:avLst/>
          </a:prstGeom>
          <a:noFill/>
          <a:ln w="76200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6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8"/>
          <a:stretch/>
        </p:blipFill>
        <p:spPr bwMode="auto">
          <a:xfrm>
            <a:off x="0" y="0"/>
            <a:ext cx="9144000" cy="6664036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231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8"/>
          <a:stretch/>
        </p:blipFill>
        <p:spPr bwMode="auto">
          <a:xfrm>
            <a:off x="0" y="0"/>
            <a:ext cx="9144000" cy="6664036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931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Presentación en pantalla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4</cp:revision>
  <dcterms:created xsi:type="dcterms:W3CDTF">2019-02-10T20:02:21Z</dcterms:created>
  <dcterms:modified xsi:type="dcterms:W3CDTF">2019-03-16T22:06:23Z</dcterms:modified>
</cp:coreProperties>
</file>