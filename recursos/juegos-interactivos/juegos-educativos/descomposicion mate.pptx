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0763F9-2C07-4DBB-BA77-B19628EDA9F6}" type="doc">
      <dgm:prSet loTypeId="urn:microsoft.com/office/officeart/2005/8/layout/arrow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L"/>
        </a:p>
      </dgm:t>
    </dgm:pt>
    <dgm:pt modelId="{24DBE879-80E5-4EEC-91FE-60D03A255D37}">
      <dgm:prSet phldrT="[Texto]" custT="1"/>
      <dgm:spPr/>
      <dgm:t>
        <a:bodyPr/>
        <a:lstStyle/>
        <a:p>
          <a:r>
            <a:rPr lang="es-ES" sz="4400" b="1" dirty="0">
              <a:solidFill>
                <a:schemeClr val="tx1"/>
              </a:solidFill>
            </a:rPr>
            <a:t>Descomposición</a:t>
          </a:r>
          <a:r>
            <a:rPr lang="es-ES" sz="4400" b="1" dirty="0"/>
            <a:t> </a:t>
          </a:r>
          <a:endParaRPr lang="es-CL" sz="4400" b="1" dirty="0"/>
        </a:p>
      </dgm:t>
    </dgm:pt>
    <dgm:pt modelId="{EE16EE4B-4158-4E74-80A0-0137215BA074}" type="parTrans" cxnId="{6C113099-4D3C-41AC-BEEC-D55D77759FFC}">
      <dgm:prSet/>
      <dgm:spPr/>
      <dgm:t>
        <a:bodyPr/>
        <a:lstStyle/>
        <a:p>
          <a:endParaRPr lang="es-CL"/>
        </a:p>
      </dgm:t>
    </dgm:pt>
    <dgm:pt modelId="{E5B3C83A-8354-4E94-A6AA-DD77AC1CA7CB}" type="sibTrans" cxnId="{6C113099-4D3C-41AC-BEEC-D55D77759FFC}">
      <dgm:prSet/>
      <dgm:spPr/>
      <dgm:t>
        <a:bodyPr/>
        <a:lstStyle/>
        <a:p>
          <a:endParaRPr lang="es-CL"/>
        </a:p>
      </dgm:t>
    </dgm:pt>
    <dgm:pt modelId="{77C40356-6871-4CE3-B640-3B23FE786752}">
      <dgm:prSet phldrT="[Texto]"/>
      <dgm:spPr/>
      <dgm:t>
        <a:bodyPr/>
        <a:lstStyle/>
        <a:p>
          <a:r>
            <a:rPr lang="es-ES" b="1" dirty="0">
              <a:solidFill>
                <a:schemeClr val="tx1"/>
              </a:solidFill>
            </a:rPr>
            <a:t>Composición</a:t>
          </a:r>
          <a:r>
            <a:rPr lang="es-ES" dirty="0"/>
            <a:t> </a:t>
          </a:r>
          <a:endParaRPr lang="es-CL" dirty="0"/>
        </a:p>
      </dgm:t>
    </dgm:pt>
    <dgm:pt modelId="{D73A7094-278B-43B1-9741-838C4D5AB2D0}" type="parTrans" cxnId="{63A12358-63F1-44CC-8DA1-7D285ADC43B9}">
      <dgm:prSet/>
      <dgm:spPr/>
      <dgm:t>
        <a:bodyPr/>
        <a:lstStyle/>
        <a:p>
          <a:endParaRPr lang="es-CL"/>
        </a:p>
      </dgm:t>
    </dgm:pt>
    <dgm:pt modelId="{7D93BA01-6268-4E1B-A504-3B0F45640C6A}" type="sibTrans" cxnId="{63A12358-63F1-44CC-8DA1-7D285ADC43B9}">
      <dgm:prSet/>
      <dgm:spPr/>
      <dgm:t>
        <a:bodyPr/>
        <a:lstStyle/>
        <a:p>
          <a:endParaRPr lang="es-CL"/>
        </a:p>
      </dgm:t>
    </dgm:pt>
    <dgm:pt modelId="{549E5103-5FE9-4EFD-8A12-0E617687F4C6}" type="pres">
      <dgm:prSet presAssocID="{B90763F9-2C07-4DBB-BA77-B19628EDA9F6}" presName="diagram" presStyleCnt="0">
        <dgm:presLayoutVars>
          <dgm:dir/>
          <dgm:resizeHandles val="exact"/>
        </dgm:presLayoutVars>
      </dgm:prSet>
      <dgm:spPr/>
    </dgm:pt>
    <dgm:pt modelId="{C78AE8F6-659D-4503-ACB1-970A525D3137}" type="pres">
      <dgm:prSet presAssocID="{24DBE879-80E5-4EEC-91FE-60D03A255D37}" presName="arrow" presStyleLbl="node1" presStyleIdx="0" presStyleCnt="2" custScaleY="100963">
        <dgm:presLayoutVars>
          <dgm:bulletEnabled val="1"/>
        </dgm:presLayoutVars>
      </dgm:prSet>
      <dgm:spPr/>
    </dgm:pt>
    <dgm:pt modelId="{52CDD9CD-1D2A-4763-ADE6-0E78874E47D9}" type="pres">
      <dgm:prSet presAssocID="{77C40356-6871-4CE3-B640-3B23FE786752}" presName="arrow" presStyleLbl="node1" presStyleIdx="1" presStyleCnt="2" custScaleY="100963">
        <dgm:presLayoutVars>
          <dgm:bulletEnabled val="1"/>
        </dgm:presLayoutVars>
      </dgm:prSet>
      <dgm:spPr/>
    </dgm:pt>
  </dgm:ptLst>
  <dgm:cxnLst>
    <dgm:cxn modelId="{F714412C-5036-4579-810D-109A83132347}" type="presOf" srcId="{77C40356-6871-4CE3-B640-3B23FE786752}" destId="{52CDD9CD-1D2A-4763-ADE6-0E78874E47D9}" srcOrd="0" destOrd="0" presId="urn:microsoft.com/office/officeart/2005/8/layout/arrow5"/>
    <dgm:cxn modelId="{63A12358-63F1-44CC-8DA1-7D285ADC43B9}" srcId="{B90763F9-2C07-4DBB-BA77-B19628EDA9F6}" destId="{77C40356-6871-4CE3-B640-3B23FE786752}" srcOrd="1" destOrd="0" parTransId="{D73A7094-278B-43B1-9741-838C4D5AB2D0}" sibTransId="{7D93BA01-6268-4E1B-A504-3B0F45640C6A}"/>
    <dgm:cxn modelId="{1F32FF80-4B7B-4EE4-88BD-4B630404AE81}" type="presOf" srcId="{B90763F9-2C07-4DBB-BA77-B19628EDA9F6}" destId="{549E5103-5FE9-4EFD-8A12-0E617687F4C6}" srcOrd="0" destOrd="0" presId="urn:microsoft.com/office/officeart/2005/8/layout/arrow5"/>
    <dgm:cxn modelId="{C003A395-6371-4C40-B5EA-6862B3153C31}" type="presOf" srcId="{24DBE879-80E5-4EEC-91FE-60D03A255D37}" destId="{C78AE8F6-659D-4503-ACB1-970A525D3137}" srcOrd="0" destOrd="0" presId="urn:microsoft.com/office/officeart/2005/8/layout/arrow5"/>
    <dgm:cxn modelId="{6C113099-4D3C-41AC-BEEC-D55D77759FFC}" srcId="{B90763F9-2C07-4DBB-BA77-B19628EDA9F6}" destId="{24DBE879-80E5-4EEC-91FE-60D03A255D37}" srcOrd="0" destOrd="0" parTransId="{EE16EE4B-4158-4E74-80A0-0137215BA074}" sibTransId="{E5B3C83A-8354-4E94-A6AA-DD77AC1CA7CB}"/>
    <dgm:cxn modelId="{BEAC83D0-CC5A-4BC5-B031-4C2794CA49E8}" type="presParOf" srcId="{549E5103-5FE9-4EFD-8A12-0E617687F4C6}" destId="{C78AE8F6-659D-4503-ACB1-970A525D3137}" srcOrd="0" destOrd="0" presId="urn:microsoft.com/office/officeart/2005/8/layout/arrow5"/>
    <dgm:cxn modelId="{6123DEF5-006B-4435-9D8D-46323D3043ED}" type="presParOf" srcId="{549E5103-5FE9-4EFD-8A12-0E617687F4C6}" destId="{52CDD9CD-1D2A-4763-ADE6-0E78874E47D9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8AE8F6-659D-4503-ACB1-970A525D3137}">
      <dsp:nvSpPr>
        <dsp:cNvPr id="0" name=""/>
        <dsp:cNvSpPr/>
      </dsp:nvSpPr>
      <dsp:spPr>
        <a:xfrm rot="16200000">
          <a:off x="1208" y="6"/>
          <a:ext cx="5631514" cy="5685745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b="1" kern="1200" dirty="0">
              <a:solidFill>
                <a:schemeClr val="tx1"/>
              </a:solidFill>
            </a:rPr>
            <a:t>Descomposición</a:t>
          </a:r>
          <a:r>
            <a:rPr lang="es-ES" sz="4400" b="1" kern="1200" dirty="0"/>
            <a:t> </a:t>
          </a:r>
          <a:endParaRPr lang="es-CL" sz="4400" b="1" kern="1200" dirty="0"/>
        </a:p>
      </dsp:txBody>
      <dsp:txXfrm rot="5400000">
        <a:off x="-25907" y="1434999"/>
        <a:ext cx="4700230" cy="2815757"/>
      </dsp:txXfrm>
    </dsp:sp>
    <dsp:sp modelId="{52CDD9CD-1D2A-4763-ADE6-0E78874E47D9}">
      <dsp:nvSpPr>
        <dsp:cNvPr id="0" name=""/>
        <dsp:cNvSpPr/>
      </dsp:nvSpPr>
      <dsp:spPr>
        <a:xfrm rot="5400000">
          <a:off x="5912163" y="6"/>
          <a:ext cx="5631514" cy="5685745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384" tIns="405384" rIns="405384" bIns="405384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700" b="1" kern="1200" dirty="0">
              <a:solidFill>
                <a:schemeClr val="tx1"/>
              </a:solidFill>
            </a:rPr>
            <a:t>Composición</a:t>
          </a:r>
          <a:r>
            <a:rPr lang="es-ES" sz="5700" kern="1200" dirty="0"/>
            <a:t> </a:t>
          </a:r>
          <a:endParaRPr lang="es-CL" sz="5700" kern="1200" dirty="0"/>
        </a:p>
      </dsp:txBody>
      <dsp:txXfrm rot="-5400000">
        <a:off x="6870563" y="1435000"/>
        <a:ext cx="4700230" cy="2815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50779-7136-476F-9ABD-340C642F6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A53E40-CFAC-4B8A-8B55-A3AF2AC2D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229B8E-DB81-4534-8DE6-9BF9F32D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A12FAD-D5E8-45B6-8930-8EE7E728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F343CF-FBDC-4BEF-8821-2D205088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52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698EA-08A7-4714-B5C4-6AE965F3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3D97A1-A8E8-4B76-A527-4B4F11092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7C8496-BCE7-40CD-B3FA-DB97D90A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536421-EAF9-4846-97C1-F5D0EEF0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F8F524-9FE0-47B8-BB30-29F605A5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361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9838B-07B1-4CEE-8C04-701BA35C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6D525F-FACA-4547-9ACC-F1C289C25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EEA1CC-AB46-421D-B4F6-C6C0C446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699236-B042-469F-B54B-670D0F43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259DCD-6BF8-42CE-8D8A-15E7EAE9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51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5A073-E022-4B04-A409-06FB6B7E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0FC7B8-3C4C-4573-BC34-105F1A60E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EB97E8-E680-4D6F-94AE-B1BD289FD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64F28E-F572-47ED-94EE-BEF8A5FA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06ED68-DE50-4D86-B88E-3FEA2662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8E89D7-1845-4EB6-B040-385A911B9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303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AE3DC-9078-4C86-8290-C964CF3B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913F85-49EF-409E-8178-D952B7EBC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5EA80C-9DBB-4B3E-BA79-3257E52AA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2961C4-F51D-49BC-BB45-A83B98113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78F1B59-D3CD-4EF3-B3E4-6ED4FDC5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225F64-EB70-4D3A-84CA-A79BDD01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080DE1-62C3-44A3-AC6B-51089167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5ACA15-476C-4CA6-B68D-19E067D8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13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3EBB6-2FDF-4E50-A047-154AB639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649D01-F269-4E83-B181-59C5F017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B929D9-33A4-46DD-B901-B806AAAE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62A7D4-FE3F-4804-96B9-0CE90B18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003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030CBC-043B-4426-B03C-CB6FA91D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B90491-B9A2-4618-8629-ABF10E55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E341CA-2756-4B67-A0F2-66F479BF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4175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7BA42-1EFF-473A-B6E1-88CCC68D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0E9C84-B70D-4850-8013-53BB6FB81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3539A2-6C7A-4576-BF56-66B6D5A46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3F5738-9AEB-4FBB-BA61-DD61E5AA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DD622D-70BB-4F45-8C4E-B21BE13B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D29774-7CA3-40E2-8441-4954AFAC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307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E9E89-A69D-43E2-A1AA-7F94D4F9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44B9B5-55F2-47D2-9970-840A20D2D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E4AA18-A2E2-4058-99AD-6D77F1E6C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66F63D-541A-4BC7-BDD1-47E88FD3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82038F-9A31-4EBC-B04B-F5B60371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F6A7C4-A24E-4842-9E36-EC6F0C4C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017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89137-C94A-48A8-B72A-5FF89A8E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894C91-F737-4ABA-A713-42AED6257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71ACCA-FC16-4074-B890-83E89622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3088B4-103B-4CE5-B06C-2CDF3243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153B05-F644-47FD-9359-61F1B4C9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160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43ECA2-5FF4-4438-9756-C7C8D9C06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4234C0-4C89-4F91-A4C0-F63F42235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DDA59-BDDB-4FF5-8E96-2B6615CC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69AE6D-7F68-40EB-876E-6C9A61066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FA5EDD-2CF9-4EE2-A5C7-8271F0EF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209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33D3F8-7167-4E01-BA8A-AA722654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F29D14-5DD6-4AB0-9109-0BBE2C794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F2EDDB-EE2D-41C2-9FC7-528F7F985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1B69B-E78D-4F19-811F-B85EAC059B3A}" type="datetimeFigureOut">
              <a:rPr lang="es-CL" smtClean="0"/>
              <a:t>02-05-2020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CD54D4-1264-422E-AA6F-15E5A4A44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FF9B23-F5DB-4EF6-92D4-D78F457F9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D5B44-3623-44EE-99A8-41C55468DB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742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8C7C00D-FA48-4B45-9E2F-1F987C060C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28"/>
          <a:stretch/>
        </p:blipFill>
        <p:spPr>
          <a:xfrm>
            <a:off x="60960" y="34289"/>
            <a:ext cx="12070080" cy="67894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13280B4-324F-427C-B90A-2E3552A64CDA}"/>
              </a:ext>
            </a:extLst>
          </p:cNvPr>
          <p:cNvSpPr txBox="1"/>
          <p:nvPr/>
        </p:nvSpPr>
        <p:spPr>
          <a:xfrm>
            <a:off x="604911" y="4164038"/>
            <a:ext cx="10775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rgbClr val="0070C0"/>
                </a:solidFill>
                <a:latin typeface="Californian FB" panose="0207040306080B030204" pitchFamily="18" charset="0"/>
              </a:rPr>
              <a:t>Componer y descomponer de manera concreta, pictórica y simbólica.  </a:t>
            </a:r>
            <a:endParaRPr lang="es-CL" sz="5400" b="1" dirty="0">
              <a:solidFill>
                <a:srgbClr val="0070C0"/>
              </a:solidFill>
              <a:latin typeface="Californian FB" panose="0207040306080B030204" pitchFamily="18" charset="0"/>
            </a:endParaRPr>
          </a:p>
        </p:txBody>
      </p:sp>
      <p:pic>
        <p:nvPicPr>
          <p:cNvPr id="6" name="Imagen 5" descr="Insignia Colegio Santa Ana ">
            <a:extLst>
              <a:ext uri="{FF2B5EF4-FFF2-40B4-BE49-F238E27FC236}">
                <a16:creationId xmlns:a16="http://schemas.microsoft.com/office/drawing/2014/main" id="{4117FA14-590A-4143-A69C-30E3F2C330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597" y="0"/>
            <a:ext cx="1643136" cy="1159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625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gunta GIFs | Tenor">
            <a:extLst>
              <a:ext uri="{FF2B5EF4-FFF2-40B4-BE49-F238E27FC236}">
                <a16:creationId xmlns:a16="http://schemas.microsoft.com/office/drawing/2014/main" id="{51701C71-6B7F-4816-BD28-53F0CAC5A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033" y="757896"/>
            <a:ext cx="8393513" cy="470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05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sultado de imagen de romper un numero">
            <a:extLst>
              <a:ext uri="{FF2B5EF4-FFF2-40B4-BE49-F238E27FC236}">
                <a16:creationId xmlns:a16="http://schemas.microsoft.com/office/drawing/2014/main" id="{E3187F41-8E9A-44A0-BEF4-29FEC6D3B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14" y="347956"/>
            <a:ext cx="4213272" cy="475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C082CC9-1587-4E25-B0CC-D9433A09A927}"/>
              </a:ext>
            </a:extLst>
          </p:cNvPr>
          <p:cNvSpPr/>
          <p:nvPr/>
        </p:nvSpPr>
        <p:spPr>
          <a:xfrm>
            <a:off x="4839286" y="1251076"/>
            <a:ext cx="671004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Romper o desarmar </a:t>
            </a:r>
          </a:p>
          <a:p>
            <a:pPr algn="ctr"/>
            <a:r>
              <a:rPr lang="es-E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un número</a:t>
            </a:r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en sumas. </a:t>
            </a:r>
            <a:r>
              <a:rPr lang="es-E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5527CB6-BF4E-4357-ABE1-E9C02BFBE2DD}"/>
              </a:ext>
            </a:extLst>
          </p:cNvPr>
          <p:cNvSpPr/>
          <p:nvPr/>
        </p:nvSpPr>
        <p:spPr>
          <a:xfrm>
            <a:off x="3102802" y="4587497"/>
            <a:ext cx="849982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Descomposición</a:t>
            </a:r>
          </a:p>
        </p:txBody>
      </p:sp>
    </p:spTree>
    <p:extLst>
      <p:ext uri="{BB962C8B-B14F-4D97-AF65-F5344CB8AC3E}">
        <p14:creationId xmlns:p14="http://schemas.microsoft.com/office/powerpoint/2010/main" val="87489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6C81F8CF-BEF2-43D9-A4E8-BA8378534D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858546"/>
              </p:ext>
            </p:extLst>
          </p:nvPr>
        </p:nvGraphicFramePr>
        <p:xfrm>
          <a:off x="647114" y="616568"/>
          <a:ext cx="11544886" cy="568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3737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C078B14-DF61-4D60-8AAA-056DB7363245}"/>
              </a:ext>
            </a:extLst>
          </p:cNvPr>
          <p:cNvSpPr/>
          <p:nvPr/>
        </p:nvSpPr>
        <p:spPr>
          <a:xfrm>
            <a:off x="2717510" y="226513"/>
            <a:ext cx="6756979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</a:t>
            </a:r>
            <a:r>
              <a:rPr lang="es-ES" sz="9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omposición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6F26F1-78FD-4A85-AE4C-76E5188D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6" y="2210947"/>
            <a:ext cx="5929086" cy="415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16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n 15">
            <a:extLst>
              <a:ext uri="{FF2B5EF4-FFF2-40B4-BE49-F238E27FC236}">
                <a16:creationId xmlns:a16="http://schemas.microsoft.com/office/drawing/2014/main" id="{61578187-032D-4061-8FF0-ADACE7606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067" y="109860"/>
            <a:ext cx="7237865" cy="6638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Flores Bonitas Para Dibujar Con Color - Flores Imagenes">
            <a:extLst>
              <a:ext uri="{FF2B5EF4-FFF2-40B4-BE49-F238E27FC236}">
                <a16:creationId xmlns:a16="http://schemas.microsoft.com/office/drawing/2014/main" id="{C7DC2D6D-FD08-4C97-B269-A91F6A823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466" y="322281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Flores Bonitas Para Dibujar Con Color - Flores Imagenes">
            <a:extLst>
              <a:ext uri="{FF2B5EF4-FFF2-40B4-BE49-F238E27FC236}">
                <a16:creationId xmlns:a16="http://schemas.microsoft.com/office/drawing/2014/main" id="{439346EC-2848-4065-B866-462791DEE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030" y="415245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lores Bonitas Para Dibujar Con Color - Flores Imagenes">
            <a:extLst>
              <a:ext uri="{FF2B5EF4-FFF2-40B4-BE49-F238E27FC236}">
                <a16:creationId xmlns:a16="http://schemas.microsoft.com/office/drawing/2014/main" id="{D2834E29-1B7B-448A-8E4D-F5E374053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077" y="993518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lores Bonitas Para Dibujar Con Color - Flores Imagenes">
            <a:extLst>
              <a:ext uri="{FF2B5EF4-FFF2-40B4-BE49-F238E27FC236}">
                <a16:creationId xmlns:a16="http://schemas.microsoft.com/office/drawing/2014/main" id="{02496C76-C139-46A9-B8D2-50FBC1AC8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576" y="1328141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lores Bonitas Para Dibujar Con Color - Flores Imagenes">
            <a:extLst>
              <a:ext uri="{FF2B5EF4-FFF2-40B4-BE49-F238E27FC236}">
                <a16:creationId xmlns:a16="http://schemas.microsoft.com/office/drawing/2014/main" id="{ACC6B06C-518D-456C-9F72-6EE57005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589" y="1088362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lores Bonitas Para Dibujar Con Color - Flores Imagenes">
            <a:extLst>
              <a:ext uri="{FF2B5EF4-FFF2-40B4-BE49-F238E27FC236}">
                <a16:creationId xmlns:a16="http://schemas.microsoft.com/office/drawing/2014/main" id="{2366A414-C572-4170-980F-532144919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785048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Flores Bonitas Para Dibujar Con Color - Flores Imagenes">
            <a:extLst>
              <a:ext uri="{FF2B5EF4-FFF2-40B4-BE49-F238E27FC236}">
                <a16:creationId xmlns:a16="http://schemas.microsoft.com/office/drawing/2014/main" id="{CC021A82-5D69-49E8-AA94-A9BC02DD1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822" y="2272071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lores Bonitas Para Dibujar Con Color - Flores Imagenes">
            <a:extLst>
              <a:ext uri="{FF2B5EF4-FFF2-40B4-BE49-F238E27FC236}">
                <a16:creationId xmlns:a16="http://schemas.microsoft.com/office/drawing/2014/main" id="{7B30B3D4-D74C-4E4F-B0A6-2A9F934EB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466" y="1897290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Flores Bonitas Para Dibujar Con Color - Flores Imagenes">
            <a:extLst>
              <a:ext uri="{FF2B5EF4-FFF2-40B4-BE49-F238E27FC236}">
                <a16:creationId xmlns:a16="http://schemas.microsoft.com/office/drawing/2014/main" id="{8542C249-98A1-40F1-ABBC-5564964B9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972" y="4090617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Flores Bonitas Para Dibujar Con Color - Flores Imagenes">
            <a:extLst>
              <a:ext uri="{FF2B5EF4-FFF2-40B4-BE49-F238E27FC236}">
                <a16:creationId xmlns:a16="http://schemas.microsoft.com/office/drawing/2014/main" id="{70226CC7-4F7D-43F9-BECA-678D6455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281" y="4054817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Flores Bonitas Para Dibujar Con Color - Flores Imagenes">
            <a:extLst>
              <a:ext uri="{FF2B5EF4-FFF2-40B4-BE49-F238E27FC236}">
                <a16:creationId xmlns:a16="http://schemas.microsoft.com/office/drawing/2014/main" id="{ADB0B729-2F27-4A03-A31A-4D6520B83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195" y="4899546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Flores Bonitas Para Dibujar Con Color - Flores Imagenes">
            <a:extLst>
              <a:ext uri="{FF2B5EF4-FFF2-40B4-BE49-F238E27FC236}">
                <a16:creationId xmlns:a16="http://schemas.microsoft.com/office/drawing/2014/main" id="{60214DCC-2145-43FC-9667-2BC036B6F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476" y="4973199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Flores Bonitas Para Dibujar Con Color - Flores Imagenes">
            <a:extLst>
              <a:ext uri="{FF2B5EF4-FFF2-40B4-BE49-F238E27FC236}">
                <a16:creationId xmlns:a16="http://schemas.microsoft.com/office/drawing/2014/main" id="{B2CDC113-D7AD-449F-B939-B00E1DD09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703" y="5577135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Flores Bonitas Para Dibujar Con Color - Flores Imagenes">
            <a:extLst>
              <a:ext uri="{FF2B5EF4-FFF2-40B4-BE49-F238E27FC236}">
                <a16:creationId xmlns:a16="http://schemas.microsoft.com/office/drawing/2014/main" id="{E64389E2-10EB-41CE-86EB-C7A774BB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542" y="4389440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Flores Bonitas Para Dibujar Con Color - Flores Imagenes">
            <a:extLst>
              <a:ext uri="{FF2B5EF4-FFF2-40B4-BE49-F238E27FC236}">
                <a16:creationId xmlns:a16="http://schemas.microsoft.com/office/drawing/2014/main" id="{30D59109-42E4-4B19-A457-E2D032C56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556" y="5234167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Flores Bonitas Para Dibujar Con Color - Flores Imagenes">
            <a:extLst>
              <a:ext uri="{FF2B5EF4-FFF2-40B4-BE49-F238E27FC236}">
                <a16:creationId xmlns:a16="http://schemas.microsoft.com/office/drawing/2014/main" id="{2E03AA2E-D15F-4761-9188-F0AEBCF62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655" y="5234168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01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5">
            <a:extLst>
              <a:ext uri="{FF2B5EF4-FFF2-40B4-BE49-F238E27FC236}">
                <a16:creationId xmlns:a16="http://schemas.microsoft.com/office/drawing/2014/main" id="{C514A3D4-62E1-47C3-9618-1674B3ACD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067" y="109860"/>
            <a:ext cx="7237865" cy="6638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E7B29F5-D5A0-4AB4-A400-56093EF4233F}"/>
              </a:ext>
            </a:extLst>
          </p:cNvPr>
          <p:cNvSpPr/>
          <p:nvPr/>
        </p:nvSpPr>
        <p:spPr>
          <a:xfrm>
            <a:off x="5092503" y="851095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EC45C57-DD10-4C3C-924E-0A777994C541}"/>
              </a:ext>
            </a:extLst>
          </p:cNvPr>
          <p:cNvSpPr/>
          <p:nvPr/>
        </p:nvSpPr>
        <p:spPr>
          <a:xfrm>
            <a:off x="6249573" y="1259058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A7A36A-9209-4BF1-92C6-D4B958C79B73}"/>
              </a:ext>
            </a:extLst>
          </p:cNvPr>
          <p:cNvSpPr/>
          <p:nvPr/>
        </p:nvSpPr>
        <p:spPr>
          <a:xfrm>
            <a:off x="5548533" y="1481795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ABA279-C13A-493C-B08C-40A23A2907E2}"/>
              </a:ext>
            </a:extLst>
          </p:cNvPr>
          <p:cNvSpPr/>
          <p:nvPr/>
        </p:nvSpPr>
        <p:spPr>
          <a:xfrm>
            <a:off x="6834554" y="1716257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36AB6EF-56EC-4CB6-8447-3C8090A485A1}"/>
              </a:ext>
            </a:extLst>
          </p:cNvPr>
          <p:cNvSpPr/>
          <p:nvPr/>
        </p:nvSpPr>
        <p:spPr>
          <a:xfrm>
            <a:off x="6222609" y="2124221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0354A4-0718-42B5-AA8C-BA2EE5E25589}"/>
              </a:ext>
            </a:extLst>
          </p:cNvPr>
          <p:cNvSpPr/>
          <p:nvPr/>
        </p:nvSpPr>
        <p:spPr>
          <a:xfrm>
            <a:off x="5486399" y="2269924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1F9F99-AA48-4D56-9A84-59A4B93C88D4}"/>
              </a:ext>
            </a:extLst>
          </p:cNvPr>
          <p:cNvSpPr/>
          <p:nvPr/>
        </p:nvSpPr>
        <p:spPr>
          <a:xfrm>
            <a:off x="4963552" y="1716258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83E9D04-FBE2-4A24-8789-73ECFD123CC2}"/>
              </a:ext>
            </a:extLst>
          </p:cNvPr>
          <p:cNvSpPr/>
          <p:nvPr/>
        </p:nvSpPr>
        <p:spPr>
          <a:xfrm>
            <a:off x="5671038" y="781929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6D2839-DF1A-4586-81DC-9F4115C4A86C}"/>
              </a:ext>
            </a:extLst>
          </p:cNvPr>
          <p:cNvSpPr/>
          <p:nvPr/>
        </p:nvSpPr>
        <p:spPr>
          <a:xfrm>
            <a:off x="6419557" y="534235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8EA1513-56CD-452F-954D-420F92CF6881}"/>
              </a:ext>
            </a:extLst>
          </p:cNvPr>
          <p:cNvSpPr/>
          <p:nvPr/>
        </p:nvSpPr>
        <p:spPr>
          <a:xfrm>
            <a:off x="3230881" y="4386775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C524171-B475-4E47-9F59-06023522112F}"/>
              </a:ext>
            </a:extLst>
          </p:cNvPr>
          <p:cNvSpPr/>
          <p:nvPr/>
        </p:nvSpPr>
        <p:spPr>
          <a:xfrm>
            <a:off x="3983524" y="4361320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D48FD77-D370-419C-B099-10D9D71C845D}"/>
              </a:ext>
            </a:extLst>
          </p:cNvPr>
          <p:cNvSpPr/>
          <p:nvPr/>
        </p:nvSpPr>
        <p:spPr>
          <a:xfrm>
            <a:off x="3033933" y="5159492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AC2EDE3-637C-47CB-94F4-FE6D55A3FA26}"/>
              </a:ext>
            </a:extLst>
          </p:cNvPr>
          <p:cNvSpPr/>
          <p:nvPr/>
        </p:nvSpPr>
        <p:spPr>
          <a:xfrm>
            <a:off x="4377420" y="5043598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0874133-A258-4FFB-BE7C-5972F85F9031}"/>
              </a:ext>
            </a:extLst>
          </p:cNvPr>
          <p:cNvSpPr/>
          <p:nvPr/>
        </p:nvSpPr>
        <p:spPr>
          <a:xfrm>
            <a:off x="3665841" y="5543331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8D647C9-C470-4C52-B17E-F96E135A2658}"/>
              </a:ext>
            </a:extLst>
          </p:cNvPr>
          <p:cNvSpPr/>
          <p:nvPr/>
        </p:nvSpPr>
        <p:spPr>
          <a:xfrm>
            <a:off x="7655151" y="4565301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D1DD98-0C2F-4513-BB30-C87C04974110}"/>
              </a:ext>
            </a:extLst>
          </p:cNvPr>
          <p:cNvSpPr/>
          <p:nvPr/>
        </p:nvSpPr>
        <p:spPr>
          <a:xfrm>
            <a:off x="7223738" y="5206713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6AAE51D-02C4-4589-AA3B-23FD1E42C06B}"/>
              </a:ext>
            </a:extLst>
          </p:cNvPr>
          <p:cNvSpPr/>
          <p:nvPr/>
        </p:nvSpPr>
        <p:spPr>
          <a:xfrm>
            <a:off x="8374989" y="5061348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909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5">
            <a:extLst>
              <a:ext uri="{FF2B5EF4-FFF2-40B4-BE49-F238E27FC236}">
                <a16:creationId xmlns:a16="http://schemas.microsoft.com/office/drawing/2014/main" id="{8C011508-B6A4-47EB-8B56-19B6EAFB1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067" y="109860"/>
            <a:ext cx="7237865" cy="6638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96A2E71-1E01-466A-93F8-2D2C82D90397}"/>
              </a:ext>
            </a:extLst>
          </p:cNvPr>
          <p:cNvSpPr/>
          <p:nvPr/>
        </p:nvSpPr>
        <p:spPr>
          <a:xfrm>
            <a:off x="5554825" y="491420"/>
            <a:ext cx="1082348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3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A272322-C379-4CDB-BFC6-E7CF877447E0}"/>
              </a:ext>
            </a:extLst>
          </p:cNvPr>
          <p:cNvSpPr/>
          <p:nvPr/>
        </p:nvSpPr>
        <p:spPr>
          <a:xfrm>
            <a:off x="3568936" y="4062270"/>
            <a:ext cx="1082348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  <a:endParaRPr lang="es-ES" sz="13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9A5048-DF0E-4667-9BA4-B49657FF233F}"/>
              </a:ext>
            </a:extLst>
          </p:cNvPr>
          <p:cNvSpPr/>
          <p:nvPr/>
        </p:nvSpPr>
        <p:spPr>
          <a:xfrm>
            <a:off x="7667327" y="4062269"/>
            <a:ext cx="108234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endParaRPr lang="es-ES" sz="13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800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5">
            <a:extLst>
              <a:ext uri="{FF2B5EF4-FFF2-40B4-BE49-F238E27FC236}">
                <a16:creationId xmlns:a16="http://schemas.microsoft.com/office/drawing/2014/main" id="{3FEBFC8A-52FC-429D-9BF6-996DCCF92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234417" y="-112688"/>
            <a:ext cx="7723165" cy="7083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Flores Bonitas Para Dibujar Con Color - Flores Imagenes">
            <a:extLst>
              <a:ext uri="{FF2B5EF4-FFF2-40B4-BE49-F238E27FC236}">
                <a16:creationId xmlns:a16="http://schemas.microsoft.com/office/drawing/2014/main" id="{FB960658-D5C5-401F-A9BA-33FEBBC26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57" y="972531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Flores Bonitas Para Dibujar Con Color - Flores Imagenes">
            <a:extLst>
              <a:ext uri="{FF2B5EF4-FFF2-40B4-BE49-F238E27FC236}">
                <a16:creationId xmlns:a16="http://schemas.microsoft.com/office/drawing/2014/main" id="{06F1FC0B-C399-4853-95FC-F611E0A82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767" y="1954181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lores Bonitas Para Dibujar Con Color - Flores Imagenes">
            <a:extLst>
              <a:ext uri="{FF2B5EF4-FFF2-40B4-BE49-F238E27FC236}">
                <a16:creationId xmlns:a16="http://schemas.microsoft.com/office/drawing/2014/main" id="{F52951D3-A53F-41AA-A0DC-643CB0290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238" y="1793283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lores Bonitas Para Dibujar Con Color - Flores Imagenes">
            <a:extLst>
              <a:ext uri="{FF2B5EF4-FFF2-40B4-BE49-F238E27FC236}">
                <a16:creationId xmlns:a16="http://schemas.microsoft.com/office/drawing/2014/main" id="{B6BE739F-E3A7-4D68-86BB-135651536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972" y="1207911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lores Bonitas Para Dibujar Con Color - Flores Imagenes">
            <a:extLst>
              <a:ext uri="{FF2B5EF4-FFF2-40B4-BE49-F238E27FC236}">
                <a16:creationId xmlns:a16="http://schemas.microsoft.com/office/drawing/2014/main" id="{C266699C-1243-4D36-A897-18A28D46E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392" y="637908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lores Bonitas Para Dibujar Con Color - Flores Imagenes">
            <a:extLst>
              <a:ext uri="{FF2B5EF4-FFF2-40B4-BE49-F238E27FC236}">
                <a16:creationId xmlns:a16="http://schemas.microsoft.com/office/drawing/2014/main" id="{29B923DA-8621-42D7-BB4A-FBF980B64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998" y="419117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Flores Bonitas Para Dibujar Con Color - Flores Imagenes">
            <a:extLst>
              <a:ext uri="{FF2B5EF4-FFF2-40B4-BE49-F238E27FC236}">
                <a16:creationId xmlns:a16="http://schemas.microsoft.com/office/drawing/2014/main" id="{7FE1D628-8E39-4316-B061-71B801EF0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954" y="1718031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lores Bonitas Para Dibujar Con Color - Flores Imagenes">
            <a:extLst>
              <a:ext uri="{FF2B5EF4-FFF2-40B4-BE49-F238E27FC236}">
                <a16:creationId xmlns:a16="http://schemas.microsoft.com/office/drawing/2014/main" id="{CD0CFEC5-7B2E-451B-ADD6-F49D84E86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089" y="325503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Flores Bonitas Para Dibujar Con Color - Flores Imagenes">
            <a:extLst>
              <a:ext uri="{FF2B5EF4-FFF2-40B4-BE49-F238E27FC236}">
                <a16:creationId xmlns:a16="http://schemas.microsoft.com/office/drawing/2014/main" id="{F7CF68EC-7872-4635-B5DE-3B5BF7D5C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103" y="4022162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Flores Bonitas Para Dibujar Con Color - Flores Imagenes">
            <a:extLst>
              <a:ext uri="{FF2B5EF4-FFF2-40B4-BE49-F238E27FC236}">
                <a16:creationId xmlns:a16="http://schemas.microsoft.com/office/drawing/2014/main" id="{1CBFBA06-18D7-443A-A94E-A19F8B4EE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041" y="4580226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Flores Bonitas Para Dibujar Con Color - Flores Imagenes">
            <a:extLst>
              <a:ext uri="{FF2B5EF4-FFF2-40B4-BE49-F238E27FC236}">
                <a16:creationId xmlns:a16="http://schemas.microsoft.com/office/drawing/2014/main" id="{BC9378E5-2565-4660-895A-A6E4D7D86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169" y="5421360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Flores Bonitas Para Dibujar Con Color - Flores Imagenes">
            <a:extLst>
              <a:ext uri="{FF2B5EF4-FFF2-40B4-BE49-F238E27FC236}">
                <a16:creationId xmlns:a16="http://schemas.microsoft.com/office/drawing/2014/main" id="{B406CA74-9B97-41C0-8180-5B31BD17F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895" y="4742960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Flores Bonitas Para Dibujar Con Color - Flores Imagenes">
            <a:extLst>
              <a:ext uri="{FF2B5EF4-FFF2-40B4-BE49-F238E27FC236}">
                <a16:creationId xmlns:a16="http://schemas.microsoft.com/office/drawing/2014/main" id="{56EA741F-CCC1-4062-9A0E-84DB6EC57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178" y="5580645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Flores Bonitas Para Dibujar Con Color - Flores Imagenes">
            <a:extLst>
              <a:ext uri="{FF2B5EF4-FFF2-40B4-BE49-F238E27FC236}">
                <a16:creationId xmlns:a16="http://schemas.microsoft.com/office/drawing/2014/main" id="{54A4739D-2C76-413D-B33E-48F100B5E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987" y="5421359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Flores Bonitas Para Dibujar Con Color - Flores Imagenes">
            <a:extLst>
              <a:ext uri="{FF2B5EF4-FFF2-40B4-BE49-F238E27FC236}">
                <a16:creationId xmlns:a16="http://schemas.microsoft.com/office/drawing/2014/main" id="{CD2C9440-E14A-43E9-BCD0-D6A6DF0B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290" y="3944453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Flores Bonitas Para Dibujar Con Color - Flores Imagenes">
            <a:extLst>
              <a:ext uri="{FF2B5EF4-FFF2-40B4-BE49-F238E27FC236}">
                <a16:creationId xmlns:a16="http://schemas.microsoft.com/office/drawing/2014/main" id="{211CD20E-D0A2-4E81-8A8F-AF1E2A2C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468" y="4742960"/>
            <a:ext cx="702356" cy="66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3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5">
            <a:extLst>
              <a:ext uri="{FF2B5EF4-FFF2-40B4-BE49-F238E27FC236}">
                <a16:creationId xmlns:a16="http://schemas.microsoft.com/office/drawing/2014/main" id="{5658789E-8D98-4248-B143-4D6D5FA88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234417" y="-112688"/>
            <a:ext cx="7723165" cy="7083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D42732F-C299-439B-B59B-8A8AF278DB4F}"/>
              </a:ext>
            </a:extLst>
          </p:cNvPr>
          <p:cNvSpPr/>
          <p:nvPr/>
        </p:nvSpPr>
        <p:spPr>
          <a:xfrm>
            <a:off x="3103973" y="811233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599139-9355-4284-A74F-2880BB33ADBC}"/>
              </a:ext>
            </a:extLst>
          </p:cNvPr>
          <p:cNvSpPr/>
          <p:nvPr/>
        </p:nvSpPr>
        <p:spPr>
          <a:xfrm>
            <a:off x="3831099" y="522847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CFA1A7F-DE67-4961-861C-BFDB6F6C7BA1}"/>
              </a:ext>
            </a:extLst>
          </p:cNvPr>
          <p:cNvSpPr/>
          <p:nvPr/>
        </p:nvSpPr>
        <p:spPr>
          <a:xfrm>
            <a:off x="4535069" y="930810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5796A4D-F9E6-46A3-8FAC-8BD657F7C4A7}"/>
              </a:ext>
            </a:extLst>
          </p:cNvPr>
          <p:cNvSpPr/>
          <p:nvPr/>
        </p:nvSpPr>
        <p:spPr>
          <a:xfrm>
            <a:off x="5702103" y="5980015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0DA4AB-FACC-4902-BF33-37E160F7C4CF}"/>
              </a:ext>
            </a:extLst>
          </p:cNvPr>
          <p:cNvSpPr/>
          <p:nvPr/>
        </p:nvSpPr>
        <p:spPr>
          <a:xfrm>
            <a:off x="6309359" y="5595497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A9A1323-10A4-40C7-8E4A-D79425237123}"/>
              </a:ext>
            </a:extLst>
          </p:cNvPr>
          <p:cNvSpPr/>
          <p:nvPr/>
        </p:nvSpPr>
        <p:spPr>
          <a:xfrm>
            <a:off x="5352755" y="5446542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2FD565-80A5-452E-8804-98E060EC389E}"/>
              </a:ext>
            </a:extLst>
          </p:cNvPr>
          <p:cNvSpPr/>
          <p:nvPr/>
        </p:nvSpPr>
        <p:spPr>
          <a:xfrm>
            <a:off x="4900243" y="4785360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570AE6-5F70-4BB7-9141-D29429715B14}"/>
              </a:ext>
            </a:extLst>
          </p:cNvPr>
          <p:cNvSpPr/>
          <p:nvPr/>
        </p:nvSpPr>
        <p:spPr>
          <a:xfrm>
            <a:off x="5943599" y="4989342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0E7B530-FECE-4FAF-BAED-D65B9B66482E}"/>
              </a:ext>
            </a:extLst>
          </p:cNvPr>
          <p:cNvSpPr/>
          <p:nvPr/>
        </p:nvSpPr>
        <p:spPr>
          <a:xfrm>
            <a:off x="6848620" y="5286044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E827A2-55D5-404D-91FE-DAAA28005CA8}"/>
              </a:ext>
            </a:extLst>
          </p:cNvPr>
          <p:cNvSpPr/>
          <p:nvPr/>
        </p:nvSpPr>
        <p:spPr>
          <a:xfrm>
            <a:off x="6454724" y="4417326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49CA05-AA44-47F2-BC81-509403CA1340}"/>
              </a:ext>
            </a:extLst>
          </p:cNvPr>
          <p:cNvSpPr/>
          <p:nvPr/>
        </p:nvSpPr>
        <p:spPr>
          <a:xfrm>
            <a:off x="5549703" y="4215691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2CD76A8-77AB-4CD5-882F-F59AA5DFC380}"/>
              </a:ext>
            </a:extLst>
          </p:cNvPr>
          <p:cNvSpPr/>
          <p:nvPr/>
        </p:nvSpPr>
        <p:spPr>
          <a:xfrm>
            <a:off x="7283546" y="1615439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F71C4FA-73A3-46E1-AF10-69098210851B}"/>
              </a:ext>
            </a:extLst>
          </p:cNvPr>
          <p:cNvSpPr/>
          <p:nvPr/>
        </p:nvSpPr>
        <p:spPr>
          <a:xfrm>
            <a:off x="8541434" y="1969476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EAF2BC-91EB-4083-9708-612F8634C8BC}"/>
              </a:ext>
            </a:extLst>
          </p:cNvPr>
          <p:cNvSpPr/>
          <p:nvPr/>
        </p:nvSpPr>
        <p:spPr>
          <a:xfrm>
            <a:off x="7425394" y="588497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81BF0D-F5A8-4D1F-A426-22DEB03ADD25}"/>
              </a:ext>
            </a:extLst>
          </p:cNvPr>
          <p:cNvSpPr/>
          <p:nvPr/>
        </p:nvSpPr>
        <p:spPr>
          <a:xfrm>
            <a:off x="4028047" y="1906315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2D85BCE-6518-4D7A-8842-55A2BC33F96E}"/>
              </a:ext>
            </a:extLst>
          </p:cNvPr>
          <p:cNvSpPr/>
          <p:nvPr/>
        </p:nvSpPr>
        <p:spPr>
          <a:xfrm>
            <a:off x="3125367" y="1699987"/>
            <a:ext cx="393896" cy="40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931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5">
            <a:extLst>
              <a:ext uri="{FF2B5EF4-FFF2-40B4-BE49-F238E27FC236}">
                <a16:creationId xmlns:a16="http://schemas.microsoft.com/office/drawing/2014/main" id="{B5B9C283-3DCF-41CF-A08A-9929301A8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234417" y="-112688"/>
            <a:ext cx="7723165" cy="7083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0C34C1C-0D95-419A-BC1D-6B07C3A932F6}"/>
              </a:ext>
            </a:extLst>
          </p:cNvPr>
          <p:cNvSpPr/>
          <p:nvPr/>
        </p:nvSpPr>
        <p:spPr>
          <a:xfrm>
            <a:off x="3371988" y="573483"/>
            <a:ext cx="1082348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  <a:endParaRPr lang="es-ES" sz="13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39DB7E3-DCB7-430D-8F5F-A2D3D871AFD8}"/>
              </a:ext>
            </a:extLst>
          </p:cNvPr>
          <p:cNvSpPr/>
          <p:nvPr/>
        </p:nvSpPr>
        <p:spPr>
          <a:xfrm>
            <a:off x="7732544" y="573482"/>
            <a:ext cx="108234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3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1F64DE-CD01-4B69-80D8-5A323AA09089}"/>
              </a:ext>
            </a:extLst>
          </p:cNvPr>
          <p:cNvSpPr/>
          <p:nvPr/>
        </p:nvSpPr>
        <p:spPr>
          <a:xfrm>
            <a:off x="5454006" y="4188880"/>
            <a:ext cx="108234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3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092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5">
            <a:extLst>
              <a:ext uri="{FF2B5EF4-FFF2-40B4-BE49-F238E27FC236}">
                <a16:creationId xmlns:a16="http://schemas.microsoft.com/office/drawing/2014/main" id="{E7D2AE3E-0E99-4744-B5EF-109702D7F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811298" y="1645919"/>
            <a:ext cx="4366675" cy="4004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15">
            <a:extLst>
              <a:ext uri="{FF2B5EF4-FFF2-40B4-BE49-F238E27FC236}">
                <a16:creationId xmlns:a16="http://schemas.microsoft.com/office/drawing/2014/main" id="{0BE092DD-9129-4BEE-BEB2-27C3B1EF2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521" y="1645919"/>
            <a:ext cx="4366675" cy="4004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006CD1D-BAFE-4F39-ABA7-F0A13FA5BD54}"/>
              </a:ext>
            </a:extLst>
          </p:cNvPr>
          <p:cNvSpPr/>
          <p:nvPr/>
        </p:nvSpPr>
        <p:spPr>
          <a:xfrm>
            <a:off x="2705389" y="1645919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8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28C304-4A25-4BED-9170-229C1E89AACA}"/>
              </a:ext>
            </a:extLst>
          </p:cNvPr>
          <p:cNvSpPr/>
          <p:nvPr/>
        </p:nvSpPr>
        <p:spPr>
          <a:xfrm>
            <a:off x="1465088" y="3964743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  <a:endParaRPr lang="es-ES" sz="8800" b="1" cap="none" spc="0" dirty="0">
              <a:ln w="12700">
                <a:solidFill>
                  <a:schemeClr val="accent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06BFE76-9EF7-4355-AFD8-3C9033E61C97}"/>
              </a:ext>
            </a:extLst>
          </p:cNvPr>
          <p:cNvSpPr/>
          <p:nvPr/>
        </p:nvSpPr>
        <p:spPr>
          <a:xfrm>
            <a:off x="3997272" y="3964743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endParaRPr lang="es-ES" sz="8800" b="1" cap="none" spc="0" dirty="0">
              <a:ln w="12700">
                <a:solidFill>
                  <a:schemeClr val="accent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40DD517-F567-4EB7-838A-CAB6FDA07785}"/>
              </a:ext>
            </a:extLst>
          </p:cNvPr>
          <p:cNvSpPr/>
          <p:nvPr/>
        </p:nvSpPr>
        <p:spPr>
          <a:xfrm>
            <a:off x="8616166" y="3765531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8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8AD30B0-D893-4883-BDA7-2D4D65D4556D}"/>
              </a:ext>
            </a:extLst>
          </p:cNvPr>
          <p:cNvSpPr/>
          <p:nvPr/>
        </p:nvSpPr>
        <p:spPr>
          <a:xfrm>
            <a:off x="7500127" y="1645919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  <a:endParaRPr lang="es-ES" sz="8800" b="1" cap="none" spc="0" dirty="0">
              <a:ln w="12700">
                <a:solidFill>
                  <a:schemeClr val="accent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F169A2-B884-44A4-967C-718B9C761F34}"/>
              </a:ext>
            </a:extLst>
          </p:cNvPr>
          <p:cNvSpPr/>
          <p:nvPr/>
        </p:nvSpPr>
        <p:spPr>
          <a:xfrm>
            <a:off x="9788774" y="1854590"/>
            <a:ext cx="75693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endParaRPr lang="es-ES" sz="8800" b="1" cap="none" spc="0" dirty="0">
              <a:ln w="12700">
                <a:solidFill>
                  <a:schemeClr val="accent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DE270B-04CF-4836-92CF-5E0FE3A48D19}"/>
              </a:ext>
            </a:extLst>
          </p:cNvPr>
          <p:cNvSpPr txBox="1"/>
          <p:nvPr/>
        </p:nvSpPr>
        <p:spPr>
          <a:xfrm>
            <a:off x="900521" y="698468"/>
            <a:ext cx="4754691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Descomposición</a:t>
            </a:r>
            <a:r>
              <a:rPr lang="es-CL" dirty="0"/>
              <a:t> 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A3521B-E27C-4EDB-8D07-5355B8BFA771}"/>
              </a:ext>
            </a:extLst>
          </p:cNvPr>
          <p:cNvSpPr txBox="1"/>
          <p:nvPr/>
        </p:nvSpPr>
        <p:spPr>
          <a:xfrm>
            <a:off x="6827901" y="513398"/>
            <a:ext cx="3981063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Composición</a:t>
            </a:r>
            <a:r>
              <a:rPr lang="es-CL" dirty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4657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9C4120E-7DC5-45E6-AEE8-45EB4B21703B}"/>
              </a:ext>
            </a:extLst>
          </p:cNvPr>
          <p:cNvSpPr/>
          <p:nvPr/>
        </p:nvSpPr>
        <p:spPr>
          <a:xfrm>
            <a:off x="601559" y="350745"/>
            <a:ext cx="1124211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Aplicamos lo aprendido</a:t>
            </a:r>
            <a:endParaRPr lang="es-ES" sz="88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3074" name="Picture 2" descr="Informatica : GIF ANIMADOS">
            <a:extLst>
              <a:ext uri="{FF2B5EF4-FFF2-40B4-BE49-F238E27FC236}">
                <a16:creationId xmlns:a16="http://schemas.microsoft.com/office/drawing/2014/main" id="{08F0B3AB-EF1C-4D41-BC8D-9774F0CC901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387" y="1531253"/>
            <a:ext cx="3561249" cy="485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3591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40</Words>
  <Application>Microsoft Office PowerPoint</Application>
  <PresentationFormat>Panorámica</PresentationFormat>
  <Paragraphs>22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Californian FB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</dc:creator>
  <cp:lastModifiedBy>admin</cp:lastModifiedBy>
  <cp:revision>8</cp:revision>
  <dcterms:created xsi:type="dcterms:W3CDTF">2020-05-02T15:42:07Z</dcterms:created>
  <dcterms:modified xsi:type="dcterms:W3CDTF">2020-05-02T17:17:40Z</dcterms:modified>
</cp:coreProperties>
</file>