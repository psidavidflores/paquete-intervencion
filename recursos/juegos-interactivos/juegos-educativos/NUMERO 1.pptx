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7BBD-4C28-40C4-84A0-BACD21EDF306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273A-3C4E-4662-A255-E82835AB4BF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7086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7BBD-4C28-40C4-84A0-BACD21EDF306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273A-3C4E-4662-A255-E82835AB4BF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7029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7BBD-4C28-40C4-84A0-BACD21EDF306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273A-3C4E-4662-A255-E82835AB4BF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60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7BBD-4C28-40C4-84A0-BACD21EDF306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273A-3C4E-4662-A255-E82835AB4BF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5093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7BBD-4C28-40C4-84A0-BACD21EDF306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273A-3C4E-4662-A255-E82835AB4BF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839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7BBD-4C28-40C4-84A0-BACD21EDF306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273A-3C4E-4662-A255-E82835AB4BF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6412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7BBD-4C28-40C4-84A0-BACD21EDF306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273A-3C4E-4662-A255-E82835AB4BF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1219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7BBD-4C28-40C4-84A0-BACD21EDF306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273A-3C4E-4662-A255-E82835AB4BF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8631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7BBD-4C28-40C4-84A0-BACD21EDF306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273A-3C4E-4662-A255-E82835AB4BF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511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7BBD-4C28-40C4-84A0-BACD21EDF306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273A-3C4E-4662-A255-E82835AB4BF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591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7BBD-4C28-40C4-84A0-BACD21EDF306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273A-3C4E-4662-A255-E82835AB4BF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004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87BBD-4C28-40C4-84A0-BACD21EDF306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B273A-3C4E-4662-A255-E82835AB4BF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993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259632" y="1628800"/>
            <a:ext cx="60128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Hoy aprenderemos: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031" name="Picture 7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6" t="7963" r="23614" b="10749"/>
          <a:stretch/>
        </p:blipFill>
        <p:spPr bwMode="auto">
          <a:xfrm>
            <a:off x="3532908" y="2348880"/>
            <a:ext cx="2263227" cy="347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80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22"/>
            <a:ext cx="9144000" cy="687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043608" y="1196752"/>
            <a:ext cx="68712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Cómo me siento hoy?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1266" name="Picture 2" descr="Resultado de imagen para dibujo de emociones para niÃ±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106564"/>
            <a:ext cx="5904656" cy="369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574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22"/>
            <a:ext cx="9144000" cy="687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7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6" t="7963" r="23614" b="10749"/>
          <a:stretch/>
        </p:blipFill>
        <p:spPr bwMode="auto">
          <a:xfrm>
            <a:off x="1412745" y="1791717"/>
            <a:ext cx="2592288" cy="398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294" y="2190911"/>
            <a:ext cx="3673116" cy="3583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843808" y="980728"/>
            <a:ext cx="38343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EL NÙMERO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526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22"/>
            <a:ext cx="9144000" cy="687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 descr="Resultado de imagen para numero 1 remarca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6" t="13333" r="10977" b="13337"/>
          <a:stretch/>
        </p:blipFill>
        <p:spPr bwMode="auto">
          <a:xfrm>
            <a:off x="1607127" y="2204864"/>
            <a:ext cx="5929745" cy="350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24216" y="1270142"/>
            <a:ext cx="74955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Remarcamos el número 1</a:t>
            </a:r>
            <a:endParaRPr lang="es-E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0603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22"/>
            <a:ext cx="9144000" cy="687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259632" y="1124744"/>
            <a:ext cx="631807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3600" b="1" cap="none" spc="0" dirty="0" smtClean="0">
                <a:ln w="11430"/>
              </a:rPr>
              <a:t>Actividad: </a:t>
            </a:r>
            <a:r>
              <a:rPr lang="es-ES" sz="36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Encierra un elemento</a:t>
            </a:r>
            <a:endParaRPr lang="es-ES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6" name="Picture 7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6" t="7963" r="23614" b="10749"/>
          <a:stretch/>
        </p:blipFill>
        <p:spPr bwMode="auto">
          <a:xfrm>
            <a:off x="1412745" y="1791717"/>
            <a:ext cx="2592288" cy="398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755" y="2276872"/>
            <a:ext cx="1622490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0614" y="2060848"/>
            <a:ext cx="1687094" cy="172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032" y="4158385"/>
            <a:ext cx="1575079" cy="1607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4006047"/>
            <a:ext cx="1724319" cy="176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23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22"/>
            <a:ext cx="9144000" cy="687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 descr="Resultado de imagen para dibujo de niÃ±o con lup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9" r="10964" b="3575"/>
          <a:stretch/>
        </p:blipFill>
        <p:spPr bwMode="auto">
          <a:xfrm>
            <a:off x="1331640" y="1124744"/>
            <a:ext cx="1994066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Llamada ovalada"/>
          <p:cNvSpPr/>
          <p:nvPr/>
        </p:nvSpPr>
        <p:spPr>
          <a:xfrm>
            <a:off x="3397714" y="1124744"/>
            <a:ext cx="4774686" cy="1224136"/>
          </a:xfrm>
          <a:prstGeom prst="wedgeEllipseCallout">
            <a:avLst>
              <a:gd name="adj1" fmla="val -48399"/>
              <a:gd name="adj2" fmla="val 5448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!</a:t>
            </a:r>
            <a:r>
              <a:rPr lang="es-CL" dirty="0" smtClean="0"/>
              <a:t>Hola!  Soy Pedrito,  ando en busca de todos los números 1, ayúdame  a encontrarlos. Marca con una (x) </a:t>
            </a:r>
            <a:endParaRPr lang="es-CL" dirty="0"/>
          </a:p>
        </p:txBody>
      </p:sp>
      <p:pic>
        <p:nvPicPr>
          <p:cNvPr id="7" name="Picture 7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6" t="7963" r="23614" b="10749"/>
          <a:stretch/>
        </p:blipFill>
        <p:spPr bwMode="auto">
          <a:xfrm>
            <a:off x="1187624" y="4314343"/>
            <a:ext cx="784507" cy="120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6" t="7963" r="23614" b="10749"/>
          <a:stretch/>
        </p:blipFill>
        <p:spPr bwMode="auto">
          <a:xfrm>
            <a:off x="3437983" y="2835946"/>
            <a:ext cx="784507" cy="120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6" t="7963" r="23614" b="10749"/>
          <a:stretch/>
        </p:blipFill>
        <p:spPr bwMode="auto">
          <a:xfrm>
            <a:off x="6804248" y="2604298"/>
            <a:ext cx="784507" cy="120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6" t="7963" r="23614" b="10749"/>
          <a:stretch/>
        </p:blipFill>
        <p:spPr bwMode="auto">
          <a:xfrm>
            <a:off x="3756336" y="4528526"/>
            <a:ext cx="784507" cy="120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7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6" t="7963" r="23614" b="10749"/>
          <a:stretch/>
        </p:blipFill>
        <p:spPr bwMode="auto">
          <a:xfrm>
            <a:off x="7020272" y="4349859"/>
            <a:ext cx="784507" cy="120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numero 7 azu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078189"/>
            <a:ext cx="1132691" cy="146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para numero 7 azu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557" y="4531733"/>
            <a:ext cx="1132691" cy="146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Resultado de imagen para numero 7 azu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015" y="3737520"/>
            <a:ext cx="1132691" cy="146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51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22"/>
            <a:ext cx="9144000" cy="687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7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6" t="7963" r="23614" b="10749"/>
          <a:stretch/>
        </p:blipFill>
        <p:spPr bwMode="auto">
          <a:xfrm>
            <a:off x="1412745" y="1791717"/>
            <a:ext cx="2592288" cy="398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7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6" t="7963" r="23614" b="10749"/>
          <a:stretch/>
        </p:blipFill>
        <p:spPr bwMode="auto">
          <a:xfrm>
            <a:off x="4411394" y="3347547"/>
            <a:ext cx="1440160" cy="221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6" t="7963" r="23614" b="10749"/>
          <a:stretch/>
        </p:blipFill>
        <p:spPr bwMode="auto">
          <a:xfrm>
            <a:off x="6444208" y="4133763"/>
            <a:ext cx="909763" cy="1397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101375" y="1052736"/>
            <a:ext cx="694125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Cuál es el número 1 mas Alto?</a:t>
            </a:r>
            <a:endParaRPr lang="es-ES" sz="4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9427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22"/>
            <a:ext cx="9144000" cy="687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 descr="Resultado de imagen para a que se parece el numero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187" y="1268760"/>
            <a:ext cx="6473009" cy="4535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14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22"/>
            <a:ext cx="9144000" cy="687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 descr="Resultado de imagen para a que se parece el numero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412776"/>
            <a:ext cx="5544616" cy="435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99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22"/>
            <a:ext cx="9144000" cy="687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7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6" t="7963" r="23614" b="10749"/>
          <a:stretch/>
        </p:blipFill>
        <p:spPr bwMode="auto">
          <a:xfrm>
            <a:off x="2302663" y="2636912"/>
            <a:ext cx="1667168" cy="2561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643315" y="1556792"/>
            <a:ext cx="58573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Dibuja un elemento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1590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22"/>
            <a:ext cx="9144000" cy="687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Resultado de imagen para dibujo de pep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420888"/>
            <a:ext cx="5133975" cy="321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39219" y="1268760"/>
            <a:ext cx="63278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Encierra un elemento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0217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22"/>
            <a:ext cx="9144000" cy="687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73657" y="1268760"/>
            <a:ext cx="76590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Dibuja muchos números 1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46110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64</Words>
  <Application>Microsoft Office PowerPoint</Application>
  <PresentationFormat>Presentación en pantalla (4:3)</PresentationFormat>
  <Paragraphs>10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7</cp:revision>
  <dcterms:created xsi:type="dcterms:W3CDTF">2019-04-15T02:46:37Z</dcterms:created>
  <dcterms:modified xsi:type="dcterms:W3CDTF">2019-06-19T00:59:36Z</dcterms:modified>
</cp:coreProperties>
</file>