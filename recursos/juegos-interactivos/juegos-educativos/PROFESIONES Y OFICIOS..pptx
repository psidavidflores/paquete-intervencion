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67" r:id="rId9"/>
    <p:sldId id="258" r:id="rId10"/>
    <p:sldId id="264" r:id="rId11"/>
    <p:sldId id="266" r:id="rId12"/>
    <p:sldId id="265" r:id="rId13"/>
    <p:sldId id="259" r:id="rId14"/>
    <p:sldId id="260" r:id="rId15"/>
    <p:sldId id="263" r:id="rId16"/>
    <p:sldId id="261" r:id="rId17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4912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135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1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0367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524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858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854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599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93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229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785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24F8B-5420-4CEF-8D2F-FE421DA00262}" type="datetimeFigureOut">
              <a:rPr lang="es-CL" smtClean="0"/>
              <a:t>10-02-2019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92872-1FFB-481D-BC4E-12FFB596613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636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0"/>
            <a:ext cx="925252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858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Resultado de imagen para bordes profe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0"/>
            <a:ext cx="90364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88840"/>
            <a:ext cx="4752528" cy="39868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826830" y="620688"/>
            <a:ext cx="466044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Profesor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6777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" t="3728" r="13173" b="4753"/>
          <a:stretch/>
        </p:blipFill>
        <p:spPr bwMode="auto">
          <a:xfrm rot="5400000">
            <a:off x="1349388" y="-1053245"/>
            <a:ext cx="6624736" cy="896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44" y="2420888"/>
            <a:ext cx="2247900" cy="331236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4" t="-503" r="17237" b="503"/>
          <a:stretch/>
        </p:blipFill>
        <p:spPr bwMode="auto">
          <a:xfrm>
            <a:off x="4067944" y="2708920"/>
            <a:ext cx="3129997" cy="2420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355044" y="1268760"/>
            <a:ext cx="400186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6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Enfermera</a:t>
            </a:r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152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Picture 6" descr="Resultado de imagen para bordes animali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" y="0"/>
            <a:ext cx="913892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170" y="3057722"/>
            <a:ext cx="5490174" cy="3800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267744" y="1833440"/>
            <a:ext cx="558120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Veterinario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39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583"/>
            <a:ext cx="9144000" cy="6827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04863"/>
            <a:ext cx="3672408" cy="375966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140968"/>
            <a:ext cx="2219325" cy="22268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442444" y="864051"/>
            <a:ext cx="414100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Abogado</a:t>
            </a:r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126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0" b="11754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132856"/>
            <a:ext cx="2000250" cy="2286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706502"/>
            <a:ext cx="2664296" cy="271576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483768" y="620688"/>
            <a:ext cx="424847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Doctor</a:t>
            </a:r>
            <a:endParaRPr lang="es-ES" sz="8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8172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18" b="15593"/>
          <a:stretch/>
        </p:blipFill>
        <p:spPr bwMode="auto">
          <a:xfrm>
            <a:off x="0" y="77590"/>
            <a:ext cx="9144000" cy="6780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203848" y="2326814"/>
            <a:ext cx="432048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6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odoni MT Black" pitchFamily="18" charset="0"/>
              </a:rPr>
              <a:t>OFICIOS</a:t>
            </a:r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9745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880" y="102371"/>
            <a:ext cx="916986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060848"/>
            <a:ext cx="6408712" cy="4044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744167" y="873272"/>
            <a:ext cx="605146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8000" b="1" cap="none" spc="50" dirty="0" smtClean="0">
                <a:ln w="11430"/>
                <a:solidFill>
                  <a:schemeClr val="accent2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oper Black" pitchFamily="18" charset="0"/>
              </a:rPr>
              <a:t>El cocinero</a:t>
            </a:r>
            <a:endParaRPr lang="es-ES" sz="8000" b="1" cap="none" spc="50" dirty="0">
              <a:ln w="11430"/>
              <a:solidFill>
                <a:schemeClr val="accent2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69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9" y="1556792"/>
            <a:ext cx="7920880" cy="4983430"/>
          </a:xfrm>
          <a:prstGeom prst="rect">
            <a:avLst/>
          </a:prstGeom>
          <a:noFill/>
          <a:ln w="7620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139720" y="28636"/>
            <a:ext cx="695555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8000" b="1" cap="none" spc="50" dirty="0" smtClean="0">
                <a:ln w="11430"/>
                <a:solidFill>
                  <a:schemeClr val="accent2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oper Black" pitchFamily="18" charset="0"/>
              </a:rPr>
              <a:t>El peluquero</a:t>
            </a:r>
            <a:endParaRPr lang="es-ES" sz="8000" b="1" cap="none" spc="50" dirty="0">
              <a:ln w="11430"/>
              <a:solidFill>
                <a:schemeClr val="accent2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66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414"/>
            <a:ext cx="9144000" cy="6866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91030"/>
            <a:ext cx="4086850" cy="318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1133222" y="476672"/>
            <a:ext cx="688534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8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oper Black" pitchFamily="18" charset="0"/>
              </a:rPr>
              <a:t>El Bombero</a:t>
            </a:r>
            <a:endParaRPr lang="es-ES" sz="8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oper Black" pitchFamily="18" charset="0"/>
            </a:endParaRPr>
          </a:p>
        </p:txBody>
      </p:sp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280402"/>
            <a:ext cx="3465725" cy="280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2891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701418" y="836712"/>
            <a:ext cx="571855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8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oper Black" pitchFamily="18" charset="0"/>
              </a:rPr>
              <a:t>El pintor </a:t>
            </a:r>
            <a:endParaRPr lang="es-ES" sz="8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oper Black" pitchFamily="18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05" y="2377528"/>
            <a:ext cx="3590662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57158"/>
            <a:ext cx="2592288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1140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48680"/>
            <a:ext cx="4143789" cy="621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347864" y="188640"/>
            <a:ext cx="54863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El mesero/ Garzón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268760"/>
            <a:ext cx="3744416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149080"/>
            <a:ext cx="3106199" cy="2433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7521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556792"/>
            <a:ext cx="4237664" cy="438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2" r="5481"/>
          <a:stretch/>
        </p:blipFill>
        <p:spPr bwMode="auto">
          <a:xfrm>
            <a:off x="15989" y="0"/>
            <a:ext cx="9143999" cy="7276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77" y="1832049"/>
            <a:ext cx="3456711" cy="3091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00684" y="908720"/>
            <a:ext cx="562364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LA JARDINERA </a:t>
            </a:r>
            <a:endParaRPr lang="es-E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167" y="4077072"/>
            <a:ext cx="3066449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54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0"/>
            <a:ext cx="903829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16832"/>
            <a:ext cx="3744416" cy="4340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348880"/>
            <a:ext cx="3437637" cy="3062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915816" y="633568"/>
            <a:ext cx="542129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El cartero</a:t>
            </a:r>
            <a:endParaRPr lang="es-ES" sz="96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2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588864"/>
            <a:ext cx="6912768" cy="4603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152522" y="548680"/>
            <a:ext cx="558783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La Costurera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3034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508"/>
            <a:ext cx="9144000" cy="6832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55279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24</Words>
  <Application>Microsoft Office PowerPoint</Application>
  <PresentationFormat>Presentación en pantalla (4:3)</PresentationFormat>
  <Paragraphs>14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13</cp:revision>
  <dcterms:created xsi:type="dcterms:W3CDTF">2019-02-11T05:14:55Z</dcterms:created>
  <dcterms:modified xsi:type="dcterms:W3CDTF">2019-02-11T21:34:00Z</dcterms:modified>
</cp:coreProperties>
</file>