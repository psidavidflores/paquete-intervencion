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321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0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75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659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869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690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942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244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715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505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743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F94ED-2CE1-4532-BC08-85DD16073ADE}" type="datetimeFigureOut">
              <a:rPr lang="es-CL" smtClean="0"/>
              <a:t>08-05-2019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FB0FF-59F3-4129-9010-3A9EF41F47C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020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50205" y="2060848"/>
            <a:ext cx="444358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nstantia" pitchFamily="18" charset="0"/>
              </a:rPr>
              <a:t>Hoy aprenderemos:</a:t>
            </a:r>
            <a:endParaRPr lang="es-ES" sz="36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nstantia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95736" y="2782669"/>
            <a:ext cx="441954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</a:t>
            </a:r>
            <a:endParaRPr lang="es-ES" sz="36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741211" y="3454224"/>
            <a:ext cx="5328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smtClean="0"/>
              <a:t>ÀMBITO: </a:t>
            </a:r>
            <a:r>
              <a:rPr lang="es-CL" sz="1600" dirty="0" smtClean="0"/>
              <a:t>COMUNICACIÒN INTEGRAL </a:t>
            </a:r>
          </a:p>
          <a:p>
            <a:r>
              <a:rPr lang="es-CL" sz="1600" b="1" dirty="0" smtClean="0"/>
              <a:t>NÙCLEO: </a:t>
            </a:r>
            <a:r>
              <a:rPr lang="es-CL" sz="1600" dirty="0" smtClean="0"/>
              <a:t>LENGUAJE  VERBAL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91431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4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Resultado de imagen para dibujo de niÃ±o escol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04864"/>
            <a:ext cx="2232248" cy="369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09279" y="908720"/>
            <a:ext cx="66002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OBJETIVO DE APRENDIZAJE:</a:t>
            </a:r>
            <a:endParaRPr lang="es-ES" sz="3200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6" name="5 Llamada ovalada"/>
          <p:cNvSpPr/>
          <p:nvPr/>
        </p:nvSpPr>
        <p:spPr>
          <a:xfrm>
            <a:off x="3347864" y="1988840"/>
            <a:ext cx="5040560" cy="2376264"/>
          </a:xfrm>
          <a:prstGeom prst="wedgeEllipseCallout">
            <a:avLst>
              <a:gd name="adj1" fmla="val -58489"/>
              <a:gd name="adj2" fmla="val 18104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dirty="0" smtClean="0">
                <a:solidFill>
                  <a:schemeClr val="tx1"/>
                </a:solidFill>
              </a:rPr>
              <a:t>Descubrir en contextos lúdicos, atributos fonológicos de palabras, segmentación y conteo de sílabas, identificación de  sonidos finales e iniciales. </a:t>
            </a:r>
            <a:endParaRPr lang="es-CL" sz="2000" dirty="0">
              <a:solidFill>
                <a:schemeClr val="tx1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843808" y="4653136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Actividad: </a:t>
            </a:r>
          </a:p>
          <a:p>
            <a:r>
              <a:rPr lang="es-CL" sz="2400" b="1" dirty="0" smtClean="0"/>
              <a:t> </a:t>
            </a:r>
            <a:r>
              <a:rPr lang="es-CL" sz="2400" dirty="0" smtClean="0"/>
              <a:t>Separa en sílaba la palabra  y marca con una (x) el número que corresponda.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07821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4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07854" y="692696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72" y="1700808"/>
            <a:ext cx="2861897" cy="278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3374206" y="4161854"/>
            <a:ext cx="2396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pecera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354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28453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96" y="5179197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 descr="Resultado de imagen para dibujo de objet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506279"/>
            <a:ext cx="2376264" cy="287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72830" y="692696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851920" y="4271368"/>
            <a:ext cx="16548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LUPA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14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118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77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04762" y="692696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00B0F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solidFill>
                <a:srgbClr val="00B0F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570013" y="4161854"/>
            <a:ext cx="20313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pUMA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9"/>
          <a:stretch/>
        </p:blipFill>
        <p:spPr bwMode="auto">
          <a:xfrm>
            <a:off x="2555776" y="1617483"/>
            <a:ext cx="3888432" cy="262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52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4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77627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solidFill>
                <a:srgbClr val="00B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259335" y="4149080"/>
            <a:ext cx="26260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MOMIA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8194" name="Picture 2" descr="Resultado de imagen para DIBUJO DE  MOM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335" y="1700808"/>
            <a:ext cx="2483228" cy="261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25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4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91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257219" y="4161854"/>
            <a:ext cx="2630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TOMATE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170" name="Picture 2" descr="Resultado de imagen para DIBUJO DE  TOMAT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821445"/>
            <a:ext cx="2563789" cy="234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02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998" y="37759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159850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037181" y="4236520"/>
            <a:ext cx="30812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peLICANO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6146" name="Picture 2" descr="Resultado de imagen para DIBUJO DE PELICA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199" y="1916832"/>
            <a:ext cx="3271804" cy="241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12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4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977" y="5157192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86861" y="692696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707373" y="4233862"/>
            <a:ext cx="17299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NIDO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122" name="Picture 2" descr="Resultado de imagen para NID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616026"/>
            <a:ext cx="4286250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80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295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945" y="5013176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80145" y="705470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 descr="Resultado de imagen para PAN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706" y="1759939"/>
            <a:ext cx="2602446" cy="240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945418" y="4005064"/>
            <a:ext cx="1253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764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6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013176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325" y="1988840"/>
            <a:ext cx="2798440" cy="222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3332686" y="4211217"/>
            <a:ext cx="24786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Calcetín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392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75" y="-50898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95526" y="692696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998328"/>
            <a:ext cx="6040823" cy="898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201408" y="4074998"/>
            <a:ext cx="27848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Lavadora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5362" name="Picture 2" descr="Resultado de imagen para DIBUJO DE lavador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4" r="12376"/>
          <a:stretch/>
        </p:blipFill>
        <p:spPr bwMode="auto">
          <a:xfrm>
            <a:off x="3526970" y="1484784"/>
            <a:ext cx="2197158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77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6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91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 descr="Resultado de imagen para dibujo de PANTAL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15053"/>
            <a:ext cx="276030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26030" y="4074998"/>
            <a:ext cx="27356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Pantalòn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719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6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91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957287" y="4074998"/>
            <a:ext cx="1273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SOL</a:t>
            </a:r>
            <a:endParaRPr lang="es-ES" sz="5400" b="1" cap="none" spc="0" dirty="0">
              <a:ln w="11430"/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3314" name="Picture 2" descr="Resultado de imagen para dibujo de so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8" t="5794" r="13186" b="6006"/>
          <a:stretch/>
        </p:blipFill>
        <p:spPr bwMode="auto">
          <a:xfrm>
            <a:off x="3203848" y="1628800"/>
            <a:ext cx="2664296" cy="246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36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356" y="0"/>
            <a:ext cx="9171353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535" y="1863009"/>
            <a:ext cx="3054152" cy="214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772830" y="898115"/>
            <a:ext cx="7570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sílabas tiene…?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91" y="5085184"/>
            <a:ext cx="676875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712830" y="4074998"/>
            <a:ext cx="1762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solidFill>
                  <a:srgbClr val="FF339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Bolso</a:t>
            </a:r>
            <a:endParaRPr lang="es-ES" sz="5400" b="1" cap="none" spc="0" dirty="0">
              <a:ln w="11430"/>
              <a:solidFill>
                <a:srgbClr val="FF3399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037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138</Words>
  <Application>Microsoft Office PowerPoint</Application>
  <PresentationFormat>Presentación en pantalla (4:3)</PresentationFormat>
  <Paragraphs>34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2019-05-09T00:58:51Z</dcterms:created>
  <dcterms:modified xsi:type="dcterms:W3CDTF">2019-05-09T02:44:52Z</dcterms:modified>
</cp:coreProperties>
</file>