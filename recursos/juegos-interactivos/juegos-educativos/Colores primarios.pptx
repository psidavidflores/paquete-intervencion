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34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32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43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205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429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258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608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982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387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167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441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F4FD0-FBCA-4022-95E6-D3F04F309736}" type="datetimeFigureOut">
              <a:rPr lang="es-CL" smtClean="0"/>
              <a:t>11-04-2020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7DCB7-AC35-4B22-8BBB-D4557B467C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3182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11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826642" y="5915462"/>
            <a:ext cx="5209309" cy="574964"/>
          </a:xfrm>
        </p:spPr>
        <p:txBody>
          <a:bodyPr/>
          <a:lstStyle/>
          <a:p>
            <a:r>
              <a:rPr lang="es-CL" dirty="0" smtClean="0">
                <a:solidFill>
                  <a:schemeClr val="accent6">
                    <a:lumMod val="75000"/>
                  </a:schemeClr>
                </a:solidFill>
                <a:latin typeface="Antique Olive Compact" panose="020B0904030504030204" pitchFamily="34" charset="0"/>
              </a:rPr>
              <a:t>Tía Maite</a:t>
            </a:r>
            <a:endParaRPr lang="es-CL" dirty="0">
              <a:solidFill>
                <a:schemeClr val="accent6">
                  <a:lumMod val="75000"/>
                </a:schemeClr>
              </a:solidFill>
              <a:latin typeface="Antique Olive Compact" panose="020B090403050403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-85059" y="138223"/>
            <a:ext cx="11823403" cy="39395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nap ITC" panose="04040A07060A02020202" pitchFamily="82" charset="0"/>
              </a:rPr>
              <a:t>Los colores</a:t>
            </a:r>
          </a:p>
          <a:p>
            <a:pPr algn="ctr"/>
            <a:r>
              <a:rPr lang="es-ES" sz="1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nap ITC" panose="04040A07060A02020202" pitchFamily="82" charset="0"/>
              </a:rPr>
              <a:t>primarios</a:t>
            </a:r>
            <a:endParaRPr lang="es-ES" sz="1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nap ITC" panose="04040A07060A02020202" pitchFamily="82" charset="0"/>
            </a:endParaRPr>
          </a:p>
        </p:txBody>
      </p:sp>
      <p:pic>
        <p:nvPicPr>
          <p:cNvPr id="1026" name="Picture 2" descr="Los Globos De Explotación De Payaso Divertido. Ilustración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720" y="3476336"/>
            <a:ext cx="2601280" cy="338166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74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L" sz="11500" b="1" dirty="0" smtClean="0">
                <a:solidFill>
                  <a:srgbClr val="FF0000"/>
                </a:solidFill>
                <a:latin typeface="Antique Olive Compact" panose="020B0904030504030204" pitchFamily="34" charset="0"/>
              </a:rPr>
              <a:t>Rojo</a:t>
            </a:r>
            <a:endParaRPr lang="es-CL" sz="11500" b="1" dirty="0">
              <a:solidFill>
                <a:srgbClr val="FF0000"/>
              </a:solidFill>
              <a:latin typeface="Antique Olive Compact" panose="020B0904030504030204" pitchFamily="34" charset="0"/>
            </a:endParaRPr>
          </a:p>
        </p:txBody>
      </p:sp>
      <p:pic>
        <p:nvPicPr>
          <p:cNvPr id="2050" name="Picture 2" descr="Cosas rojas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4" t="11090" r="21753"/>
          <a:stretch/>
        </p:blipFill>
        <p:spPr bwMode="auto">
          <a:xfrm>
            <a:off x="4999636" y="4286717"/>
            <a:ext cx="1911927" cy="243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sas roj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31" t="6370" r="15092"/>
          <a:stretch/>
        </p:blipFill>
        <p:spPr bwMode="auto">
          <a:xfrm>
            <a:off x="8626763" y="0"/>
            <a:ext cx="2378364" cy="2407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sas roja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7" t="10423" r="17790"/>
          <a:stretch/>
        </p:blipFill>
        <p:spPr bwMode="auto">
          <a:xfrm>
            <a:off x="152248" y="2833642"/>
            <a:ext cx="2253673" cy="230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osas roja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90"/>
          <a:stretch/>
        </p:blipFill>
        <p:spPr bwMode="auto">
          <a:xfrm>
            <a:off x="5342934" y="1790128"/>
            <a:ext cx="3252066" cy="210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osas rojas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3" r="14953"/>
          <a:stretch/>
        </p:blipFill>
        <p:spPr bwMode="auto">
          <a:xfrm>
            <a:off x="3051416" y="1655478"/>
            <a:ext cx="2099739" cy="218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sas rojas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3" t="11112" r="23124"/>
          <a:stretch/>
        </p:blipFill>
        <p:spPr bwMode="auto">
          <a:xfrm>
            <a:off x="7547894" y="4226608"/>
            <a:ext cx="1988289" cy="249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14" descr="Cosas roja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68" name="Picture 20" descr="Cosas rojas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1" t="6584" r="21717"/>
          <a:stretch/>
        </p:blipFill>
        <p:spPr bwMode="auto">
          <a:xfrm>
            <a:off x="744279" y="0"/>
            <a:ext cx="2125006" cy="25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Cosas rojas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0" t="4056" r="18650"/>
          <a:stretch/>
        </p:blipFill>
        <p:spPr bwMode="auto">
          <a:xfrm>
            <a:off x="9536612" y="2692909"/>
            <a:ext cx="2371060" cy="269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Cosas rojas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7" t="4756" r="24349"/>
          <a:stretch/>
        </p:blipFill>
        <p:spPr bwMode="auto">
          <a:xfrm>
            <a:off x="2482425" y="3927597"/>
            <a:ext cx="2156684" cy="285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3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124008" y="0"/>
            <a:ext cx="8186857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12000" b="1" dirty="0" smtClean="0">
                <a:solidFill>
                  <a:srgbClr val="FFFF00"/>
                </a:solidFill>
                <a:latin typeface="Antique Olive Compact" panose="020B0904030504030204" pitchFamily="34" charset="0"/>
              </a:rPr>
              <a:t>Amarillo</a:t>
            </a:r>
            <a:endParaRPr lang="es-CL" sz="12000" dirty="0">
              <a:solidFill>
                <a:srgbClr val="FFFF00"/>
              </a:solidFill>
            </a:endParaRPr>
          </a:p>
        </p:txBody>
      </p:sp>
      <p:pic>
        <p:nvPicPr>
          <p:cNvPr id="3076" name="Picture 4" descr="Bob Esponja podría generar déficit de atención en los ni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70" y="1508087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3791567" y="3599479"/>
            <a:ext cx="1414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>
                <a:solidFill>
                  <a:srgbClr val="FFFF00"/>
                </a:solidFill>
              </a:rPr>
              <a:t>POLLITO</a:t>
            </a:r>
            <a:endParaRPr lang="es-CL" sz="2800" b="1" dirty="0">
              <a:solidFill>
                <a:srgbClr val="FFFF00"/>
              </a:solidFill>
            </a:endParaRPr>
          </a:p>
        </p:txBody>
      </p:sp>
      <p:sp>
        <p:nvSpPr>
          <p:cNvPr id="6" name="AutoShape 6" descr="DIBUJOS CON EL COLOR AMARILL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8" descr="Regalos amarillos - El mejor regalo que podía soñar: una banana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82" name="Picture 10" descr="Regalos amarillos - El mejor regalo que podía soñar: una banana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88" b="6287"/>
          <a:stretch/>
        </p:blipFill>
        <p:spPr bwMode="auto">
          <a:xfrm>
            <a:off x="9593248" y="1508087"/>
            <a:ext cx="2381250" cy="175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/>
          <p:cNvSpPr txBox="1"/>
          <p:nvPr/>
        </p:nvSpPr>
        <p:spPr>
          <a:xfrm>
            <a:off x="10154093" y="3281988"/>
            <a:ext cx="1780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>
                <a:solidFill>
                  <a:srgbClr val="FFFF00"/>
                </a:solidFill>
              </a:rPr>
              <a:t>PLÁTANOS</a:t>
            </a:r>
            <a:endParaRPr lang="es-CL" sz="2400" b="1" dirty="0">
              <a:solidFill>
                <a:srgbClr val="FFFF00"/>
              </a:solidFill>
            </a:endParaRPr>
          </a:p>
        </p:txBody>
      </p:sp>
      <p:pic>
        <p:nvPicPr>
          <p:cNvPr id="3084" name="Picture 12" descr="181 | Blog de Infantil Amarilla – Naran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93" y="3970299"/>
            <a:ext cx="2190750" cy="208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/>
          <p:cNvSpPr txBox="1"/>
          <p:nvPr/>
        </p:nvSpPr>
        <p:spPr>
          <a:xfrm>
            <a:off x="3791567" y="6265963"/>
            <a:ext cx="1678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>
                <a:solidFill>
                  <a:srgbClr val="FFFF00"/>
                </a:solidFill>
              </a:rPr>
              <a:t>ESTRELLA</a:t>
            </a:r>
            <a:endParaRPr lang="es-CL" sz="2800" b="1" dirty="0">
              <a:solidFill>
                <a:srgbClr val="FFFF00"/>
              </a:solidFill>
            </a:endParaRPr>
          </a:p>
        </p:txBody>
      </p:sp>
      <p:pic>
        <p:nvPicPr>
          <p:cNvPr id="3088" name="Picture 16" descr="Cartoon yellow bee — Stock Vector © guntariana #4033587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948" y="3805208"/>
            <a:ext cx="2114550" cy="216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/>
          <p:cNvSpPr txBox="1"/>
          <p:nvPr/>
        </p:nvSpPr>
        <p:spPr>
          <a:xfrm>
            <a:off x="10343330" y="6073257"/>
            <a:ext cx="1147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>
                <a:solidFill>
                  <a:srgbClr val="FFFF00"/>
                </a:solidFill>
              </a:rPr>
              <a:t>ABEJA</a:t>
            </a:r>
            <a:endParaRPr lang="es-CL" sz="2400" b="1" dirty="0">
              <a:solidFill>
                <a:srgbClr val="FFFF00"/>
              </a:solidFill>
            </a:endParaRPr>
          </a:p>
        </p:txBody>
      </p:sp>
      <p:pic>
        <p:nvPicPr>
          <p:cNvPr id="3092" name="Picture 20" descr="Cute dibujos animados amarilla pequeña chica guiño y ruborizados ...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6"/>
          <a:stretch/>
        </p:blipFill>
        <p:spPr bwMode="auto">
          <a:xfrm>
            <a:off x="3465518" y="1595408"/>
            <a:ext cx="2066925" cy="200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/>
          <p:cNvSpPr txBox="1"/>
          <p:nvPr/>
        </p:nvSpPr>
        <p:spPr>
          <a:xfrm>
            <a:off x="506300" y="3599479"/>
            <a:ext cx="2240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>
                <a:solidFill>
                  <a:srgbClr val="FFFF00"/>
                </a:solidFill>
              </a:rPr>
              <a:t>BOB ESPONJA</a:t>
            </a:r>
            <a:endParaRPr lang="es-CL" sz="2800" b="1" dirty="0">
              <a:solidFill>
                <a:srgbClr val="FFFF00"/>
              </a:solidFill>
            </a:endParaRPr>
          </a:p>
        </p:txBody>
      </p:sp>
      <p:pic>
        <p:nvPicPr>
          <p:cNvPr id="3094" name="Picture 22" descr="Figuras de color amarillo para niños - Imagui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080" y="1562397"/>
            <a:ext cx="230505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/>
          <p:cNvSpPr txBox="1"/>
          <p:nvPr/>
        </p:nvSpPr>
        <p:spPr>
          <a:xfrm>
            <a:off x="6790053" y="3580344"/>
            <a:ext cx="1780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>
                <a:solidFill>
                  <a:srgbClr val="FFFF00"/>
                </a:solidFill>
              </a:rPr>
              <a:t>PIKACHÚ</a:t>
            </a:r>
            <a:endParaRPr lang="es-CL" sz="2400" b="1" dirty="0">
              <a:solidFill>
                <a:srgbClr val="FFFF00"/>
              </a:solidFill>
            </a:endParaRPr>
          </a:p>
        </p:txBody>
      </p:sp>
      <p:pic>
        <p:nvPicPr>
          <p:cNvPr id="3096" name="Picture 24" descr="Estrellas Amarillo - Gráficos vectoriales gratis en Pixabay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727" y="4092339"/>
            <a:ext cx="2190750" cy="208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uadroTexto 22"/>
          <p:cNvSpPr txBox="1"/>
          <p:nvPr/>
        </p:nvSpPr>
        <p:spPr>
          <a:xfrm>
            <a:off x="1264794" y="6225657"/>
            <a:ext cx="769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>
                <a:solidFill>
                  <a:srgbClr val="FFFF00"/>
                </a:solidFill>
              </a:rPr>
              <a:t>SOL</a:t>
            </a:r>
            <a:endParaRPr lang="es-CL" sz="2800" b="1" dirty="0">
              <a:solidFill>
                <a:srgbClr val="FFFF00"/>
              </a:solidFill>
            </a:endParaRPr>
          </a:p>
        </p:txBody>
      </p:sp>
      <p:pic>
        <p:nvPicPr>
          <p:cNvPr id="3110" name="Picture 38" descr="preorder medicom udf despicable me minions dave ultra detail ...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716" y="4161438"/>
            <a:ext cx="1947778" cy="194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uadroTexto 31"/>
          <p:cNvSpPr txBox="1"/>
          <p:nvPr/>
        </p:nvSpPr>
        <p:spPr>
          <a:xfrm>
            <a:off x="7285595" y="6225499"/>
            <a:ext cx="144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>
                <a:solidFill>
                  <a:srgbClr val="FFFF00"/>
                </a:solidFill>
              </a:rPr>
              <a:t>MINION</a:t>
            </a:r>
            <a:endParaRPr lang="es-CL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77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3" grpId="0"/>
      <p:bldP spid="17" grpId="0"/>
      <p:bldP spid="19" grpId="0"/>
      <p:bldP spid="21" grpId="0"/>
      <p:bldP spid="23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952808" y="-116958"/>
            <a:ext cx="4237057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12000" b="1" dirty="0" smtClean="0">
                <a:solidFill>
                  <a:schemeClr val="accent1">
                    <a:lumMod val="50000"/>
                  </a:schemeClr>
                </a:solidFill>
                <a:latin typeface="Antique Olive Compact" panose="020B0904030504030204" pitchFamily="34" charset="0"/>
              </a:rPr>
              <a:t>Azul</a:t>
            </a:r>
            <a:endParaRPr lang="es-CL" sz="1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9580266" y="2576623"/>
            <a:ext cx="1498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>
                <a:solidFill>
                  <a:schemeClr val="accent1">
                    <a:lumMod val="50000"/>
                  </a:schemeClr>
                </a:solidFill>
              </a:rPr>
              <a:t>DELFÍN</a:t>
            </a:r>
            <a:endParaRPr lang="es-CL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104" name="Picture 8" descr="Sonic the Hedgehog (Sonic X) | Sonic dibujos, Personajes d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20" y="380098"/>
            <a:ext cx="174307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10" descr="Delfín azul ilustración del vector. Ilustración de ilustració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0" name="AutoShape 12" descr="Caricatura De Delfín Azul Ilustraciones Vectoriales, Clip Art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1" name="AutoShape 14" descr="Caricatura De Delfín Azul Ilustraciones Vectoriales, Clip Art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114" name="Picture 18" descr="Delfín Fotos, Retratos, Imágenes Y Fotografía De Archivo Libres D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863" y="0"/>
            <a:ext cx="2236751" cy="262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/>
          <p:cNvSpPr txBox="1"/>
          <p:nvPr/>
        </p:nvSpPr>
        <p:spPr>
          <a:xfrm>
            <a:off x="1074220" y="2893803"/>
            <a:ext cx="1329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>
                <a:solidFill>
                  <a:schemeClr val="accent1">
                    <a:lumMod val="50000"/>
                  </a:schemeClr>
                </a:solidFill>
              </a:rPr>
              <a:t>SONIC</a:t>
            </a:r>
            <a:endParaRPr lang="es-CL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116" name="Picture 20" descr="Por qué el mar es azul para niños - explicación muy sencill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829" y="1667043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/>
          <p:cNvSpPr txBox="1"/>
          <p:nvPr/>
        </p:nvSpPr>
        <p:spPr>
          <a:xfrm>
            <a:off x="5337100" y="3313647"/>
            <a:ext cx="1144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>
                <a:solidFill>
                  <a:schemeClr val="accent1">
                    <a:lumMod val="50000"/>
                  </a:schemeClr>
                </a:solidFill>
              </a:rPr>
              <a:t>MAR</a:t>
            </a:r>
            <a:endParaRPr lang="es-CL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122" name="Picture 26" descr="Cianómetro, el artefacto que mide el azul del cielo - Cultura Inquiet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55" y="3729369"/>
            <a:ext cx="27432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/>
          <p:cNvSpPr txBox="1"/>
          <p:nvPr/>
        </p:nvSpPr>
        <p:spPr>
          <a:xfrm>
            <a:off x="4008030" y="5963329"/>
            <a:ext cx="1329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>
                <a:solidFill>
                  <a:schemeClr val="accent1">
                    <a:lumMod val="50000"/>
                  </a:schemeClr>
                </a:solidFill>
              </a:rPr>
              <a:t>STICH</a:t>
            </a:r>
            <a:endParaRPr lang="es-CL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124" name="Picture 28" descr="Distribuidores de descuento Animales Lindos | Animales De Cosas De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127" y="3729369"/>
            <a:ext cx="1926265" cy="225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uadroTexto 23"/>
          <p:cNvSpPr txBox="1"/>
          <p:nvPr/>
        </p:nvSpPr>
        <p:spPr>
          <a:xfrm>
            <a:off x="1179512" y="5643189"/>
            <a:ext cx="1329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>
                <a:solidFill>
                  <a:schemeClr val="accent1">
                    <a:lumMod val="50000"/>
                  </a:schemeClr>
                </a:solidFill>
              </a:rPr>
              <a:t>CIELO</a:t>
            </a:r>
            <a:endParaRPr lang="es-CL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130" name="Picture 34" descr="Pitufo Filósofo Mariquita en Mano PNG transparente - Stick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794" y="2959132"/>
            <a:ext cx="2218606" cy="297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/>
          <p:cNvSpPr txBox="1"/>
          <p:nvPr/>
        </p:nvSpPr>
        <p:spPr>
          <a:xfrm>
            <a:off x="7149174" y="5935576"/>
            <a:ext cx="1537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>
                <a:solidFill>
                  <a:schemeClr val="accent1">
                    <a:lumMod val="50000"/>
                  </a:schemeClr>
                </a:solidFill>
              </a:rPr>
              <a:t>PITUFO</a:t>
            </a:r>
            <a:endParaRPr lang="es-CL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140" name="Picture 44" descr="Guacamayo azul diseño ilustración vectorial Ilustración del Vector ...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9" t="16735" r="8966" b="17347"/>
          <a:stretch/>
        </p:blipFill>
        <p:spPr bwMode="auto">
          <a:xfrm>
            <a:off x="9555669" y="3379105"/>
            <a:ext cx="2355786" cy="201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/>
          <p:cNvSpPr txBox="1"/>
          <p:nvPr/>
        </p:nvSpPr>
        <p:spPr>
          <a:xfrm>
            <a:off x="9452344" y="5445633"/>
            <a:ext cx="2647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>
                <a:solidFill>
                  <a:schemeClr val="accent1">
                    <a:lumMod val="50000"/>
                  </a:schemeClr>
                </a:solidFill>
              </a:rPr>
              <a:t>GUACAMAYO</a:t>
            </a:r>
            <a:endParaRPr lang="es-CL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5" name="Picture 44" descr="Guacamayo azul diseño ilustración vectorial Ilustración del Vector ...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9" t="16735" r="8966" b="17347"/>
          <a:stretch/>
        </p:blipFill>
        <p:spPr bwMode="auto">
          <a:xfrm>
            <a:off x="9555669" y="3335495"/>
            <a:ext cx="2355786" cy="201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uadroTexto 35"/>
          <p:cNvSpPr txBox="1"/>
          <p:nvPr/>
        </p:nvSpPr>
        <p:spPr>
          <a:xfrm>
            <a:off x="9452344" y="5402023"/>
            <a:ext cx="2647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>
                <a:solidFill>
                  <a:schemeClr val="accent1">
                    <a:lumMod val="50000"/>
                  </a:schemeClr>
                </a:solidFill>
              </a:rPr>
              <a:t>GUACAMAYO</a:t>
            </a:r>
            <a:endParaRPr lang="es-CL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36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5" grpId="0"/>
      <p:bldP spid="17" grpId="0"/>
      <p:bldP spid="21" grpId="0"/>
      <p:bldP spid="24" grpId="0"/>
      <p:bldP spid="28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5400" b="1" dirty="0" smtClean="0">
                <a:solidFill>
                  <a:schemeClr val="accent6">
                    <a:lumMod val="75000"/>
                  </a:schemeClr>
                </a:solidFill>
                <a:latin typeface="Antique Olive Compact" panose="020B0904030504030204" pitchFamily="34" charset="0"/>
              </a:rPr>
              <a:t>Jugando con los colores</a:t>
            </a:r>
            <a:endParaRPr lang="es-CL" sz="5400" b="1" dirty="0">
              <a:solidFill>
                <a:schemeClr val="accent6">
                  <a:lumMod val="75000"/>
                </a:schemeClr>
              </a:solidFill>
              <a:latin typeface="Antique Olive Compact" panose="020B0904030504030204" pitchFamily="34" charset="0"/>
            </a:endParaRPr>
          </a:p>
        </p:txBody>
      </p:sp>
      <p:pic>
        <p:nvPicPr>
          <p:cNvPr id="5" name="Picture 2" descr="Cosas rojas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4" t="11090" r="21753" b="26135"/>
          <a:stretch/>
        </p:blipFill>
        <p:spPr bwMode="auto">
          <a:xfrm>
            <a:off x="10202158" y="3202195"/>
            <a:ext cx="1911927" cy="172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4" descr="Estrellas Amarillo - Gráficos vectoriales gratis en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028" y="5006542"/>
            <a:ext cx="1788959" cy="170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8" descr="Delfín Fotos, Retratos, Imágenes Y Fotografía De Archivo Libres De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158" y="1371315"/>
            <a:ext cx="1807535" cy="194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ob Esponja podría generar déficit de atención en los niñ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0" y="1354344"/>
            <a:ext cx="1840181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8" descr="Distribuidores de descuento Animales Lindos | Animales De Cosas De ...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24"/>
          <a:stretch/>
        </p:blipFill>
        <p:spPr bwMode="auto">
          <a:xfrm>
            <a:off x="223867" y="3312396"/>
            <a:ext cx="1576868" cy="169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Cosas rojas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3" r="29321" b="17481"/>
          <a:stretch/>
        </p:blipFill>
        <p:spPr bwMode="auto">
          <a:xfrm>
            <a:off x="353082" y="4969193"/>
            <a:ext cx="1318437" cy="180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ector recto de flecha 11"/>
          <p:cNvCxnSpPr/>
          <p:nvPr/>
        </p:nvCxnSpPr>
        <p:spPr>
          <a:xfrm>
            <a:off x="1534119" y="2851896"/>
            <a:ext cx="4356318" cy="12106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/>
          <p:nvPr/>
        </p:nvCxnSpPr>
        <p:spPr>
          <a:xfrm>
            <a:off x="1351918" y="4261077"/>
            <a:ext cx="4744082" cy="14887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V="1">
            <a:off x="1426046" y="2410542"/>
            <a:ext cx="4262373" cy="35755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 flipH="1">
            <a:off x="6518057" y="2475994"/>
            <a:ext cx="4176525" cy="32738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/>
          <p:nvPr/>
        </p:nvCxnSpPr>
        <p:spPr>
          <a:xfrm flipH="1" flipV="1">
            <a:off x="6741042" y="2339592"/>
            <a:ext cx="4136066" cy="18588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 flipV="1">
            <a:off x="6622449" y="3997842"/>
            <a:ext cx="4180231" cy="19676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8" name="Tabla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408074"/>
              </p:ext>
            </p:extLst>
          </p:nvPr>
        </p:nvGraphicFramePr>
        <p:xfrm>
          <a:off x="4157329" y="1546261"/>
          <a:ext cx="4508206" cy="49927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8206">
                  <a:extLst>
                    <a:ext uri="{9D8B030D-6E8A-4147-A177-3AD203B41FA5}">
                      <a16:colId xmlns:a16="http://schemas.microsoft.com/office/drawing/2014/main" val="2247068791"/>
                    </a:ext>
                  </a:extLst>
                </a:gridCol>
              </a:tblGrid>
              <a:tr h="1664254">
                <a:tc>
                  <a:txBody>
                    <a:bodyPr/>
                    <a:lstStyle/>
                    <a:p>
                      <a:pPr algn="ctr"/>
                      <a:r>
                        <a:rPr lang="es-CL" sz="5400" dirty="0" smtClean="0">
                          <a:latin typeface="Antique Olive Compact" panose="020B0904030504030204" pitchFamily="34" charset="0"/>
                        </a:rPr>
                        <a:t>ROJO</a:t>
                      </a:r>
                      <a:endParaRPr lang="es-CL" sz="5400" b="1" dirty="0" smtClean="0">
                        <a:latin typeface="Antique Olive Compact" panose="020B09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07146"/>
                  </a:ext>
                </a:extLst>
              </a:tr>
              <a:tr h="1664254">
                <a:tc>
                  <a:txBody>
                    <a:bodyPr/>
                    <a:lstStyle/>
                    <a:p>
                      <a:pPr algn="ctr"/>
                      <a:r>
                        <a:rPr lang="es-CL" sz="5400" dirty="0" smtClean="0">
                          <a:latin typeface="Antique Olive Compact" panose="020B0904030504030204" pitchFamily="34" charset="0"/>
                        </a:rPr>
                        <a:t>AMARILLO</a:t>
                      </a:r>
                      <a:endParaRPr lang="es-CL" sz="5400" b="1" dirty="0" smtClean="0">
                        <a:latin typeface="Antique Olive Compact" panose="020B09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289485"/>
                  </a:ext>
                </a:extLst>
              </a:tr>
              <a:tr h="1664254">
                <a:tc>
                  <a:txBody>
                    <a:bodyPr/>
                    <a:lstStyle/>
                    <a:p>
                      <a:pPr algn="ctr"/>
                      <a:r>
                        <a:rPr lang="es-CL" sz="5400" dirty="0" smtClean="0">
                          <a:latin typeface="Antique Olive Compact" panose="020B0904030504030204" pitchFamily="34" charset="0"/>
                        </a:rPr>
                        <a:t>AZUL</a:t>
                      </a:r>
                      <a:endParaRPr lang="es-CL" sz="5400" b="1" dirty="0" smtClean="0">
                        <a:latin typeface="Antique Olive Compact" panose="020B09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69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1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6719</TotalTime>
  <Words>32</Words>
  <Application>Microsoft Office PowerPoint</Application>
  <PresentationFormat>Panorámica</PresentationFormat>
  <Paragraphs>26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Antique Olive Compact</vt:lpstr>
      <vt:lpstr>Arial</vt:lpstr>
      <vt:lpstr>Calibri</vt:lpstr>
      <vt:lpstr>Calibri Light</vt:lpstr>
      <vt:lpstr>Snap ITC</vt:lpstr>
      <vt:lpstr>Tema de Office</vt:lpstr>
      <vt:lpstr>Presentación de PowerPoint</vt:lpstr>
      <vt:lpstr>Rojo</vt:lpstr>
      <vt:lpstr>Presentación de PowerPoint</vt:lpstr>
      <vt:lpstr>Presentación de PowerPoint</vt:lpstr>
      <vt:lpstr>Jugando con los colores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Costa</dc:creator>
  <cp:lastModifiedBy>Maria Costa</cp:lastModifiedBy>
  <cp:revision>23</cp:revision>
  <dcterms:created xsi:type="dcterms:W3CDTF">2020-04-12T03:58:15Z</dcterms:created>
  <dcterms:modified xsi:type="dcterms:W3CDTF">2020-04-16T19:57:30Z</dcterms:modified>
</cp:coreProperties>
</file>