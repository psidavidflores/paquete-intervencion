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194" y="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8494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4664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9416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27912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4322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18760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99551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2012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18046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2372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16089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12855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8" y="269064"/>
            <a:ext cx="4464496" cy="5952662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832" y="287719"/>
            <a:ext cx="4464496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756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8" y="269064"/>
            <a:ext cx="4464496" cy="5952661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832" y="287719"/>
            <a:ext cx="4464495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012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8" y="269064"/>
            <a:ext cx="4464496" cy="5952661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832" y="287719"/>
            <a:ext cx="4464495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012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8" y="269064"/>
            <a:ext cx="4464496" cy="5952661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832" y="287719"/>
            <a:ext cx="4464495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012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8" y="269064"/>
            <a:ext cx="4464496" cy="5952661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832" y="287719"/>
            <a:ext cx="4464495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012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8" y="269064"/>
            <a:ext cx="4464496" cy="5952661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832" y="287719"/>
            <a:ext cx="4464495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012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8" y="269064"/>
            <a:ext cx="4464496" cy="5952661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832" y="287719"/>
            <a:ext cx="4464495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012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8" y="269064"/>
            <a:ext cx="4464496" cy="5952661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832" y="287719"/>
            <a:ext cx="4464495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012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8" y="269064"/>
            <a:ext cx="4464496" cy="5952661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832" y="287719"/>
            <a:ext cx="4464495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012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8" y="269064"/>
            <a:ext cx="4464496" cy="5952661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832" y="287719"/>
            <a:ext cx="4464495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012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8" y="269064"/>
            <a:ext cx="4464496" cy="5952661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832" y="287719"/>
            <a:ext cx="4464495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012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8" y="269064"/>
            <a:ext cx="4464496" cy="5952661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832" y="287719"/>
            <a:ext cx="4464495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012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8" y="269064"/>
            <a:ext cx="4464496" cy="5952661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832" y="287719"/>
            <a:ext cx="4464495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012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8" y="269064"/>
            <a:ext cx="4464496" cy="5952661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832" y="287719"/>
            <a:ext cx="4464495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012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8" y="269064"/>
            <a:ext cx="4464496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0125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Presentación en pantalla (4:3)</PresentationFormat>
  <Paragraphs>0</Paragraphs>
  <Slides>15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6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Angela jiji</cp:lastModifiedBy>
  <cp:revision>2</cp:revision>
  <dcterms:created xsi:type="dcterms:W3CDTF">2018-04-18T18:42:13Z</dcterms:created>
  <dcterms:modified xsi:type="dcterms:W3CDTF">2018-04-18T19:15:57Z</dcterms:modified>
</cp:coreProperties>
</file>