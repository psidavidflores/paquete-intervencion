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101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103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269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351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320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277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332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7658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554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95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023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26772-9703-49A2-82AB-A630E05D40E0}" type="datetimeFigureOut">
              <a:rPr lang="es-CL" smtClean="0"/>
              <a:t>12-03-2019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E06D1-6713-4420-8B5A-FF514748BE7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033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22179" y="3933056"/>
            <a:ext cx="6699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Núcleo: pensamiento Matemático</a:t>
            </a:r>
            <a:endParaRPr lang="es-ES" sz="3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222179" y="1250757"/>
            <a:ext cx="6991668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2800" b="1" cap="none" spc="0" dirty="0" smtClean="0">
                <a:ln w="11430"/>
              </a:rPr>
              <a:t>Ámbito: Interacción y Comprensión del Entorno</a:t>
            </a:r>
            <a:endParaRPr lang="es-ES" sz="2800" b="1" cap="none" spc="0" dirty="0">
              <a:ln w="1143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2012272" y="2505670"/>
            <a:ext cx="54114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«Cuantificadores»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8776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AutoShape 2" descr="Resultado de imagen para bordes de colores pintret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Resultado de imagen para bordes de colores pintret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5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Llamada de nube"/>
          <p:cNvSpPr/>
          <p:nvPr/>
        </p:nvSpPr>
        <p:spPr>
          <a:xfrm>
            <a:off x="755576" y="692696"/>
            <a:ext cx="7128792" cy="2016224"/>
          </a:xfrm>
          <a:prstGeom prst="cloudCallout">
            <a:avLst>
              <a:gd name="adj1" fmla="val 18036"/>
              <a:gd name="adj2" fmla="val 64561"/>
            </a:avLst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Objetivos de aprendizaje: </a:t>
            </a:r>
          </a:p>
          <a:p>
            <a:pPr algn="ctr"/>
            <a:r>
              <a:rPr lang="es-CL" dirty="0" smtClean="0"/>
              <a:t>Emplear cuantificadores, tales como:  « más que» , « menos que», « al igual que» , al comparar cantidades de objetos en situaciones cotidianas. </a:t>
            </a:r>
            <a:endParaRPr lang="es-CL" dirty="0"/>
          </a:p>
        </p:txBody>
      </p:sp>
      <p:pic>
        <p:nvPicPr>
          <p:cNvPr id="2056" name="Picture 8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370" y="3153188"/>
            <a:ext cx="4507260" cy="286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774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Elipse"/>
          <p:cNvSpPr/>
          <p:nvPr/>
        </p:nvSpPr>
        <p:spPr>
          <a:xfrm>
            <a:off x="611560" y="1868916"/>
            <a:ext cx="3744416" cy="3232154"/>
          </a:xfrm>
          <a:prstGeom prst="ellipse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Elipse"/>
          <p:cNvSpPr/>
          <p:nvPr/>
        </p:nvSpPr>
        <p:spPr>
          <a:xfrm>
            <a:off x="4468939" y="1813190"/>
            <a:ext cx="4079204" cy="3214464"/>
          </a:xfrm>
          <a:prstGeom prst="ellipse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4338" name="Picture 2" descr="Resultado de imagen para dibujo de carame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056753"/>
            <a:ext cx="916112" cy="86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carame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840" y="2768269"/>
            <a:ext cx="916112" cy="86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dibujo de carame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97" y="2768269"/>
            <a:ext cx="916112" cy="86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dibujo de carame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656" y="3407557"/>
            <a:ext cx="916112" cy="86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dibujo de caramel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841653"/>
            <a:ext cx="916112" cy="86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Resultado de imagen para dibujo de caramel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341787"/>
            <a:ext cx="2304256" cy="213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696754" y="692696"/>
            <a:ext cx="795134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</a:t>
            </a:r>
            <a:r>
              <a:rPr lang="es-ES" sz="4400" b="1" u="sng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más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caramelos?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702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742612" y="1878935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4788024" y="1878935"/>
            <a:ext cx="3744416" cy="3374535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3314" name="Picture 2" descr="Resultado de imagen para perritos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851" y="2276872"/>
            <a:ext cx="2172567" cy="240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94"/>
          <a:stretch/>
        </p:blipFill>
        <p:spPr bwMode="auto">
          <a:xfrm>
            <a:off x="5176035" y="2722633"/>
            <a:ext cx="2968393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688931" y="692696"/>
            <a:ext cx="79669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</a:t>
            </a:r>
            <a:r>
              <a:rPr lang="es-ES" sz="4400" b="1" u="sng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menos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s-E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perrit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os?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2817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742612" y="1878935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4788024" y="1804345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483" y="2627785"/>
            <a:ext cx="1226337" cy="91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167" y="3593542"/>
            <a:ext cx="1226337" cy="91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504" y="2628775"/>
            <a:ext cx="1226337" cy="91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542" y="3684270"/>
            <a:ext cx="1226337" cy="91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194704"/>
            <a:ext cx="1226337" cy="91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10" y="3929567"/>
            <a:ext cx="1132994" cy="84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668" y="2290948"/>
            <a:ext cx="1226337" cy="91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655" y="3239022"/>
            <a:ext cx="1226337" cy="91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384" y="3056426"/>
            <a:ext cx="1132994" cy="84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15 Rectángulo"/>
          <p:cNvSpPr/>
          <p:nvPr/>
        </p:nvSpPr>
        <p:spPr>
          <a:xfrm>
            <a:off x="1236356" y="692696"/>
            <a:ext cx="687213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</a:t>
            </a:r>
            <a:r>
              <a:rPr lang="es-ES" sz="4400" b="1" u="sng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más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s-E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lápices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381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683568" y="2060848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4788024" y="2060848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266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0" r="19106"/>
          <a:stretch/>
        </p:blipFill>
        <p:spPr bwMode="auto">
          <a:xfrm>
            <a:off x="1403648" y="2564904"/>
            <a:ext cx="963636" cy="139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0" r="19106"/>
          <a:stretch/>
        </p:blipFill>
        <p:spPr bwMode="auto">
          <a:xfrm>
            <a:off x="2122241" y="3642467"/>
            <a:ext cx="963636" cy="139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0" r="19106"/>
          <a:stretch/>
        </p:blipFill>
        <p:spPr bwMode="auto">
          <a:xfrm>
            <a:off x="2987824" y="2717303"/>
            <a:ext cx="963636" cy="139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0" r="19106"/>
          <a:stretch/>
        </p:blipFill>
        <p:spPr bwMode="auto">
          <a:xfrm>
            <a:off x="6675396" y="2308949"/>
            <a:ext cx="963636" cy="139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0" r="19106"/>
          <a:stretch/>
        </p:blipFill>
        <p:spPr bwMode="auto">
          <a:xfrm>
            <a:off x="6178414" y="3705558"/>
            <a:ext cx="963636" cy="139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Rectángulo"/>
          <p:cNvSpPr/>
          <p:nvPr/>
        </p:nvSpPr>
        <p:spPr>
          <a:xfrm>
            <a:off x="899087" y="692696"/>
            <a:ext cx="754668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 </a:t>
            </a:r>
            <a:r>
              <a:rPr lang="es-ES" sz="4400" b="1" u="sng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menos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flores?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7378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683568" y="2060848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4716016" y="2038609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42" name="Picture 2" descr="Resultado de imagen para dibujo de gatit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306" y="2636054"/>
            <a:ext cx="801686" cy="100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dibujo de gatit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769" y="2453911"/>
            <a:ext cx="908958" cy="1138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dibujo de gati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306" y="3587998"/>
            <a:ext cx="926054" cy="115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gatit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727" y="2511410"/>
            <a:ext cx="898104" cy="112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dibujo de gatit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966" y="2412309"/>
            <a:ext cx="1035258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dibujo de gatit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380781"/>
            <a:ext cx="1035258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dibujo de gatit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966" y="3686231"/>
            <a:ext cx="1035258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Resultado de imagen para dibujo de gatit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639766"/>
            <a:ext cx="1035258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Resultado de imagen para dibujo de gatit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360" y="3686231"/>
            <a:ext cx="889981" cy="111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n para dibujo de gatito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121" y="3676925"/>
            <a:ext cx="872232" cy="109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16 Rectángulo"/>
          <p:cNvSpPr/>
          <p:nvPr/>
        </p:nvSpPr>
        <p:spPr>
          <a:xfrm>
            <a:off x="1170251" y="692696"/>
            <a:ext cx="700435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</a:t>
            </a:r>
            <a:r>
              <a:rPr lang="es-ES" sz="4400" b="1" u="sng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más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s-E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gatit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os?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0096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683568" y="2060848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4788024" y="2060848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832" y="4077072"/>
            <a:ext cx="868760" cy="86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856" y="2780928"/>
            <a:ext cx="1012776" cy="101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170537"/>
            <a:ext cx="1012776" cy="101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641" y="3793703"/>
            <a:ext cx="895997" cy="895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180" y="2780928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337" y="2533301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623670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219" y="2772161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645" y="3444949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397" y="4214811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642" y="4077072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919" y="3376495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3568913"/>
            <a:ext cx="796752" cy="7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19 Rectángulo"/>
          <p:cNvSpPr/>
          <p:nvPr/>
        </p:nvSpPr>
        <p:spPr>
          <a:xfrm>
            <a:off x="581081" y="692696"/>
            <a:ext cx="81826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</a:t>
            </a:r>
            <a:r>
              <a:rPr lang="es-ES" sz="4400" b="1" u="sng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menos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estrellas?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9453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65610" y="692696"/>
            <a:ext cx="741363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</a:t>
            </a:r>
            <a:r>
              <a:rPr lang="es-ES" sz="4400" b="1" u="sng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más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caballos?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7" name="6 Elipse"/>
          <p:cNvSpPr/>
          <p:nvPr/>
        </p:nvSpPr>
        <p:spPr>
          <a:xfrm>
            <a:off x="683568" y="2508951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Elipse"/>
          <p:cNvSpPr/>
          <p:nvPr/>
        </p:nvSpPr>
        <p:spPr>
          <a:xfrm>
            <a:off x="4672426" y="2508951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196" name="Picture 4" descr="Resultado de imagen para dibujo de cabal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205" y="3284984"/>
            <a:ext cx="1243555" cy="124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cabal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048057"/>
            <a:ext cx="1099539" cy="109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dibujo de cabal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184018"/>
            <a:ext cx="1243555" cy="124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sultado de imagen para dibujo de cabal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792" y="2950691"/>
            <a:ext cx="1243555" cy="124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dibujo de cabal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347" y="2976049"/>
            <a:ext cx="1148980" cy="114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Resultado de imagen para dibujo de cabal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367" y="4225786"/>
            <a:ext cx="1148980" cy="114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Resultado de imagen para dibujo de caballo 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511" y="4147596"/>
            <a:ext cx="1009596" cy="1009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092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683568" y="2060848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4788024" y="2060848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Rectángulo"/>
          <p:cNvSpPr/>
          <p:nvPr/>
        </p:nvSpPr>
        <p:spPr>
          <a:xfrm>
            <a:off x="561941" y="692696"/>
            <a:ext cx="822096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</a:t>
            </a:r>
            <a:r>
              <a:rPr lang="es-ES" sz="4400" b="1" u="sng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menos 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mochilas?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7170" name="Picture 2" descr="Resultado de imagen para dibujo de mochila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4" r="17336"/>
          <a:stretch/>
        </p:blipFill>
        <p:spPr bwMode="auto">
          <a:xfrm>
            <a:off x="1259632" y="2745440"/>
            <a:ext cx="1152128" cy="140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dibujo de mochila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0" r="18649"/>
          <a:stretch/>
        </p:blipFill>
        <p:spPr bwMode="auto">
          <a:xfrm>
            <a:off x="2555776" y="2993954"/>
            <a:ext cx="1212659" cy="150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mochila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629133"/>
            <a:ext cx="2304256" cy="180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690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7156"/>
            <a:ext cx="9143999" cy="687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683924" y="2225646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4603335" y="2213248"/>
            <a:ext cx="3744416" cy="3232154"/>
          </a:xfrm>
          <a:prstGeom prst="ellips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AutoShape 2" descr="Resultado de imagen para dibujo de pollit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4" descr="Resultado de imagen para dibujo de pollito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9" name="AutoShape 6" descr="Resultado de imagen para dibujo de pollito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0" name="AutoShape 8" descr="Resultado de imagen para dibujo de pollito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154" name="Picture 10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438890"/>
            <a:ext cx="1082640" cy="11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457" y="3129893"/>
            <a:ext cx="1082640" cy="11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08" y="3271263"/>
            <a:ext cx="1082640" cy="11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812" y="4113076"/>
            <a:ext cx="1082640" cy="11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060486"/>
            <a:ext cx="1082640" cy="11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444360"/>
            <a:ext cx="1082640" cy="11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776" y="3060486"/>
            <a:ext cx="1082640" cy="11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483" y="4065552"/>
            <a:ext cx="1082640" cy="111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18 Rectángulo"/>
          <p:cNvSpPr/>
          <p:nvPr/>
        </p:nvSpPr>
        <p:spPr>
          <a:xfrm>
            <a:off x="1058427" y="692696"/>
            <a:ext cx="722800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Dónde hay </a:t>
            </a:r>
            <a:r>
              <a:rPr lang="es-ES" sz="4400" b="1" u="sng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más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s-E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pollit</a:t>
            </a:r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os?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76886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102</Words>
  <Application>Microsoft Office PowerPoint</Application>
  <PresentationFormat>Presentación en pantalla (4:3)</PresentationFormat>
  <Paragraphs>14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2019-03-12T14:28:05Z</dcterms:created>
  <dcterms:modified xsi:type="dcterms:W3CDTF">2019-03-13T00:12:08Z</dcterms:modified>
</cp:coreProperties>
</file>