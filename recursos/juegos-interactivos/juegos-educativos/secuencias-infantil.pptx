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E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s-ES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s-E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B4FDC0C-7238-436D-9551-0A7100492298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94E8D-A70F-4CC0-A6FA-2D0BC0C4632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C68B60-9127-4FCC-908D-C6701318878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CFDA7A-F9AE-4CD6-8C36-F7FEAC31670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AFCED0-7D10-4773-94D0-3FD2F76769F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F44656-6730-4F04-BAC8-9674B5E4F13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546CA4-962F-4DE7-B31F-E89B30D4CB08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DD190F-B64E-4477-98DB-726D56DDC263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300129-6679-4A35-AC75-AAB1E2A07831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F72FBF-C4F7-4A1C-B0BD-ADA8260E8BB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1D720A-6B6C-4F58-8271-1BD31F014C6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584BF-3B5A-4F15-A7E7-20B50D43FB60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s-ES"/>
              <a:t>http://elboletinespecial.wordpress.com/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E393C79-2956-4DFE-B081-973EB56857B0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http://elboletinespecial.wordpress.com/</a:t>
            </a:r>
          </a:p>
        </p:txBody>
      </p:sp>
      <p:pic>
        <p:nvPicPr>
          <p:cNvPr id="2052" name="Picture 4" descr="secuencia niev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188" y="1125538"/>
            <a:ext cx="7913687" cy="4483100"/>
          </a:xfrm>
          <a:prstGeom prst="rect">
            <a:avLst/>
          </a:prstGeom>
          <a:noFill/>
        </p:spPr>
      </p:pic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611188" y="333375"/>
            <a:ext cx="64087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Edelfontmed" pitchFamily="2" charset="0"/>
              </a:rPr>
              <a:t>Mira atentamente las imágenes, recórtalas y pégalas ordenadas..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http://elboletinespecial.wordpress.com/</a:t>
            </a:r>
          </a:p>
        </p:txBody>
      </p:sp>
      <p:pic>
        <p:nvPicPr>
          <p:cNvPr id="3076" name="Picture 4" descr="secuencia caramel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844675"/>
            <a:ext cx="8475663" cy="3005138"/>
          </a:xfrm>
          <a:prstGeom prst="rect">
            <a:avLst/>
          </a:prstGeom>
          <a:noFill/>
        </p:spPr>
      </p:pic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611188" y="333375"/>
            <a:ext cx="64087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Edelfontmed" pitchFamily="2" charset="0"/>
              </a:rPr>
              <a:t>Mira atentamente las imágenes, recórtalas y pégalas ordenadas..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http://elboletinespecial.wordpress.com/</a:t>
            </a:r>
          </a:p>
        </p:txBody>
      </p:sp>
      <p:pic>
        <p:nvPicPr>
          <p:cNvPr id="4100" name="Picture 4" descr="secuencia play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773238"/>
            <a:ext cx="8399462" cy="3249612"/>
          </a:xfrm>
          <a:prstGeom prst="rect">
            <a:avLst/>
          </a:prstGeom>
          <a:noFill/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611188" y="333375"/>
            <a:ext cx="64087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Edelfontmed" pitchFamily="2" charset="0"/>
              </a:rPr>
              <a:t>Mira atentamente las imágenes, recórtalas y pégalas ordenadas..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http://elboletinespecial.wordpress.com/</a:t>
            </a:r>
          </a:p>
        </p:txBody>
      </p:sp>
      <p:pic>
        <p:nvPicPr>
          <p:cNvPr id="5124" name="Picture 4" descr="secuencia pájaro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388" y="1773238"/>
            <a:ext cx="8643937" cy="3508375"/>
          </a:xfrm>
          <a:prstGeom prst="rect">
            <a:avLst/>
          </a:prstGeom>
          <a:noFill/>
        </p:spPr>
      </p:pic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611188" y="333375"/>
            <a:ext cx="64087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Edelfontmed" pitchFamily="2" charset="0"/>
              </a:rPr>
              <a:t>Mira atentamente las imágenes, recórtalas y pégalas ordenadas..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http://elboletinespecial.wordpress.com/</a:t>
            </a:r>
          </a:p>
        </p:txBody>
      </p:sp>
      <p:pic>
        <p:nvPicPr>
          <p:cNvPr id="6148" name="Picture 4" descr="secuencia com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1844675"/>
            <a:ext cx="8339138" cy="3263900"/>
          </a:xfrm>
          <a:prstGeom prst="rect">
            <a:avLst/>
          </a:prstGeom>
          <a:noFill/>
        </p:spPr>
      </p:pic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611188" y="333375"/>
            <a:ext cx="64087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s-ES">
                <a:latin typeface="Edelfontmed" pitchFamily="2" charset="0"/>
              </a:rPr>
              <a:t>Mira atentamente las imágenes, recórtalas y pégalas ordenadas..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70</Words>
  <Application>Microsoft Office PowerPoint</Application>
  <PresentationFormat>Presentación en pantalla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Edelfontmed</vt:lpstr>
      <vt:lpstr>Diseño predeterminado</vt:lpstr>
      <vt:lpstr>Diapositiva 1</vt:lpstr>
      <vt:lpstr>Diapositiva 2</vt:lpstr>
      <vt:lpstr>Diapositiva 3</vt:lpstr>
      <vt:lpstr>Diapositiva 4</vt:lpstr>
      <vt:lpstr>Diapositiva 5</vt:lpstr>
    </vt:vector>
  </TitlesOfParts>
  <Company>Dark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VIAJAMUNDEANDO</dc:creator>
  <cp:lastModifiedBy>Camilo</cp:lastModifiedBy>
  <cp:revision>2</cp:revision>
  <dcterms:created xsi:type="dcterms:W3CDTF">2010-06-23T19:51:15Z</dcterms:created>
  <dcterms:modified xsi:type="dcterms:W3CDTF">2012-10-04T06:49:40Z</dcterms:modified>
</cp:coreProperties>
</file>