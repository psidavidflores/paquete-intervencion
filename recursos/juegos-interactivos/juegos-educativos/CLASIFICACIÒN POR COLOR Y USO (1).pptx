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91BE-0A4C-433F-B658-C80AFC1533FB}" type="datetimeFigureOut">
              <a:rPr lang="es-CL" smtClean="0"/>
              <a:t>11-06-2019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339B-FEAD-411F-AA6C-98D6DC20DC8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5986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91BE-0A4C-433F-B658-C80AFC1533FB}" type="datetimeFigureOut">
              <a:rPr lang="es-CL" smtClean="0"/>
              <a:t>11-06-2019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339B-FEAD-411F-AA6C-98D6DC20DC8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5611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91BE-0A4C-433F-B658-C80AFC1533FB}" type="datetimeFigureOut">
              <a:rPr lang="es-CL" smtClean="0"/>
              <a:t>11-06-2019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339B-FEAD-411F-AA6C-98D6DC20DC8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223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91BE-0A4C-433F-B658-C80AFC1533FB}" type="datetimeFigureOut">
              <a:rPr lang="es-CL" smtClean="0"/>
              <a:t>11-06-2019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339B-FEAD-411F-AA6C-98D6DC20DC8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907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91BE-0A4C-433F-B658-C80AFC1533FB}" type="datetimeFigureOut">
              <a:rPr lang="es-CL" smtClean="0"/>
              <a:t>11-06-2019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339B-FEAD-411F-AA6C-98D6DC20DC8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784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91BE-0A4C-433F-B658-C80AFC1533FB}" type="datetimeFigureOut">
              <a:rPr lang="es-CL" smtClean="0"/>
              <a:t>11-06-2019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339B-FEAD-411F-AA6C-98D6DC20DC8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739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91BE-0A4C-433F-B658-C80AFC1533FB}" type="datetimeFigureOut">
              <a:rPr lang="es-CL" smtClean="0"/>
              <a:t>11-06-2019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339B-FEAD-411F-AA6C-98D6DC20DC8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9621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91BE-0A4C-433F-B658-C80AFC1533FB}" type="datetimeFigureOut">
              <a:rPr lang="es-CL" smtClean="0"/>
              <a:t>11-06-2019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339B-FEAD-411F-AA6C-98D6DC20DC8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29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91BE-0A4C-433F-B658-C80AFC1533FB}" type="datetimeFigureOut">
              <a:rPr lang="es-CL" smtClean="0"/>
              <a:t>11-06-2019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339B-FEAD-411F-AA6C-98D6DC20DC8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8251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91BE-0A4C-433F-B658-C80AFC1533FB}" type="datetimeFigureOut">
              <a:rPr lang="es-CL" smtClean="0"/>
              <a:t>11-06-2019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339B-FEAD-411F-AA6C-98D6DC20DC8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30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91BE-0A4C-433F-B658-C80AFC1533FB}" type="datetimeFigureOut">
              <a:rPr lang="es-CL" smtClean="0"/>
              <a:t>11-06-2019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339B-FEAD-411F-AA6C-98D6DC20DC8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8289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391BE-0A4C-433F-B658-C80AFC1533FB}" type="datetimeFigureOut">
              <a:rPr lang="es-CL" smtClean="0"/>
              <a:t>11-06-2019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4339B-FEAD-411F-AA6C-98D6DC20DC8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223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jpeg"/><Relationship Id="rId7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png"/><Relationship Id="rId7" Type="http://schemas.openxmlformats.org/officeDocument/2006/relationships/image" Target="../media/image3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39.png"/><Relationship Id="rId7" Type="http://schemas.openxmlformats.org/officeDocument/2006/relationships/image" Target="../media/image4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5" Type="http://schemas.openxmlformats.org/officeDocument/2006/relationships/image" Target="../media/image18.png"/><Relationship Id="rId4" Type="http://schemas.openxmlformats.org/officeDocument/2006/relationships/image" Target="../media/image40.jpeg"/><Relationship Id="rId9" Type="http://schemas.openxmlformats.org/officeDocument/2006/relationships/image" Target="../media/image4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image" Target="../media/image45.jpeg"/><Relationship Id="rId7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e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jpeg"/><Relationship Id="rId9" Type="http://schemas.openxmlformats.org/officeDocument/2006/relationships/image" Target="../media/image5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906" y="0"/>
            <a:ext cx="9167905" cy="6858000"/>
          </a:xfrm>
          <a:prstGeom prst="rect">
            <a:avLst/>
          </a:prstGeom>
          <a:noFill/>
          <a:ln w="762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324624" y="2967335"/>
            <a:ext cx="449475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Clasificación por </a:t>
            </a:r>
          </a:p>
          <a:p>
            <a:pPr algn="ctr"/>
            <a:r>
              <a:rPr lang="es-ES" sz="4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Color y uso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0870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56"/>
            <a:ext cx="9144000" cy="685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475656" y="1340768"/>
            <a:ext cx="6212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Marca con una ( X) todos los elementos de color </a:t>
            </a:r>
            <a:r>
              <a:rPr lang="es-CL" b="1" u="sng" dirty="0" smtClean="0"/>
              <a:t>Rojo</a:t>
            </a:r>
            <a:endParaRPr lang="es-CL" b="1" u="sng" dirty="0"/>
          </a:p>
        </p:txBody>
      </p:sp>
      <p:pic>
        <p:nvPicPr>
          <p:cNvPr id="3076" name="Picture 4" descr="Resultado de imagen para dibujo de manzan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" y="1710100"/>
            <a:ext cx="2120824" cy="166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dibujo de coraz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976" y="3717032"/>
            <a:ext cx="1646117" cy="150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Resultado de imagen para dibujo de ros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774316"/>
            <a:ext cx="1351281" cy="1969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sultado de imagen para dibujo de  mes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431" y="1963523"/>
            <a:ext cx="2857499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795" y="4126907"/>
            <a:ext cx="2449273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Resultado de imagen para dibujo de fideo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244" y="4335311"/>
            <a:ext cx="2289042" cy="179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Resultado de imagen para dibujo de gorro de lana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3719685"/>
            <a:ext cx="151216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391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56"/>
            <a:ext cx="9144000" cy="685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475655" y="1208397"/>
            <a:ext cx="679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Marca con una ( X) todas las cosas que usamos en invierno.</a:t>
            </a:r>
            <a:endParaRPr lang="es-CL" b="1" u="sng" dirty="0"/>
          </a:p>
        </p:txBody>
      </p:sp>
      <p:pic>
        <p:nvPicPr>
          <p:cNvPr id="12290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21380"/>
            <a:ext cx="187220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Resultado de imagen para dibujo de gorro de lan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3" t="7510" r="15502" b="7270"/>
          <a:stretch/>
        </p:blipFill>
        <p:spPr bwMode="auto">
          <a:xfrm>
            <a:off x="6300192" y="2134013"/>
            <a:ext cx="1605451" cy="197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077072"/>
            <a:ext cx="2093088" cy="136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Imagen relacionad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24" b="26796"/>
          <a:stretch/>
        </p:blipFill>
        <p:spPr bwMode="auto">
          <a:xfrm>
            <a:off x="5907943" y="4308066"/>
            <a:ext cx="2325785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0" name="Picture 12" descr="Resultado de imagen para dibujo de bloqueador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22" r="20312"/>
          <a:stretch/>
        </p:blipFill>
        <p:spPr bwMode="auto">
          <a:xfrm>
            <a:off x="2858728" y="2127920"/>
            <a:ext cx="1285075" cy="166566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ultado de imagen para BUFANDA DIBUJO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8" t="439" r="9425" b="-439"/>
          <a:stretch/>
        </p:blipFill>
        <p:spPr bwMode="auto">
          <a:xfrm>
            <a:off x="4285104" y="2098522"/>
            <a:ext cx="2015088" cy="219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Imagen relacionada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857" y="4507794"/>
            <a:ext cx="1892287" cy="148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199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56"/>
            <a:ext cx="9144000" cy="673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475655" y="1208397"/>
            <a:ext cx="4540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Marca con una ( X) todas las frutas </a:t>
            </a:r>
            <a:endParaRPr lang="es-CL" b="1" u="sng" dirty="0"/>
          </a:p>
        </p:txBody>
      </p:sp>
      <p:pic>
        <p:nvPicPr>
          <p:cNvPr id="11266" name="Picture 2" descr="Resultado de imagen para dibujo de fruta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65934"/>
            <a:ext cx="4104455" cy="268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142" y="1577729"/>
            <a:ext cx="1930427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 descr="Resultado de imagen para dibujo de perr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1272" name="Picture 8" descr="Resultado de imagen para dibujo de perr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571" y="4700233"/>
            <a:ext cx="1439568" cy="128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 descr="Resultado de imagen para dibujo de pa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478845"/>
            <a:ext cx="1929244" cy="151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6" name="Picture 12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857" y="4507794"/>
            <a:ext cx="1892287" cy="148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8" name="Picture 14" descr="Resultado de imagen para dibujo de fideo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7" y="2907150"/>
            <a:ext cx="2289042" cy="179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739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56"/>
            <a:ext cx="9144000" cy="685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475655" y="1208397"/>
            <a:ext cx="4900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Marca con una ( X) todas los animales. </a:t>
            </a:r>
            <a:endParaRPr lang="es-CL" b="1" u="sng" dirty="0"/>
          </a:p>
        </p:txBody>
      </p:sp>
      <p:pic>
        <p:nvPicPr>
          <p:cNvPr id="10244" name="Picture 4" descr="Resultado de imagen para dibujo de perr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11"/>
          <a:stretch/>
        </p:blipFill>
        <p:spPr bwMode="auto">
          <a:xfrm>
            <a:off x="1043608" y="1700808"/>
            <a:ext cx="1512168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Resultado de imagen para dibujo de gat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5" y="3645024"/>
            <a:ext cx="1440160" cy="216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Resultado de imagen para dibujo de cas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424" y="1777735"/>
            <a:ext cx="2775302" cy="2173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dibujo cocodrilo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75" b="25656"/>
          <a:stretch/>
        </p:blipFill>
        <p:spPr bwMode="auto">
          <a:xfrm>
            <a:off x="3275857" y="4404698"/>
            <a:ext cx="2016224" cy="123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dibujo de leo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415" y="3826905"/>
            <a:ext cx="1798589" cy="1798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Resultado de imagen para dibujo de manzan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8180" y="1988840"/>
            <a:ext cx="2120824" cy="166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07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56"/>
            <a:ext cx="9144000" cy="685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13"/>
          <a:stretch/>
        </p:blipFill>
        <p:spPr bwMode="auto">
          <a:xfrm>
            <a:off x="1439653" y="1717963"/>
            <a:ext cx="6444715" cy="401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968436" y="1253012"/>
            <a:ext cx="691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Marca con una ( X) todas las imágenes que sirven para jugar </a:t>
            </a:r>
            <a:endParaRPr lang="es-CL" b="1" u="sng" dirty="0"/>
          </a:p>
        </p:txBody>
      </p:sp>
    </p:spTree>
    <p:extLst>
      <p:ext uri="{BB962C8B-B14F-4D97-AF65-F5344CB8AC3E}">
        <p14:creationId xmlns:p14="http://schemas.microsoft.com/office/powerpoint/2010/main" val="270013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56"/>
            <a:ext cx="9144000" cy="685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115616" y="1382260"/>
            <a:ext cx="7258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Marca con una ( X) toda las vestimentas  que usamos en verano. </a:t>
            </a:r>
            <a:endParaRPr lang="es-CL" b="1" u="sng" dirty="0"/>
          </a:p>
        </p:txBody>
      </p:sp>
      <p:pic>
        <p:nvPicPr>
          <p:cNvPr id="8194" name="Picture 2" descr="Resultado de imagen para dibujo de poler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82" t="2851" r="16772" b="5543"/>
          <a:stretch/>
        </p:blipFill>
        <p:spPr bwMode="auto">
          <a:xfrm>
            <a:off x="1247596" y="2121481"/>
            <a:ext cx="1512169" cy="153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dibujo de shor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367" y="3942987"/>
            <a:ext cx="1765939" cy="176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dibujo de traje de baÃ±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287" y="3942987"/>
            <a:ext cx="2103922" cy="210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Resultado de imagen para dibujo de chaqueta inviern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765" y="2890557"/>
            <a:ext cx="2179768" cy="217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Resultado de imagen para dibujo de gorro de lan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614" y="3719685"/>
            <a:ext cx="172819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Imagen relacionad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556" y="1996864"/>
            <a:ext cx="1701628" cy="127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Resultado de imagen para dibujo de bufanda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948447"/>
            <a:ext cx="1884470" cy="1771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677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56"/>
            <a:ext cx="9144000" cy="685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475655" y="1208397"/>
            <a:ext cx="6100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Marca con una ( X) todos los dibujos de color verde. </a:t>
            </a:r>
            <a:endParaRPr lang="es-CL" b="1" u="sng" dirty="0"/>
          </a:p>
        </p:txBody>
      </p:sp>
      <p:pic>
        <p:nvPicPr>
          <p:cNvPr id="7170" name="Picture 2" descr="Resultado de imagen para dibujo color amarill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2" r="23367"/>
          <a:stretch/>
        </p:blipFill>
        <p:spPr bwMode="auto">
          <a:xfrm>
            <a:off x="924138" y="1891288"/>
            <a:ext cx="1280442" cy="206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dibujo color amarill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743742"/>
            <a:ext cx="2314575" cy="197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Resultado de imagen para dibujo color amarill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186" y="3959807"/>
            <a:ext cx="1635211" cy="163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8" descr="Resultado de imagen para dibujo color verd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7178" name="Picture 10" descr="Resultado de imagen para dibujo color verd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359" y="3829033"/>
            <a:ext cx="1679475" cy="220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Resultado de imagen para dibujo color verd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65801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Resultado de imagen para dibujo color verd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914" y="3959807"/>
            <a:ext cx="2934174" cy="157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788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56"/>
            <a:ext cx="9144000" cy="685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475655" y="1208397"/>
            <a:ext cx="64945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Marca con una ( X) todas los elementos que sirven para </a:t>
            </a:r>
          </a:p>
          <a:p>
            <a:r>
              <a:rPr lang="es-CL" dirty="0"/>
              <a:t>c</a:t>
            </a:r>
            <a:r>
              <a:rPr lang="es-CL" dirty="0" smtClean="0"/>
              <a:t>uidar nuestra higiene personal.  </a:t>
            </a:r>
            <a:endParaRPr lang="es-CL" b="1" u="sng" dirty="0"/>
          </a:p>
        </p:txBody>
      </p:sp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88840"/>
            <a:ext cx="1083000" cy="1320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ultado de imagen para dibujo de cepillo de dient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100" y="3573016"/>
            <a:ext cx="1897611" cy="189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576886"/>
            <a:ext cx="1938250" cy="151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esultado de imagen para dibujo de pasta de dientes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3" t="19748" r="15271" b="14838"/>
          <a:stretch/>
        </p:blipFill>
        <p:spPr bwMode="auto">
          <a:xfrm>
            <a:off x="2918633" y="4474772"/>
            <a:ext cx="1995294" cy="151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Resultado de imagen para dibujo de pastelitos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50" r="24468"/>
          <a:stretch/>
        </p:blipFill>
        <p:spPr bwMode="auto">
          <a:xfrm>
            <a:off x="3889830" y="2092974"/>
            <a:ext cx="1364342" cy="212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Resultado de imagen para dibujo de almohada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7" t="26741" b="29145"/>
          <a:stretch/>
        </p:blipFill>
        <p:spPr bwMode="auto">
          <a:xfrm>
            <a:off x="4930438" y="5087775"/>
            <a:ext cx="2203130" cy="104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Resultado de imagen para dibujo de ardill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260" y="1956250"/>
            <a:ext cx="1870510" cy="16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160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56"/>
            <a:ext cx="9144000" cy="685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475655" y="1208397"/>
            <a:ext cx="5948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Marca con una ( X) todos objetos de color blanco. </a:t>
            </a:r>
            <a:endParaRPr lang="es-CL" b="1" u="sng" dirty="0"/>
          </a:p>
        </p:txBody>
      </p:sp>
      <p:pic>
        <p:nvPicPr>
          <p:cNvPr id="5122" name="Picture 2" descr="Resultado de imagen para dibujo de objeto color blanc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86" y="1838456"/>
            <a:ext cx="1872208" cy="152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Resultado de imagen para dibujo de objeto color blan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6" descr="Resultado de imagen para dibujo de objeto color blanc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5128" name="Picture 8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242" y="1960194"/>
            <a:ext cx="1572766" cy="184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Resultado de imagen para dibujo de mono de niev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42" r="19468"/>
          <a:stretch/>
        </p:blipFill>
        <p:spPr bwMode="auto">
          <a:xfrm>
            <a:off x="6568293" y="3357922"/>
            <a:ext cx="1589166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DIBUJO DE PAPEL HIGIÃNIC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86" y="3921468"/>
            <a:ext cx="1944216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n relacionada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2"/>
          <a:stretch/>
        </p:blipFill>
        <p:spPr bwMode="auto">
          <a:xfrm>
            <a:off x="3048834" y="1834099"/>
            <a:ext cx="1065966" cy="197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ltado de imagen para DIBUJO DE CHOCLO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527" y="3921468"/>
            <a:ext cx="1572766" cy="235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magen relacionada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93" b="19950"/>
          <a:stretch/>
        </p:blipFill>
        <p:spPr bwMode="auto">
          <a:xfrm>
            <a:off x="6031802" y="1960194"/>
            <a:ext cx="1996582" cy="1364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Resultado de imagen para DIBUJO DE ARBOL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149" y="4177664"/>
            <a:ext cx="1984280" cy="184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7431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5954</TotalTime>
  <Words>137</Words>
  <Application>Microsoft Office PowerPoint</Application>
  <PresentationFormat>Presentación en pantalla (4:3)</PresentationFormat>
  <Paragraphs>12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17</cp:revision>
  <dcterms:created xsi:type="dcterms:W3CDTF">2019-05-30T01:00:02Z</dcterms:created>
  <dcterms:modified xsi:type="dcterms:W3CDTF">2019-06-11T20:23:26Z</dcterms:modified>
</cp:coreProperties>
</file>