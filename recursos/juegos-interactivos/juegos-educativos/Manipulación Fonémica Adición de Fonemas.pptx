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3" r:id="rId4"/>
    <p:sldId id="272" r:id="rId5"/>
    <p:sldId id="271" r:id="rId6"/>
    <p:sldId id="270" r:id="rId7"/>
    <p:sldId id="269" r:id="rId8"/>
    <p:sldId id="268" r:id="rId9"/>
    <p:sldId id="267" r:id="rId10"/>
    <p:sldId id="266" r:id="rId11"/>
    <p:sldId id="264" r:id="rId12"/>
    <p:sldId id="263" r:id="rId13"/>
    <p:sldId id="262" r:id="rId14"/>
    <p:sldId id="274" r:id="rId15"/>
    <p:sldId id="261" r:id="rId16"/>
    <p:sldId id="260" r:id="rId17"/>
  </p:sldIdLst>
  <p:sldSz cx="9144000" cy="5143500" type="screen16x9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B33E4-1E8B-4311-906D-7DE0FA1B957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713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AE569-0A78-408A-B31F-AB49340BCAC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08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6A180-6F16-46C8-9675-D00CCE540EC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077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F732C-ADE3-4270-BE8B-FEC85855B56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74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74FE7-9C20-4EE3-B0F9-2C533C2D54A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4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07FA5-7406-42D2-84FA-47FE63AA0D2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18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10320-7DFC-4146-AE3E-F21833D1E36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434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54754-0DBC-42C7-8DED-D2AD6818432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231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87A41-D2C0-46CB-B3C1-45C2BA5BE06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979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3547B-C164-46D8-B791-97D24C24050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56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59CAB-5CF3-47DF-8508-CAA7687CC8B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614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L" smtClean="0"/>
              <a:t>Haga clic para modificar el estilo de texto del patrón</a:t>
            </a:r>
          </a:p>
          <a:p>
            <a:pPr lvl="1"/>
            <a:r>
              <a:rPr lang="es-ES" altLang="es-CL" smtClean="0"/>
              <a:t>Segundo nivel</a:t>
            </a:r>
          </a:p>
          <a:p>
            <a:pPr lvl="2"/>
            <a:r>
              <a:rPr lang="es-ES" altLang="es-CL" smtClean="0"/>
              <a:t>Tercer nivel</a:t>
            </a:r>
          </a:p>
          <a:p>
            <a:pPr lvl="3"/>
            <a:r>
              <a:rPr lang="es-ES" altLang="es-CL" smtClean="0"/>
              <a:t>Cuarto nivel</a:t>
            </a:r>
          </a:p>
          <a:p>
            <a:pPr lvl="4"/>
            <a:r>
              <a:rPr lang="es-ES" altLang="es-CL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EEB6A906-4AD2-48A1-834C-8DC5BBEA0E4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303499"/>
            <a:ext cx="7772400" cy="1588406"/>
          </a:xfrm>
        </p:spPr>
        <p:txBody>
          <a:bodyPr/>
          <a:lstStyle/>
          <a:p>
            <a:pPr eaLnBrk="1" hangingPunct="1"/>
            <a:r>
              <a:rPr lang="es-ES" altLang="es-CL" sz="6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MANIPULACIÓN FONÉMICA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3203848" y="2085697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Adición de Fonemas</a:t>
            </a:r>
            <a:endParaRPr lang="es-CL" sz="3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>
            <a:extLst>
              <a:ext uri="{FF2B5EF4-FFF2-40B4-BE49-F238E27FC236}">
                <a16:creationId xmlns="" xmlns:a16="http://schemas.microsoft.com/office/drawing/2014/main" id="{B1E629E3-60C9-4A5C-9635-618E3561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9" y="1538639"/>
            <a:ext cx="2664295" cy="206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L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4" descr="https://cockatielsaspets.com/wp-content/uploads/2010/09/LifetimeStock-20952-L.png">
            <a:extLst>
              <a:ext uri="{FF2B5EF4-FFF2-40B4-BE49-F238E27FC236}">
                <a16:creationId xmlns="" xmlns:a16="http://schemas.microsoft.com/office/drawing/2014/main" id="{9FA0A472-B841-4FBE-BF80-6D58AB322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9" b="4005"/>
          <a:stretch/>
        </p:blipFill>
        <p:spPr bwMode="auto">
          <a:xfrm flipH="1">
            <a:off x="1192982" y="345186"/>
            <a:ext cx="6902053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C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6" name="Picture 2" descr="Resultado de imagen para ola de ma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97" y="1354820"/>
            <a:ext cx="3240360" cy="243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cola de caballo anim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8" t="12550" b="10497"/>
          <a:stretch/>
        </p:blipFill>
        <p:spPr bwMode="auto">
          <a:xfrm>
            <a:off x="2029661" y="41090"/>
            <a:ext cx="5746696" cy="37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B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050" name="Picture 2" descr="Resultado de imagen para arco y flech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4" t="4760" r="6822" b="6157"/>
          <a:stretch/>
        </p:blipFill>
        <p:spPr bwMode="auto">
          <a:xfrm>
            <a:off x="4644008" y="975189"/>
            <a:ext cx="2630938" cy="271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2" b="3635"/>
          <a:stretch/>
        </p:blipFill>
        <p:spPr bwMode="auto">
          <a:xfrm>
            <a:off x="1762147" y="0"/>
            <a:ext cx="5512799" cy="369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203848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074" name="Picture 2" descr="Resultado de imagen para ala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11577" r="17934" b="21902"/>
          <a:stretch/>
        </p:blipFill>
        <p:spPr bwMode="auto">
          <a:xfrm>
            <a:off x="4355977" y="1461550"/>
            <a:ext cx="3224656" cy="223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pal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0" t="4608" r="7635" b="6806"/>
          <a:stretch/>
        </p:blipFill>
        <p:spPr bwMode="auto">
          <a:xfrm>
            <a:off x="2042185" y="0"/>
            <a:ext cx="5565950" cy="385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F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275856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098" name="Picture 2" descr="Resultado de imagen para aro de per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0" t="23023" r="5312" b="32943"/>
          <a:stretch/>
        </p:blipFill>
        <p:spPr bwMode="auto">
          <a:xfrm>
            <a:off x="4355977" y="1669955"/>
            <a:ext cx="3312368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far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" b="9149"/>
          <a:stretch/>
        </p:blipFill>
        <p:spPr bwMode="auto">
          <a:xfrm>
            <a:off x="1942627" y="0"/>
            <a:ext cx="576147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R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2" name="Picture 2" descr="Resultado de imagen para oj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8" t="5769" r="15285" b="15065"/>
          <a:stretch/>
        </p:blipFill>
        <p:spPr bwMode="auto">
          <a:xfrm>
            <a:off x="4572000" y="1572497"/>
            <a:ext cx="3168352" cy="199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00" b="90200" l="4400" r="946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53" t="9453" r="5128" b="22934"/>
          <a:stretch/>
        </p:blipFill>
        <p:spPr bwMode="auto">
          <a:xfrm>
            <a:off x="1854216" y="244495"/>
            <a:ext cx="6102160" cy="489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366067" y="1784558"/>
            <a:ext cx="2088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96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LL</a:t>
            </a:r>
            <a:endParaRPr lang="es-CL" sz="9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54299" y="2101336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146" name="Picture 2" descr="Resultado de imagen para av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14767" r="17358" b="3685"/>
          <a:stretch/>
        </p:blipFill>
        <p:spPr bwMode="auto">
          <a:xfrm flipH="1">
            <a:off x="4644008" y="1707654"/>
            <a:ext cx="2270341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llav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891" y="1343024"/>
            <a:ext cx="5474089" cy="24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B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70" name="Picture 2" descr="Resultado de imagen para ola de ma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309955"/>
            <a:ext cx="336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F98B8D81-2ED8-44FF-987F-FDBF056F96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rcRect l="25005" t="3666" r="25767"/>
          <a:stretch/>
        </p:blipFill>
        <p:spPr>
          <a:xfrm>
            <a:off x="2488994" y="409955"/>
            <a:ext cx="4205007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275856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="" xmlns:a16="http://schemas.microsoft.com/office/drawing/2014/main" id="{77E09871-DFAA-469A-8A2F-B61B4B442F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167" b="73333" l="6667" r="87167"/>
                    </a14:imgEffect>
                  </a14:imgLayer>
                </a14:imgProps>
              </a:ext>
            </a:extLst>
          </a:blip>
          <a:srcRect l="11177" t="22817" r="15141" b="29986"/>
          <a:stretch/>
        </p:blipFill>
        <p:spPr>
          <a:xfrm>
            <a:off x="4355976" y="1713340"/>
            <a:ext cx="3091224" cy="1980000"/>
          </a:xfrm>
          <a:prstGeom prst="rect">
            <a:avLst/>
          </a:prstGeom>
        </p:spPr>
      </p:pic>
      <p:pic>
        <p:nvPicPr>
          <p:cNvPr id="7" name="Picture 6" descr="Resultado de imagen para MONTÓN DE MONEDAS CHILEN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059582"/>
            <a:ext cx="5362851" cy="2746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>
            <a:extLst>
              <a:ext uri="{FF2B5EF4-FFF2-40B4-BE49-F238E27FC236}">
                <a16:creationId xmlns="" xmlns:a16="http://schemas.microsoft.com/office/drawing/2014/main" id="{B1E629E3-60C9-4A5C-9635-618E3561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9" y="1538639"/>
            <a:ext cx="2664295" cy="206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T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194" name="Picture 2" descr="Resultado de imagen para toro anim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9976" b="4780"/>
          <a:stretch/>
        </p:blipFill>
        <p:spPr bwMode="auto">
          <a:xfrm>
            <a:off x="1691680" y="0"/>
            <a:ext cx="6085352" cy="386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691680" y="1446571"/>
            <a:ext cx="14401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M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218" name="Picture 2" descr="Resultado de imagen para arco de futbo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9" t="18958" r="4207" b="13682"/>
          <a:stretch/>
        </p:blipFill>
        <p:spPr bwMode="auto">
          <a:xfrm>
            <a:off x="4623955" y="1239289"/>
            <a:ext cx="3293918" cy="245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marco de fo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5" y="339502"/>
            <a:ext cx="6082177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C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42" name="Picture 2" descr="Resultado de imagen para arp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595" y="1153044"/>
            <a:ext cx="1800200" cy="265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Resultado de imagen para carp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778" b="88444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849" b="11939"/>
          <a:stretch/>
        </p:blipFill>
        <p:spPr bwMode="auto">
          <a:xfrm>
            <a:off x="1730065" y="393718"/>
            <a:ext cx="5163079" cy="37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266" name="Picture 2" descr="Resultado de imagen para os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0" t="6396" r="17643"/>
          <a:stretch/>
        </p:blipFill>
        <p:spPr bwMode="auto">
          <a:xfrm>
            <a:off x="4499987" y="1636961"/>
            <a:ext cx="2658322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Resultado de imagen para poz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6" b="3754"/>
          <a:stretch/>
        </p:blipFill>
        <p:spPr bwMode="auto">
          <a:xfrm>
            <a:off x="2051720" y="0"/>
            <a:ext cx="5106589" cy="519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74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835696" y="1446571"/>
            <a:ext cx="12961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0" dirty="0">
                <a:solidFill>
                  <a:srgbClr val="FFFF00"/>
                </a:solidFill>
                <a:latin typeface="Arial Black" panose="020B0A04020102020204" pitchFamily="34" charset="0"/>
              </a:rPr>
              <a:t>G</a:t>
            </a:r>
            <a:endParaRPr lang="es-CL" sz="1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4 Más"/>
          <p:cNvSpPr/>
          <p:nvPr/>
        </p:nvSpPr>
        <p:spPr>
          <a:xfrm>
            <a:off x="3419872" y="2283718"/>
            <a:ext cx="936104" cy="936104"/>
          </a:xfrm>
          <a:prstGeom prst="mathPl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290" name="Picture 2" descr="Resultado de imagen para lob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8" t="8039" r="21542" b="3726"/>
          <a:stretch/>
        </p:blipFill>
        <p:spPr bwMode="auto">
          <a:xfrm>
            <a:off x="4499991" y="993340"/>
            <a:ext cx="2052001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globo ros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50" b="97750" l="16500" r="82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63" t="3556" r="18030" b="2637"/>
          <a:stretch/>
        </p:blipFill>
        <p:spPr bwMode="auto">
          <a:xfrm>
            <a:off x="2483768" y="0"/>
            <a:ext cx="36676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630885" y="1203598"/>
            <a:ext cx="792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¡FELICITACIONES!</a:t>
            </a:r>
            <a:endParaRPr lang="es-CL" sz="6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1691680" y="2427734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Lo haz hecho muy bien</a:t>
            </a:r>
            <a:endParaRPr lang="es-CL" sz="32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1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2445</TotalTime>
  <Words>27</Words>
  <Application>Microsoft Office PowerPoint</Application>
  <PresentationFormat>Presentación en pantalla (16:9)</PresentationFormat>
  <Paragraphs>18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Diseño predeterminado</vt:lpstr>
      <vt:lpstr>MANIPULACIÓN FONÉMICA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Siracusa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Mariluz Vergara</dc:creator>
  <cp:lastModifiedBy>Mariluz Vergara Arce</cp:lastModifiedBy>
  <cp:revision>38</cp:revision>
  <dcterms:created xsi:type="dcterms:W3CDTF">2009-03-26T20:51:52Z</dcterms:created>
  <dcterms:modified xsi:type="dcterms:W3CDTF">2019-10-07T06:43:45Z</dcterms:modified>
</cp:coreProperties>
</file>