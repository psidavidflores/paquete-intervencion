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4" r:id="rId2"/>
    <p:sldId id="285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5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6" autoAdjust="0"/>
    <p:restoredTop sz="94624" autoAdjust="0"/>
  </p:normalViewPr>
  <p:slideViewPr>
    <p:cSldViewPr>
      <p:cViewPr varScale="1">
        <p:scale>
          <a:sx n="58" d="100"/>
          <a:sy n="58" d="100"/>
        </p:scale>
        <p:origin x="-125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3DA417A0-A699-44E7-86DC-68DC16F510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9CA34640-2CFC-4505-BC88-2CEEC66002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fld id="{EAA1D3A2-3104-42EF-9B86-F398AFA0261B}" type="datetimeFigureOut">
              <a:rPr lang="es-ES"/>
              <a:pPr>
                <a:defRPr/>
              </a:pPr>
              <a:t>25/05/2020</a:t>
            </a:fld>
            <a:endParaRPr lang="es-ES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3744D458-8E2A-4693-8203-7E4E3E7B8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565D2B09-99BC-4C75-A253-A18451B4E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8DCEDE9E-0AF5-4764-B2D2-10CBB7AC6B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Times New Roman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A443EC48-A1C1-4468-A781-8ABBE44BE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D4BFD69-1B84-475A-8DFF-11C0F390F29F}" type="slidenum">
              <a:rPr lang="es-ES" altLang="he-IL"/>
              <a:pPr/>
              <a:t>‹Nº›</a:t>
            </a:fld>
            <a:endParaRPr lang="es-ES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1 Marcador de imagen de diapositiva">
            <a:extLst>
              <a:ext uri="{FF2B5EF4-FFF2-40B4-BE49-F238E27FC236}">
                <a16:creationId xmlns:a16="http://schemas.microsoft.com/office/drawing/2014/main" id="{32163DDE-2426-4232-98D2-DF45053C21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2 Marcador de notas">
            <a:extLst>
              <a:ext uri="{FF2B5EF4-FFF2-40B4-BE49-F238E27FC236}">
                <a16:creationId xmlns:a16="http://schemas.microsoft.com/office/drawing/2014/main" id="{D50ACA0F-16D0-412A-8B80-F836FC61AA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1748" name="3 Marcador de número de diapositiva">
            <a:extLst>
              <a:ext uri="{FF2B5EF4-FFF2-40B4-BE49-F238E27FC236}">
                <a16:creationId xmlns:a16="http://schemas.microsoft.com/office/drawing/2014/main" id="{158C5CC0-CFAC-462D-9E57-15A266528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E5A264E-63DC-4763-94D2-33E249C1A212}" type="slidenum">
              <a:rPr lang="es-ES" altLang="he-IL" sz="1200"/>
              <a:pPr eaLnBrk="1" hangingPunct="1"/>
              <a:t>1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1 Marcador de imagen de diapositiva">
            <a:extLst>
              <a:ext uri="{FF2B5EF4-FFF2-40B4-BE49-F238E27FC236}">
                <a16:creationId xmlns:a16="http://schemas.microsoft.com/office/drawing/2014/main" id="{8C97C880-47EB-44B9-B621-FC0F714A09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2 Marcador de notas">
            <a:extLst>
              <a:ext uri="{FF2B5EF4-FFF2-40B4-BE49-F238E27FC236}">
                <a16:creationId xmlns:a16="http://schemas.microsoft.com/office/drawing/2014/main" id="{864183B3-B67D-4881-AC5E-EDC84303AC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2772" name="3 Marcador de número de diapositiva">
            <a:extLst>
              <a:ext uri="{FF2B5EF4-FFF2-40B4-BE49-F238E27FC236}">
                <a16:creationId xmlns:a16="http://schemas.microsoft.com/office/drawing/2014/main" id="{A6E6B506-CA99-41E9-8F08-6342A83FE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A243C2C-3AD8-4C89-ABB3-4C1EC803DC36}" type="slidenum">
              <a:rPr lang="es-ES" altLang="he-IL" sz="1200"/>
              <a:pPr eaLnBrk="1" hangingPunct="1"/>
              <a:t>2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1 Marcador de imagen de diapositiva">
            <a:extLst>
              <a:ext uri="{FF2B5EF4-FFF2-40B4-BE49-F238E27FC236}">
                <a16:creationId xmlns:a16="http://schemas.microsoft.com/office/drawing/2014/main" id="{326DA2A4-86BB-45A5-90D8-E0476A7A07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2 Marcador de notas">
            <a:extLst>
              <a:ext uri="{FF2B5EF4-FFF2-40B4-BE49-F238E27FC236}">
                <a16:creationId xmlns:a16="http://schemas.microsoft.com/office/drawing/2014/main" id="{1F597411-C3E1-4B3B-A909-3FD901DFB5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3796" name="3 Marcador de número de diapositiva">
            <a:extLst>
              <a:ext uri="{FF2B5EF4-FFF2-40B4-BE49-F238E27FC236}">
                <a16:creationId xmlns:a16="http://schemas.microsoft.com/office/drawing/2014/main" id="{92B4BC64-E87B-4032-9F8E-4876A0D09F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E7E949B-7E61-4FA8-8653-0F5B28C26A1B}" type="slidenum">
              <a:rPr lang="es-ES" altLang="he-IL" sz="1200"/>
              <a:pPr eaLnBrk="1" hangingPunct="1"/>
              <a:t>3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1 Marcador de imagen de diapositiva">
            <a:extLst>
              <a:ext uri="{FF2B5EF4-FFF2-40B4-BE49-F238E27FC236}">
                <a16:creationId xmlns:a16="http://schemas.microsoft.com/office/drawing/2014/main" id="{B748D019-DCEE-4EA6-BCB2-A93237E428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2 Marcador de notas">
            <a:extLst>
              <a:ext uri="{FF2B5EF4-FFF2-40B4-BE49-F238E27FC236}">
                <a16:creationId xmlns:a16="http://schemas.microsoft.com/office/drawing/2014/main" id="{34CBBDEA-D951-4DBE-BF82-7B234C1D37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4820" name="3 Marcador de número de diapositiva">
            <a:extLst>
              <a:ext uri="{FF2B5EF4-FFF2-40B4-BE49-F238E27FC236}">
                <a16:creationId xmlns:a16="http://schemas.microsoft.com/office/drawing/2014/main" id="{9ED553B8-4648-49FD-A063-81CFC4E86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191E5B8-3D42-444C-A20C-3D9BE1793079}" type="slidenum">
              <a:rPr lang="es-ES" altLang="he-IL" sz="1200"/>
              <a:pPr eaLnBrk="1" hangingPunct="1"/>
              <a:t>4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1 Marcador de imagen de diapositiva">
            <a:extLst>
              <a:ext uri="{FF2B5EF4-FFF2-40B4-BE49-F238E27FC236}">
                <a16:creationId xmlns:a16="http://schemas.microsoft.com/office/drawing/2014/main" id="{BA5F0259-58ED-4329-8748-F57C891BDCE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2 Marcador de notas">
            <a:extLst>
              <a:ext uri="{FF2B5EF4-FFF2-40B4-BE49-F238E27FC236}">
                <a16:creationId xmlns:a16="http://schemas.microsoft.com/office/drawing/2014/main" id="{25008689-E433-4A8F-8BEF-0982BD7D53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5844" name="3 Marcador de número de diapositiva">
            <a:extLst>
              <a:ext uri="{FF2B5EF4-FFF2-40B4-BE49-F238E27FC236}">
                <a16:creationId xmlns:a16="http://schemas.microsoft.com/office/drawing/2014/main" id="{3EE75534-65A0-4624-B587-9EC03B452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5453194-2AAA-4BF0-B3A0-DFD5B956C34A}" type="slidenum">
              <a:rPr lang="es-ES" altLang="he-IL" sz="1200"/>
              <a:pPr eaLnBrk="1" hangingPunct="1"/>
              <a:t>5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1 Marcador de imagen de diapositiva">
            <a:extLst>
              <a:ext uri="{FF2B5EF4-FFF2-40B4-BE49-F238E27FC236}">
                <a16:creationId xmlns:a16="http://schemas.microsoft.com/office/drawing/2014/main" id="{2B987A18-951A-4839-ABA2-259DF6B440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2 Marcador de notas">
            <a:extLst>
              <a:ext uri="{FF2B5EF4-FFF2-40B4-BE49-F238E27FC236}">
                <a16:creationId xmlns:a16="http://schemas.microsoft.com/office/drawing/2014/main" id="{5083873C-0E96-4351-8D69-66384AE04F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6868" name="3 Marcador de número de diapositiva">
            <a:extLst>
              <a:ext uri="{FF2B5EF4-FFF2-40B4-BE49-F238E27FC236}">
                <a16:creationId xmlns:a16="http://schemas.microsoft.com/office/drawing/2014/main" id="{C0F63FA3-A6B3-4ADE-B69A-5D64E98DC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B4A1A78-5BCA-4B75-9C9F-BA26E8A2AE9C}" type="slidenum">
              <a:rPr lang="es-ES" altLang="he-IL" sz="1200"/>
              <a:pPr eaLnBrk="1" hangingPunct="1"/>
              <a:t>6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1 Marcador de imagen de diapositiva">
            <a:extLst>
              <a:ext uri="{FF2B5EF4-FFF2-40B4-BE49-F238E27FC236}">
                <a16:creationId xmlns:a16="http://schemas.microsoft.com/office/drawing/2014/main" id="{3A4C4191-B8EE-4854-8E06-E8A89905D4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2 Marcador de notas">
            <a:extLst>
              <a:ext uri="{FF2B5EF4-FFF2-40B4-BE49-F238E27FC236}">
                <a16:creationId xmlns:a16="http://schemas.microsoft.com/office/drawing/2014/main" id="{16DE9128-64A2-4916-A98F-71EF5DA138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7892" name="3 Marcador de número de diapositiva">
            <a:extLst>
              <a:ext uri="{FF2B5EF4-FFF2-40B4-BE49-F238E27FC236}">
                <a16:creationId xmlns:a16="http://schemas.microsoft.com/office/drawing/2014/main" id="{C4A0E8EC-3BD8-42B5-9171-DF6224BA3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5A6C0CB-21E8-40E8-9E46-86DAF582057A}" type="slidenum">
              <a:rPr lang="es-ES" altLang="he-IL" sz="1200"/>
              <a:pPr eaLnBrk="1" hangingPunct="1"/>
              <a:t>7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1 Marcador de imagen de diapositiva">
            <a:extLst>
              <a:ext uri="{FF2B5EF4-FFF2-40B4-BE49-F238E27FC236}">
                <a16:creationId xmlns:a16="http://schemas.microsoft.com/office/drawing/2014/main" id="{0F502D43-8E55-447A-A19D-A917320C33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2 Marcador de notas">
            <a:extLst>
              <a:ext uri="{FF2B5EF4-FFF2-40B4-BE49-F238E27FC236}">
                <a16:creationId xmlns:a16="http://schemas.microsoft.com/office/drawing/2014/main" id="{1FF8A833-E59E-491C-A3AE-CCBE2C67F9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8916" name="3 Marcador de número de diapositiva">
            <a:extLst>
              <a:ext uri="{FF2B5EF4-FFF2-40B4-BE49-F238E27FC236}">
                <a16:creationId xmlns:a16="http://schemas.microsoft.com/office/drawing/2014/main" id="{B19E75E3-F7E8-45B3-A29A-48D8CA218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E1087AF-9F17-49C2-B071-335E7610AC9F}" type="slidenum">
              <a:rPr lang="es-ES" altLang="he-IL" sz="1200"/>
              <a:pPr eaLnBrk="1" hangingPunct="1"/>
              <a:t>8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1 Marcador de imagen de diapositiva">
            <a:extLst>
              <a:ext uri="{FF2B5EF4-FFF2-40B4-BE49-F238E27FC236}">
                <a16:creationId xmlns:a16="http://schemas.microsoft.com/office/drawing/2014/main" id="{C3AD99E2-91FD-4368-B3C9-04D76D5385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2 Marcador de notas">
            <a:extLst>
              <a:ext uri="{FF2B5EF4-FFF2-40B4-BE49-F238E27FC236}">
                <a16:creationId xmlns:a16="http://schemas.microsoft.com/office/drawing/2014/main" id="{F7F70FB2-8523-42AD-82D3-4C5846DC4C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39940" name="3 Marcador de número de diapositiva">
            <a:extLst>
              <a:ext uri="{FF2B5EF4-FFF2-40B4-BE49-F238E27FC236}">
                <a16:creationId xmlns:a16="http://schemas.microsoft.com/office/drawing/2014/main" id="{BBB4C5CB-5CA4-4E8F-A8F4-1EB2814CE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8771B52-499D-433F-9754-BAA28A9EFE0B}" type="slidenum">
              <a:rPr lang="es-ES" altLang="he-IL" sz="1200"/>
              <a:pPr eaLnBrk="1" hangingPunct="1"/>
              <a:t>9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1 Marcador de imagen de diapositiva">
            <a:extLst>
              <a:ext uri="{FF2B5EF4-FFF2-40B4-BE49-F238E27FC236}">
                <a16:creationId xmlns:a16="http://schemas.microsoft.com/office/drawing/2014/main" id="{5C3B1CF3-4E7F-464B-9F9A-5FBD33626E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2 Marcador de notas">
            <a:extLst>
              <a:ext uri="{FF2B5EF4-FFF2-40B4-BE49-F238E27FC236}">
                <a16:creationId xmlns:a16="http://schemas.microsoft.com/office/drawing/2014/main" id="{A9FFE2D6-164D-4065-915F-1E646965B1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0964" name="3 Marcador de número de diapositiva">
            <a:extLst>
              <a:ext uri="{FF2B5EF4-FFF2-40B4-BE49-F238E27FC236}">
                <a16:creationId xmlns:a16="http://schemas.microsoft.com/office/drawing/2014/main" id="{0E1E8284-03D8-4884-9BEB-4FAEE7F2D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BFE4F5D-4DEE-40B2-B1C8-D440BA4BEC01}" type="slidenum">
              <a:rPr lang="es-ES" altLang="he-IL" sz="1200"/>
              <a:pPr eaLnBrk="1" hangingPunct="1"/>
              <a:t>10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1 Marcador de imagen de diapositiva">
            <a:extLst>
              <a:ext uri="{FF2B5EF4-FFF2-40B4-BE49-F238E27FC236}">
                <a16:creationId xmlns:a16="http://schemas.microsoft.com/office/drawing/2014/main" id="{DBC92AC4-1193-473E-B9A8-4089B326DE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2 Marcador de notas">
            <a:extLst>
              <a:ext uri="{FF2B5EF4-FFF2-40B4-BE49-F238E27FC236}">
                <a16:creationId xmlns:a16="http://schemas.microsoft.com/office/drawing/2014/main" id="{1C7F72D7-1869-4D92-A065-87C30EF3EF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1988" name="3 Marcador de número de diapositiva">
            <a:extLst>
              <a:ext uri="{FF2B5EF4-FFF2-40B4-BE49-F238E27FC236}">
                <a16:creationId xmlns:a16="http://schemas.microsoft.com/office/drawing/2014/main" id="{760CCEBF-5C7D-48A9-8A51-E368CC7BC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53B6BDE-DA59-4E92-88AB-F44E9D7B6E2A}" type="slidenum">
              <a:rPr lang="es-ES" altLang="he-IL" sz="1200"/>
              <a:pPr eaLnBrk="1" hangingPunct="1"/>
              <a:t>11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1 Marcador de imagen de diapositiva">
            <a:extLst>
              <a:ext uri="{FF2B5EF4-FFF2-40B4-BE49-F238E27FC236}">
                <a16:creationId xmlns:a16="http://schemas.microsoft.com/office/drawing/2014/main" id="{C391B409-163A-4C27-BE91-2CCD1AE8CD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2 Marcador de notas">
            <a:extLst>
              <a:ext uri="{FF2B5EF4-FFF2-40B4-BE49-F238E27FC236}">
                <a16:creationId xmlns:a16="http://schemas.microsoft.com/office/drawing/2014/main" id="{E9BC11B1-AD4C-4A48-99F5-11C909B71F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3012" name="3 Marcador de número de diapositiva">
            <a:extLst>
              <a:ext uri="{FF2B5EF4-FFF2-40B4-BE49-F238E27FC236}">
                <a16:creationId xmlns:a16="http://schemas.microsoft.com/office/drawing/2014/main" id="{6757497E-CC8F-488D-9983-5F430C6F2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3E6D60C-3D4A-4AC7-81A3-DFDDB741141E}" type="slidenum">
              <a:rPr lang="es-ES" altLang="he-IL" sz="1200"/>
              <a:pPr eaLnBrk="1" hangingPunct="1"/>
              <a:t>12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1 Marcador de imagen de diapositiva">
            <a:extLst>
              <a:ext uri="{FF2B5EF4-FFF2-40B4-BE49-F238E27FC236}">
                <a16:creationId xmlns:a16="http://schemas.microsoft.com/office/drawing/2014/main" id="{56B6E1D9-1BB7-40D1-B5A6-08C0B53CF8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2 Marcador de notas">
            <a:extLst>
              <a:ext uri="{FF2B5EF4-FFF2-40B4-BE49-F238E27FC236}">
                <a16:creationId xmlns:a16="http://schemas.microsoft.com/office/drawing/2014/main" id="{24E6B1F3-17B8-451B-80BB-1C4B830B0E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4036" name="3 Marcador de número de diapositiva">
            <a:extLst>
              <a:ext uri="{FF2B5EF4-FFF2-40B4-BE49-F238E27FC236}">
                <a16:creationId xmlns:a16="http://schemas.microsoft.com/office/drawing/2014/main" id="{FF2BDDAB-98D3-488F-B467-4FA760B71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352D60D-9D04-49D6-969E-C716DF029132}" type="slidenum">
              <a:rPr lang="es-ES" altLang="he-IL" sz="1200"/>
              <a:pPr eaLnBrk="1" hangingPunct="1"/>
              <a:t>13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1 Marcador de imagen de diapositiva">
            <a:extLst>
              <a:ext uri="{FF2B5EF4-FFF2-40B4-BE49-F238E27FC236}">
                <a16:creationId xmlns:a16="http://schemas.microsoft.com/office/drawing/2014/main" id="{2F0DA7C2-2E17-41BE-B409-427F42574C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2 Marcador de notas">
            <a:extLst>
              <a:ext uri="{FF2B5EF4-FFF2-40B4-BE49-F238E27FC236}">
                <a16:creationId xmlns:a16="http://schemas.microsoft.com/office/drawing/2014/main" id="{5455D55A-4814-4FFD-9CEE-BD71C3AC2F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5060" name="3 Marcador de número de diapositiva">
            <a:extLst>
              <a:ext uri="{FF2B5EF4-FFF2-40B4-BE49-F238E27FC236}">
                <a16:creationId xmlns:a16="http://schemas.microsoft.com/office/drawing/2014/main" id="{09CF2881-D914-4248-AA63-93EB5E20CD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6CE0228-0148-4C14-B00A-3DB720167CFA}" type="slidenum">
              <a:rPr lang="es-ES" altLang="he-IL" sz="1200"/>
              <a:pPr eaLnBrk="1" hangingPunct="1"/>
              <a:t>14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1 Marcador de imagen de diapositiva">
            <a:extLst>
              <a:ext uri="{FF2B5EF4-FFF2-40B4-BE49-F238E27FC236}">
                <a16:creationId xmlns:a16="http://schemas.microsoft.com/office/drawing/2014/main" id="{B6EF4D60-15B0-4054-9D15-CD6D1C25CA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2 Marcador de notas">
            <a:extLst>
              <a:ext uri="{FF2B5EF4-FFF2-40B4-BE49-F238E27FC236}">
                <a16:creationId xmlns:a16="http://schemas.microsoft.com/office/drawing/2014/main" id="{422AF154-61BB-4A1C-8E0C-9D4638F0D2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6084" name="3 Marcador de número de diapositiva">
            <a:extLst>
              <a:ext uri="{FF2B5EF4-FFF2-40B4-BE49-F238E27FC236}">
                <a16:creationId xmlns:a16="http://schemas.microsoft.com/office/drawing/2014/main" id="{35BC46D3-EE9F-42A9-9F89-6B0D1FD4C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3C32340-ADC5-414B-B978-F515A605179B}" type="slidenum">
              <a:rPr lang="es-ES" altLang="he-IL" sz="1200"/>
              <a:pPr eaLnBrk="1" hangingPunct="1"/>
              <a:t>15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1 Marcador de imagen de diapositiva">
            <a:extLst>
              <a:ext uri="{FF2B5EF4-FFF2-40B4-BE49-F238E27FC236}">
                <a16:creationId xmlns:a16="http://schemas.microsoft.com/office/drawing/2014/main" id="{214C8174-8F2C-445A-A86A-797D02B6C2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2 Marcador de notas">
            <a:extLst>
              <a:ext uri="{FF2B5EF4-FFF2-40B4-BE49-F238E27FC236}">
                <a16:creationId xmlns:a16="http://schemas.microsoft.com/office/drawing/2014/main" id="{E7AF64CD-176E-4671-A207-4DE5DDB7F2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7108" name="3 Marcador de número de diapositiva">
            <a:extLst>
              <a:ext uri="{FF2B5EF4-FFF2-40B4-BE49-F238E27FC236}">
                <a16:creationId xmlns:a16="http://schemas.microsoft.com/office/drawing/2014/main" id="{468C7FB9-5609-4996-9701-6BCC0D84DD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48A81A9-D225-43AD-8D3F-E8838E5D451C}" type="slidenum">
              <a:rPr lang="es-ES" altLang="he-IL" sz="1200"/>
              <a:pPr eaLnBrk="1" hangingPunct="1"/>
              <a:t>16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1 Marcador de imagen de diapositiva">
            <a:extLst>
              <a:ext uri="{FF2B5EF4-FFF2-40B4-BE49-F238E27FC236}">
                <a16:creationId xmlns:a16="http://schemas.microsoft.com/office/drawing/2014/main" id="{16EC56C9-13A7-4D64-A58C-A9777EA9F0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2 Marcador de notas">
            <a:extLst>
              <a:ext uri="{FF2B5EF4-FFF2-40B4-BE49-F238E27FC236}">
                <a16:creationId xmlns:a16="http://schemas.microsoft.com/office/drawing/2014/main" id="{0B537245-465A-4798-BE04-8585F7FE141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8132" name="3 Marcador de número de diapositiva">
            <a:extLst>
              <a:ext uri="{FF2B5EF4-FFF2-40B4-BE49-F238E27FC236}">
                <a16:creationId xmlns:a16="http://schemas.microsoft.com/office/drawing/2014/main" id="{D434B653-0BD8-40F8-9B19-8E02666FD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096E6D3-759B-4EBA-B3E3-2B0461083B28}" type="slidenum">
              <a:rPr lang="es-ES" altLang="he-IL" sz="1200"/>
              <a:pPr eaLnBrk="1" hangingPunct="1"/>
              <a:t>17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1 Marcador de imagen de diapositiva">
            <a:extLst>
              <a:ext uri="{FF2B5EF4-FFF2-40B4-BE49-F238E27FC236}">
                <a16:creationId xmlns:a16="http://schemas.microsoft.com/office/drawing/2014/main" id="{C4496B03-0D6B-4BD5-8523-6943F6911D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2 Marcador de notas">
            <a:extLst>
              <a:ext uri="{FF2B5EF4-FFF2-40B4-BE49-F238E27FC236}">
                <a16:creationId xmlns:a16="http://schemas.microsoft.com/office/drawing/2014/main" id="{11B2127B-A865-4646-9ABB-8662F92B69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49156" name="3 Marcador de número de diapositiva">
            <a:extLst>
              <a:ext uri="{FF2B5EF4-FFF2-40B4-BE49-F238E27FC236}">
                <a16:creationId xmlns:a16="http://schemas.microsoft.com/office/drawing/2014/main" id="{FF0F2B85-F635-4998-BB76-BA5044459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B5EE3FE-22C1-41A4-A8AD-DC49B6EAF590}" type="slidenum">
              <a:rPr lang="es-ES" altLang="he-IL" sz="1200"/>
              <a:pPr eaLnBrk="1" hangingPunct="1"/>
              <a:t>18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1 Marcador de imagen de diapositiva">
            <a:extLst>
              <a:ext uri="{FF2B5EF4-FFF2-40B4-BE49-F238E27FC236}">
                <a16:creationId xmlns:a16="http://schemas.microsoft.com/office/drawing/2014/main" id="{E11DD14A-57ED-4402-81B2-A6E89F54EB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2 Marcador de notas">
            <a:extLst>
              <a:ext uri="{FF2B5EF4-FFF2-40B4-BE49-F238E27FC236}">
                <a16:creationId xmlns:a16="http://schemas.microsoft.com/office/drawing/2014/main" id="{A177C848-7FDB-40EA-934C-91B12244B8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0180" name="3 Marcador de número de diapositiva">
            <a:extLst>
              <a:ext uri="{FF2B5EF4-FFF2-40B4-BE49-F238E27FC236}">
                <a16:creationId xmlns:a16="http://schemas.microsoft.com/office/drawing/2014/main" id="{5E48EE99-DA9B-4F41-8B92-C2FD8E366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47AFD81-D465-46AE-AA93-AC9833F8317A}" type="slidenum">
              <a:rPr lang="es-ES" altLang="he-IL" sz="1200"/>
              <a:pPr eaLnBrk="1" hangingPunct="1"/>
              <a:t>19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1 Marcador de imagen de diapositiva">
            <a:extLst>
              <a:ext uri="{FF2B5EF4-FFF2-40B4-BE49-F238E27FC236}">
                <a16:creationId xmlns:a16="http://schemas.microsoft.com/office/drawing/2014/main" id="{E312E6E6-1E9F-4388-994A-76CBA70C1A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2 Marcador de notas">
            <a:extLst>
              <a:ext uri="{FF2B5EF4-FFF2-40B4-BE49-F238E27FC236}">
                <a16:creationId xmlns:a16="http://schemas.microsoft.com/office/drawing/2014/main" id="{5AD9E3FA-512D-4264-A132-FE13DB3F1E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1204" name="3 Marcador de número de diapositiva">
            <a:extLst>
              <a:ext uri="{FF2B5EF4-FFF2-40B4-BE49-F238E27FC236}">
                <a16:creationId xmlns:a16="http://schemas.microsoft.com/office/drawing/2014/main" id="{7A5E9AD5-A38C-4813-80BA-A591356E4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83BD0CA-7DA8-4312-91FF-8900193923FC}" type="slidenum">
              <a:rPr lang="es-ES" altLang="he-IL" sz="1200"/>
              <a:pPr eaLnBrk="1" hangingPunct="1"/>
              <a:t>20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1 Marcador de imagen de diapositiva">
            <a:extLst>
              <a:ext uri="{FF2B5EF4-FFF2-40B4-BE49-F238E27FC236}">
                <a16:creationId xmlns:a16="http://schemas.microsoft.com/office/drawing/2014/main" id="{347B2DBE-87C5-441D-8E4E-58F04E1D65E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2 Marcador de notas">
            <a:extLst>
              <a:ext uri="{FF2B5EF4-FFF2-40B4-BE49-F238E27FC236}">
                <a16:creationId xmlns:a16="http://schemas.microsoft.com/office/drawing/2014/main" id="{19E8EDBD-1704-49B8-A907-1C6339B9CA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2228" name="3 Marcador de número de diapositiva">
            <a:extLst>
              <a:ext uri="{FF2B5EF4-FFF2-40B4-BE49-F238E27FC236}">
                <a16:creationId xmlns:a16="http://schemas.microsoft.com/office/drawing/2014/main" id="{6E38CB97-536E-4964-A39A-DA3D68D8F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98CE2DE-6C93-4721-9A05-BA73AC2FD20E}" type="slidenum">
              <a:rPr lang="es-ES" altLang="he-IL" sz="1200"/>
              <a:pPr eaLnBrk="1" hangingPunct="1"/>
              <a:t>21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1 Marcador de imagen de diapositiva">
            <a:extLst>
              <a:ext uri="{FF2B5EF4-FFF2-40B4-BE49-F238E27FC236}">
                <a16:creationId xmlns:a16="http://schemas.microsoft.com/office/drawing/2014/main" id="{8BE078CC-3D57-446B-B375-2B384A9E6A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2 Marcador de notas">
            <a:extLst>
              <a:ext uri="{FF2B5EF4-FFF2-40B4-BE49-F238E27FC236}">
                <a16:creationId xmlns:a16="http://schemas.microsoft.com/office/drawing/2014/main" id="{F337EE3A-4C2E-4462-8C08-C79E18C2F9D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3252" name="3 Marcador de número de diapositiva">
            <a:extLst>
              <a:ext uri="{FF2B5EF4-FFF2-40B4-BE49-F238E27FC236}">
                <a16:creationId xmlns:a16="http://schemas.microsoft.com/office/drawing/2014/main" id="{3414752D-3324-46A8-9EED-7899F2271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382B072-814C-4505-9FB3-53F8474DBD64}" type="slidenum">
              <a:rPr lang="es-ES" altLang="he-IL" sz="1200"/>
              <a:pPr eaLnBrk="1" hangingPunct="1"/>
              <a:t>22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1 Marcador de imagen de diapositiva">
            <a:extLst>
              <a:ext uri="{FF2B5EF4-FFF2-40B4-BE49-F238E27FC236}">
                <a16:creationId xmlns:a16="http://schemas.microsoft.com/office/drawing/2014/main" id="{7BB670B8-E817-4B3B-A5CB-510EDD89D4C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2 Marcador de notas">
            <a:extLst>
              <a:ext uri="{FF2B5EF4-FFF2-40B4-BE49-F238E27FC236}">
                <a16:creationId xmlns:a16="http://schemas.microsoft.com/office/drawing/2014/main" id="{4C37F2EC-6E97-4439-95F3-48B81DDB24B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4276" name="3 Marcador de número de diapositiva">
            <a:extLst>
              <a:ext uri="{FF2B5EF4-FFF2-40B4-BE49-F238E27FC236}">
                <a16:creationId xmlns:a16="http://schemas.microsoft.com/office/drawing/2014/main" id="{024109A1-1FB1-4D75-85EC-568CAA344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B5BDDEC-1D4A-4FA8-B4AC-D6A144FF694C}" type="slidenum">
              <a:rPr lang="es-ES" altLang="he-IL" sz="1200"/>
              <a:pPr eaLnBrk="1" hangingPunct="1"/>
              <a:t>23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1 Marcador de imagen de diapositiva">
            <a:extLst>
              <a:ext uri="{FF2B5EF4-FFF2-40B4-BE49-F238E27FC236}">
                <a16:creationId xmlns:a16="http://schemas.microsoft.com/office/drawing/2014/main" id="{E6E6843C-A3E0-4D79-A642-B33AFE1074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2 Marcador de notas">
            <a:extLst>
              <a:ext uri="{FF2B5EF4-FFF2-40B4-BE49-F238E27FC236}">
                <a16:creationId xmlns:a16="http://schemas.microsoft.com/office/drawing/2014/main" id="{058E7D14-F5A5-4D81-A487-53F00FA2FEA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5300" name="3 Marcador de número de diapositiva">
            <a:extLst>
              <a:ext uri="{FF2B5EF4-FFF2-40B4-BE49-F238E27FC236}">
                <a16:creationId xmlns:a16="http://schemas.microsoft.com/office/drawing/2014/main" id="{F57BD8D2-42F1-4E7C-AF63-B432E44C95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0041BC8-7133-49FB-A42E-A973C29F540B}" type="slidenum">
              <a:rPr lang="es-ES" altLang="he-IL" sz="1200"/>
              <a:pPr eaLnBrk="1" hangingPunct="1"/>
              <a:t>24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1 Marcador de imagen de diapositiva">
            <a:extLst>
              <a:ext uri="{FF2B5EF4-FFF2-40B4-BE49-F238E27FC236}">
                <a16:creationId xmlns:a16="http://schemas.microsoft.com/office/drawing/2014/main" id="{830FB8DD-9675-4F8B-B835-5EF8318623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2 Marcador de notas">
            <a:extLst>
              <a:ext uri="{FF2B5EF4-FFF2-40B4-BE49-F238E27FC236}">
                <a16:creationId xmlns:a16="http://schemas.microsoft.com/office/drawing/2014/main" id="{C8A9A1E6-1415-4BF7-A6DE-7603D74760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6324" name="3 Marcador de número de diapositiva">
            <a:extLst>
              <a:ext uri="{FF2B5EF4-FFF2-40B4-BE49-F238E27FC236}">
                <a16:creationId xmlns:a16="http://schemas.microsoft.com/office/drawing/2014/main" id="{53590440-71A4-4A31-9344-DDC0028EA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EC92147-64A4-41A9-BA41-7485B0258D55}" type="slidenum">
              <a:rPr lang="es-ES" altLang="he-IL" sz="1200"/>
              <a:pPr eaLnBrk="1" hangingPunct="1"/>
              <a:t>25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1 Marcador de imagen de diapositiva">
            <a:extLst>
              <a:ext uri="{FF2B5EF4-FFF2-40B4-BE49-F238E27FC236}">
                <a16:creationId xmlns:a16="http://schemas.microsoft.com/office/drawing/2014/main" id="{15A21B6A-10CE-40C7-A720-F2EB77E43E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2 Marcador de notas">
            <a:extLst>
              <a:ext uri="{FF2B5EF4-FFF2-40B4-BE49-F238E27FC236}">
                <a16:creationId xmlns:a16="http://schemas.microsoft.com/office/drawing/2014/main" id="{40A3937D-2372-48AB-A571-263AA28897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7348" name="3 Marcador de número de diapositiva">
            <a:extLst>
              <a:ext uri="{FF2B5EF4-FFF2-40B4-BE49-F238E27FC236}">
                <a16:creationId xmlns:a16="http://schemas.microsoft.com/office/drawing/2014/main" id="{BE101619-FAB2-48E3-A852-4A635DDFE2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6C58116-0EB3-4EC7-A4E5-41306C3439CC}" type="slidenum">
              <a:rPr lang="es-ES" altLang="he-IL" sz="1200"/>
              <a:pPr eaLnBrk="1" hangingPunct="1"/>
              <a:t>26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1 Marcador de imagen de diapositiva">
            <a:extLst>
              <a:ext uri="{FF2B5EF4-FFF2-40B4-BE49-F238E27FC236}">
                <a16:creationId xmlns:a16="http://schemas.microsoft.com/office/drawing/2014/main" id="{3D4EE593-BC27-4488-A509-CF6468C830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2 Marcador de notas">
            <a:extLst>
              <a:ext uri="{FF2B5EF4-FFF2-40B4-BE49-F238E27FC236}">
                <a16:creationId xmlns:a16="http://schemas.microsoft.com/office/drawing/2014/main" id="{7AACCDCF-8963-4AA2-8A74-09C50FDA01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8372" name="3 Marcador de número de diapositiva">
            <a:extLst>
              <a:ext uri="{FF2B5EF4-FFF2-40B4-BE49-F238E27FC236}">
                <a16:creationId xmlns:a16="http://schemas.microsoft.com/office/drawing/2014/main" id="{83211ED8-8205-4117-85EC-E053B6683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9369C4E9-CFDF-4673-9E10-0F26A550F9F5}" type="slidenum">
              <a:rPr lang="es-ES" altLang="he-IL" sz="1200"/>
              <a:pPr eaLnBrk="1" hangingPunct="1"/>
              <a:t>27</a:t>
            </a:fld>
            <a:endParaRPr lang="es-ES" altLang="he-IL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1 Marcador de imagen de diapositiva">
            <a:extLst>
              <a:ext uri="{FF2B5EF4-FFF2-40B4-BE49-F238E27FC236}">
                <a16:creationId xmlns:a16="http://schemas.microsoft.com/office/drawing/2014/main" id="{7B7E778C-E880-4B5F-A22A-F384BAD391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2 Marcador de notas">
            <a:extLst>
              <a:ext uri="{FF2B5EF4-FFF2-40B4-BE49-F238E27FC236}">
                <a16:creationId xmlns:a16="http://schemas.microsoft.com/office/drawing/2014/main" id="{3D0F7EBB-0F76-4050-B01C-E9BCFF43F6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he-IL"/>
          </a:p>
        </p:txBody>
      </p:sp>
      <p:sp>
        <p:nvSpPr>
          <p:cNvPr id="59396" name="3 Marcador de número de diapositiva">
            <a:extLst>
              <a:ext uri="{FF2B5EF4-FFF2-40B4-BE49-F238E27FC236}">
                <a16:creationId xmlns:a16="http://schemas.microsoft.com/office/drawing/2014/main" id="{56B9AF66-3760-4E84-B515-12A316550A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48C3F40-B46E-4067-B5EE-0AFDD3C5E1D2}" type="slidenum">
              <a:rPr lang="es-ES" altLang="he-IL" sz="1200"/>
              <a:pPr eaLnBrk="1" hangingPunct="1"/>
              <a:t>28</a:t>
            </a:fld>
            <a:endParaRPr lang="es-ES" altLang="he-IL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DDB573-6741-4B9B-A06A-195BF0ABB2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576D68-C79E-43E9-90DE-915666FAC7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6A8C148-993C-4460-9ED0-C738831C84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033D5C-A1EC-4F3A-8C3B-C29D50683EE3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2778496036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0B5769-A159-41E7-BC45-A53FF706AC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43DA68-1874-4779-9465-BABEDFCA75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D769EB-64F5-4923-960B-71AFCE2806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521B5F-526D-434C-90D0-FBBE2D8293FB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3583890535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F1DB62-D8B7-471A-A5BF-A1C38920B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908173-FF8C-4B7C-BE06-1AD2BFB3EE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FA2763-483E-417D-93A4-8EF9FA8A39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6186F8-AB0D-4507-B21D-80192D63DBA3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134627978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503162-DFF6-47BC-AE4B-E7F06BD62C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751E9-76AE-475B-BA2D-9F157079BF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72938F-A2CF-4098-83FB-9F70015A63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2E2729-B92E-4837-B603-E421CAD65247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3233573947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2422452-0BAD-4827-AAB3-A528D2D4E1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23BBC9-0F57-4EE0-AA56-869A8D09AC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2A27C3-5F52-40E3-989E-CE2F7E3736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22AFF2-7568-470B-BE72-811B6CE6F602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2662912362"/>
      </p:ext>
    </p:extLst>
  </p:cSld>
  <p:clrMapOvr>
    <a:masterClrMapping/>
  </p:clrMapOvr>
  <p:transition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76359B-E4D1-4513-AA25-C78C419920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6F6A8EE-14C8-4653-A7F9-EC2E4BCCDD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AAE8A0D-DA04-4AE3-88F5-19F97E5D27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B104E2-D0FF-496C-A5C8-DB9DFC3B6BDB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1319760481"/>
      </p:ext>
    </p:extLst>
  </p:cSld>
  <p:clrMapOvr>
    <a:masterClrMapping/>
  </p:clrMapOvr>
  <p:transition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50ADC06-385C-46CE-A77B-402F56F0A5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98E12F-9C84-45F3-A681-475AA030D7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95A427A-0CF9-4082-9E7C-FF929591BB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BF32E5-29BC-4D5A-9885-656D79001122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534526671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3C88D8-7E9B-4DAE-BA4B-DFC068580D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722BCE-0BBB-4EC9-B7FD-7074F816DE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12C9B8-B181-4260-BF63-440BBBD602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E3791F-6A15-4B12-B9C1-10040065D025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2925306509"/>
      </p:ext>
    </p:extLst>
  </p:cSld>
  <p:clrMapOvr>
    <a:masterClrMapping/>
  </p:clrMapOvr>
  <p:transition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45D061-8173-43DB-90E1-C8F8FD6BF0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5EE171-348A-44AC-9C02-381C8109B9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F59227-8420-4452-8F25-366588DA05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CBAD1A-F2E1-46C3-BB78-A5D3B983073A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2587917349"/>
      </p:ext>
    </p:extLst>
  </p:cSld>
  <p:clrMapOvr>
    <a:masterClrMapping/>
  </p:clrMapOvr>
  <p:transition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7122F-704E-4CF2-86EC-E813522D64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2A6860-4538-4ABF-82EF-17F2A14339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8A6FC0-3982-4124-996F-A5BE12C41C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29C401-D07F-42BC-8A39-9ECB43CCB323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1108295950"/>
      </p:ext>
    </p:extLst>
  </p:cSld>
  <p:clrMapOvr>
    <a:masterClrMapping/>
  </p:clrMapOvr>
  <p:transition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09D0F8-E631-44C7-A575-7C955411B9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11F4CD-75A4-47D8-90FB-B5CD99F937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D7C531-AD39-43FC-B392-15CAB079D5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65BF07-C485-424B-8EDE-FE716C708B58}" type="slidenum">
              <a:rPr lang="es-ES" altLang="he-IL"/>
              <a:pPr/>
              <a:t>‹Nº›</a:t>
            </a:fld>
            <a:endParaRPr lang="es-ES" altLang="he-IL"/>
          </a:p>
        </p:txBody>
      </p:sp>
    </p:spTree>
    <p:extLst>
      <p:ext uri="{BB962C8B-B14F-4D97-AF65-F5344CB8AC3E}">
        <p14:creationId xmlns:p14="http://schemas.microsoft.com/office/powerpoint/2010/main" val="2318166245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8C59774-7907-49EA-A912-958B16A1EA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he-IL"/>
              <a:t>Haga clic para modificar el estilo de título del patrón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401F3C-AFEB-49B7-8FC2-78EF2D353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he-IL"/>
              <a:t>Haga clic para modificar el estilo de texto del patrón</a:t>
            </a:r>
          </a:p>
          <a:p>
            <a:pPr lvl="1"/>
            <a:r>
              <a:rPr lang="es-ES" altLang="he-IL"/>
              <a:t>Segundo nivel</a:t>
            </a:r>
          </a:p>
          <a:p>
            <a:pPr lvl="2"/>
            <a:r>
              <a:rPr lang="es-ES" altLang="he-IL"/>
              <a:t>Tercer nivel</a:t>
            </a:r>
          </a:p>
          <a:p>
            <a:pPr lvl="3"/>
            <a:r>
              <a:rPr lang="es-ES" altLang="he-IL"/>
              <a:t>Cuarto nivel</a:t>
            </a:r>
          </a:p>
          <a:p>
            <a:pPr lvl="4"/>
            <a:r>
              <a:rPr lang="es-ES" altLang="he-IL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AE94CE-8371-49F0-A1D3-402DE8EDD7D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Times New Roman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011A01-6572-48D2-B599-5FA85AE181E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Times New Roman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977CAF-57A4-44D8-9B2F-4FF0E5C10F9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3AF988E-4723-4676-A2BA-A8881EEDDAB1}" type="slidenum">
              <a:rPr lang="es-ES" altLang="he-IL"/>
              <a:pPr/>
              <a:t>‹Nº›</a:t>
            </a:fld>
            <a:endParaRPr lang="es-ES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advClick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7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8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9.wav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0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1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2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3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4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5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6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7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8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9.wav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0.wav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1.wav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2.wav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3.wav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4.wav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5.wav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6.wav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7.wav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0C561D08-B17D-4411-B0D5-82CB72B54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8" y="1196975"/>
            <a:ext cx="52578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8000">
                <a:solidFill>
                  <a:schemeClr val="accent2"/>
                </a:solidFill>
                <a:latin typeface="Arial" panose="020B0604020202020204" pitchFamily="34" charset="0"/>
              </a:rPr>
              <a:t>LA</a:t>
            </a:r>
          </a:p>
          <a:p>
            <a:pPr algn="ctr" eaLnBrk="1" hangingPunct="1">
              <a:spcBef>
                <a:spcPct val="50000"/>
              </a:spcBef>
            </a:pPr>
            <a:r>
              <a:rPr lang="es-ES_tradnl" altLang="he-IL" sz="8000">
                <a:solidFill>
                  <a:schemeClr val="accent2"/>
                </a:solidFill>
                <a:latin typeface="Arial" panose="020B0604020202020204" pitchFamily="34" charset="0"/>
              </a:rPr>
              <a:t> COCINA</a:t>
            </a:r>
            <a:endParaRPr lang="es-ES" altLang="he-IL" sz="80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 useBgFill="1">
        <p:nvSpPr>
          <p:cNvPr id="2051" name="AutoShape 3">
            <a:hlinkClick r:id="" action="ppaction://hlinkshowjump?jump=nextslide" highlightClick="1">
              <a:snd r:embed="rId3" name="camera.wav"/>
            </a:hlinkClick>
            <a:extLst>
              <a:ext uri="{FF2B5EF4-FFF2-40B4-BE49-F238E27FC236}">
                <a16:creationId xmlns:a16="http://schemas.microsoft.com/office/drawing/2014/main" id="{9784F3D4-510A-4524-90EF-340A1B1CD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011738"/>
            <a:ext cx="3814762" cy="792162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B35CAAA0-DD14-4CAF-8A4F-FED772418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6344FF31-A854-4043-998D-0AE005EAF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3076" name="Text Box 4">
            <a:extLst>
              <a:ext uri="{FF2B5EF4-FFF2-40B4-BE49-F238E27FC236}">
                <a16:creationId xmlns:a16="http://schemas.microsoft.com/office/drawing/2014/main" id="{F2DDC5F3-ED25-4C5A-A28D-D0022E643F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COCINA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3077" name="Picture 6" descr="COCINA">
            <a:hlinkClick r:id="" action="ppaction://noaction">
              <a:snd r:embed="rId3" name="COCINA.wav"/>
            </a:hlinkClick>
            <a:extLst>
              <a:ext uri="{FF2B5EF4-FFF2-40B4-BE49-F238E27FC236}">
                <a16:creationId xmlns:a16="http://schemas.microsoft.com/office/drawing/2014/main" id="{065D56AD-5F91-4C43-B2F3-B0092EB0C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013" y="381000"/>
            <a:ext cx="3810000" cy="448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3799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27F9A47F-C151-4EE1-9986-C749877C7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">
            <a:extLst>
              <a:ext uri="{FF2B5EF4-FFF2-40B4-BE49-F238E27FC236}">
                <a16:creationId xmlns:a16="http://schemas.microsoft.com/office/drawing/2014/main" id="{DBB6C3D1-EAE0-407A-AFD6-F2C3D1CB3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4099" name="Text Box 6">
            <a:extLst>
              <a:ext uri="{FF2B5EF4-FFF2-40B4-BE49-F238E27FC236}">
                <a16:creationId xmlns:a16="http://schemas.microsoft.com/office/drawing/2014/main" id="{8B6C729F-0F69-4F03-A463-37D888C2B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4100" name="Text Box 7">
            <a:extLst>
              <a:ext uri="{FF2B5EF4-FFF2-40B4-BE49-F238E27FC236}">
                <a16:creationId xmlns:a16="http://schemas.microsoft.com/office/drawing/2014/main" id="{07CC30AA-2FD1-42C1-A7F4-226ACF289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CERILLAS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4101" name="Picture 11" descr="CERILLAS">
            <a:hlinkClick r:id="" action="ppaction://noaction">
              <a:snd r:embed="rId3" name="CERILLAS.wav"/>
            </a:hlinkClick>
            <a:extLst>
              <a:ext uri="{FF2B5EF4-FFF2-40B4-BE49-F238E27FC236}">
                <a16:creationId xmlns:a16="http://schemas.microsoft.com/office/drawing/2014/main" id="{49AB3640-03A8-4C53-86F1-535080825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139825"/>
            <a:ext cx="5638800" cy="313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108" name="AutoShape 12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41C39A3C-F34E-4369-9F53-036E5AE10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03181A6B-3C32-48D2-A4B5-9AFF405C0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B19FB6A8-1645-49A9-B112-7FE093E7B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3D924F2D-4AF7-48F1-94F3-5D0C4494B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BOMBILLA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5125" name="Picture 6" descr="BOMBILLA">
            <a:hlinkClick r:id="" action="ppaction://noaction">
              <a:snd r:embed="rId3" name="BOMBILLA.wav"/>
            </a:hlinkClick>
            <a:extLst>
              <a:ext uri="{FF2B5EF4-FFF2-40B4-BE49-F238E27FC236}">
                <a16:creationId xmlns:a16="http://schemas.microsoft.com/office/drawing/2014/main" id="{D5B80B48-83BC-49BA-B092-D29F6643D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7838" y="838200"/>
            <a:ext cx="3141662" cy="361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7175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1FDBEE2C-5ED2-4B2F-96B1-7531F6F7F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E1410119-00BD-46FB-B475-99DB952529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05A8B06E-28BC-4F7B-A40D-7B6123935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97FDB86C-7B69-4804-B2DD-BD36C4AC6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CAZUELA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6149" name="Picture 6" descr="CAZUELA">
            <a:hlinkClick r:id="" action="ppaction://noaction">
              <a:snd r:embed="rId3" name="CAZUELA.wav"/>
            </a:hlinkClick>
            <a:extLst>
              <a:ext uri="{FF2B5EF4-FFF2-40B4-BE49-F238E27FC236}">
                <a16:creationId xmlns:a16="http://schemas.microsoft.com/office/drawing/2014/main" id="{9D5AAFCD-90CB-4DAD-BDD1-A7974158C5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081088"/>
            <a:ext cx="5486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8199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6421BF7D-DEF6-4D4A-8B2C-6B70D3594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C5E04A19-F78A-44A2-944A-21CC887DF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14B31AC6-E3A8-4D12-8233-63F29D415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13740E17-F32B-419F-BC0A-CFCDDAD39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CAZO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7173" name="Picture 6" descr="CAZO">
            <a:hlinkClick r:id="" action="ppaction://noaction">
              <a:snd r:embed="rId3" name="CAZO.wav"/>
            </a:hlinkClick>
            <a:extLst>
              <a:ext uri="{FF2B5EF4-FFF2-40B4-BE49-F238E27FC236}">
                <a16:creationId xmlns:a16="http://schemas.microsoft.com/office/drawing/2014/main" id="{BDE2E4D9-F842-423E-846B-960F9BF7A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5" y="1219200"/>
            <a:ext cx="3306763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9223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55CC181D-A1A1-4CE5-B5BB-4C34BEF6A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9EC5A076-D908-4F92-A929-00D0D87A9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0C3EF78F-C081-438F-B194-583C69FE9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DA817D23-D0A0-44C5-8165-23D408544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DESAGÜE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8197" name="Picture 7" descr="DESAGUE">
            <a:hlinkClick r:id="" action="ppaction://noaction">
              <a:snd r:embed="rId3" name="DESAGUE.wav"/>
            </a:hlinkClick>
            <a:extLst>
              <a:ext uri="{FF2B5EF4-FFF2-40B4-BE49-F238E27FC236}">
                <a16:creationId xmlns:a16="http://schemas.microsoft.com/office/drawing/2014/main" id="{9ABDC2E3-34F0-4083-AF57-943958EF5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222375"/>
            <a:ext cx="4191000" cy="332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0248" name="AutoShape 8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92D9951C-098E-4D8C-8A4B-0EFF3DD4D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EFFEB70B-2DAD-4D80-9238-0AB0001A3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D44684C1-5DD3-43D7-B6A6-A1A7299F0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C4F44412-999D-48FD-8BC6-1E5EBA11E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CORTINA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9221" name="Picture 6" descr="CORTINA">
            <a:hlinkClick r:id="" action="ppaction://noaction">
              <a:snd r:embed="rId3" name="CORTINA.wav"/>
            </a:hlinkClick>
            <a:extLst>
              <a:ext uri="{FF2B5EF4-FFF2-40B4-BE49-F238E27FC236}">
                <a16:creationId xmlns:a16="http://schemas.microsoft.com/office/drawing/2014/main" id="{6E2DAD83-C655-4DA3-9171-46BC4FD7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7338"/>
            <a:ext cx="2527300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1271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FDE26D2F-CACE-4AC7-9431-667D2A950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>
            <a:extLst>
              <a:ext uri="{FF2B5EF4-FFF2-40B4-BE49-F238E27FC236}">
                <a16:creationId xmlns:a16="http://schemas.microsoft.com/office/drawing/2014/main" id="{A015E90A-36A9-402D-9507-BAB603DB4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9AD599EF-7F44-4A46-AD83-FA977BBE2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0244" name="Text Box 4">
            <a:extLst>
              <a:ext uri="{FF2B5EF4-FFF2-40B4-BE49-F238E27FC236}">
                <a16:creationId xmlns:a16="http://schemas.microsoft.com/office/drawing/2014/main" id="{D50B81A9-D8CE-4D7A-9FA9-661807E82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CUBIERTOS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0245" name="Picture 6" descr="CUBIERTOS">
            <a:hlinkClick r:id="" action="ppaction://noaction">
              <a:snd r:embed="rId3" name="CUBIERTOS.wav"/>
            </a:hlinkClick>
            <a:extLst>
              <a:ext uri="{FF2B5EF4-FFF2-40B4-BE49-F238E27FC236}">
                <a16:creationId xmlns:a16="http://schemas.microsoft.com/office/drawing/2014/main" id="{2E79D3C9-1DC2-43DC-AB20-09BAB3608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228600"/>
            <a:ext cx="3044825" cy="459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2295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EE839A2E-9E6A-4D85-A3D6-D415A9DE4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E8D6783B-57AB-4781-B5EF-89C245D93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8536A9E0-FA8D-4213-91D3-AF9715A0B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310B6DC6-0BF7-41F4-98DF-F7ED57350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CUCHARA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1269" name="Picture 6" descr="CUCHARA">
            <a:hlinkClick r:id="" action="ppaction://noaction">
              <a:snd r:embed="rId3" name="CUCHARA.wav"/>
            </a:hlinkClick>
            <a:extLst>
              <a:ext uri="{FF2B5EF4-FFF2-40B4-BE49-F238E27FC236}">
                <a16:creationId xmlns:a16="http://schemas.microsoft.com/office/drawing/2014/main" id="{7015D3DF-9329-4079-AEDA-B9567D28A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200" y="762000"/>
            <a:ext cx="33845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3319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4BD2D1E4-72A3-49B2-A007-2B8511223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323A03D9-6605-4F42-971A-DDAE981CF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E601769A-F025-425D-82FA-EFB7B2163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87095693-C0E3-4171-969B-C7ADA6BC1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CUCHILLO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2293" name="Picture 6" descr="CUCHILLO">
            <a:hlinkClick r:id="" action="ppaction://noaction">
              <a:snd r:embed="rId3" name="CUCHILLO.wav"/>
            </a:hlinkClick>
            <a:extLst>
              <a:ext uri="{FF2B5EF4-FFF2-40B4-BE49-F238E27FC236}">
                <a16:creationId xmlns:a16="http://schemas.microsoft.com/office/drawing/2014/main" id="{B10DAC3F-2600-42C2-9624-8F7A138A4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920750"/>
            <a:ext cx="40386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4343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EB7A81FF-88EB-4442-A3CF-B377249C2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80FD8C67-42AB-4BD4-AAC1-32EDD2401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D581BAE9-D7F7-48B1-A234-31A0C0962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3316" name="Text Box 4">
            <a:extLst>
              <a:ext uri="{FF2B5EF4-FFF2-40B4-BE49-F238E27FC236}">
                <a16:creationId xmlns:a16="http://schemas.microsoft.com/office/drawing/2014/main" id="{9F75E130-D64E-4A82-90BF-CE211B316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CUENCO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3317" name="Picture 6" descr="CUENCO">
            <a:hlinkClick r:id="" action="ppaction://noaction">
              <a:snd r:embed="rId3" name="CUENCO.wav"/>
            </a:hlinkClick>
            <a:extLst>
              <a:ext uri="{FF2B5EF4-FFF2-40B4-BE49-F238E27FC236}">
                <a16:creationId xmlns:a16="http://schemas.microsoft.com/office/drawing/2014/main" id="{177E7053-1074-4F11-A732-A894D7310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171575"/>
            <a:ext cx="4572000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5367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339A7922-2424-46A3-A2F3-C805277E4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A7A14A2F-141A-47BE-BBE2-57CC5C3AC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755B6491-E344-4F74-98BE-034527E6C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6D06FCDF-3B2F-4F07-B230-B569808E9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BALLETA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4341" name="Picture 6" descr="BALLETA">
            <a:hlinkClick r:id="" action="ppaction://noaction">
              <a:snd r:embed="rId3" name="BALLETA.wav"/>
            </a:hlinkClick>
            <a:extLst>
              <a:ext uri="{FF2B5EF4-FFF2-40B4-BE49-F238E27FC236}">
                <a16:creationId xmlns:a16="http://schemas.microsoft.com/office/drawing/2014/main" id="{DE0BE23D-385C-4FE7-83B7-0EEC42765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609600"/>
            <a:ext cx="4572000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6391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592CF38F-0FF5-4EAA-9869-4BDD6605B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9AC90DA8-8810-4C02-B984-0791B2E65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CD6141E4-2CEE-4E1F-9F74-BFD4DBBAB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E8F5F638-47B7-4ECA-9E51-1C77896CB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EMBUDO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5365" name="Picture 6" descr="EMBUDO">
            <a:hlinkClick r:id="" action="ppaction://noaction">
              <a:snd r:embed="rId3" name="EMBUDO.wav"/>
            </a:hlinkClick>
            <a:extLst>
              <a:ext uri="{FF2B5EF4-FFF2-40B4-BE49-F238E27FC236}">
                <a16:creationId xmlns:a16="http://schemas.microsoft.com/office/drawing/2014/main" id="{CFE03124-5D63-4F22-AC12-BF55925E5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238" y="685800"/>
            <a:ext cx="3746500" cy="419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7415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0F639A4E-7370-4390-969C-20BEC4538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6604489F-1B33-4046-9F85-CE9D889DA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6E620587-025E-434C-BF59-0D788064F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6388" name="Text Box 4">
            <a:extLst>
              <a:ext uri="{FF2B5EF4-FFF2-40B4-BE49-F238E27FC236}">
                <a16:creationId xmlns:a16="http://schemas.microsoft.com/office/drawing/2014/main" id="{D78E92D0-5CFE-42C4-9D37-AD7B8DC45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ESTROPAJO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6389" name="Picture 6" descr="ESTROPAJO">
            <a:hlinkClick r:id="" action="ppaction://noaction">
              <a:snd r:embed="rId3" name="ESTROPAJO.wav"/>
            </a:hlinkClick>
            <a:extLst>
              <a:ext uri="{FF2B5EF4-FFF2-40B4-BE49-F238E27FC236}">
                <a16:creationId xmlns:a16="http://schemas.microsoft.com/office/drawing/2014/main" id="{2E5712A4-6688-4421-B515-344832834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46100"/>
            <a:ext cx="5638800" cy="406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8439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1D255C94-363A-4EE5-8333-B01024DFA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>
            <a:extLst>
              <a:ext uri="{FF2B5EF4-FFF2-40B4-BE49-F238E27FC236}">
                <a16:creationId xmlns:a16="http://schemas.microsoft.com/office/drawing/2014/main" id="{D8DA63DE-5149-4D02-84A2-FF6FF3577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id="{8F0B659C-9D39-4C66-A171-6A57EFD65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8BC007C7-D5A1-48FA-AB95-328BBF250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EXPRIMIDOR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7413" name="Picture 6" descr="EXPRIMIDOR">
            <a:hlinkClick r:id="" action="ppaction://noaction">
              <a:snd r:embed="rId3" name="EXPRIMIDOR.wav"/>
            </a:hlinkClick>
            <a:extLst>
              <a:ext uri="{FF2B5EF4-FFF2-40B4-BE49-F238E27FC236}">
                <a16:creationId xmlns:a16="http://schemas.microsoft.com/office/drawing/2014/main" id="{FA6E1BF8-DEE3-4136-B000-B471BB787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2750"/>
            <a:ext cx="5334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9463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2D2E2589-0888-4BBB-8F8A-372EBB263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D0B9E288-E9E9-4A9E-A2C3-78A0BC3D8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F8CCF165-293E-4EB6-A46E-691BD6928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2751285E-37D9-4309-81FA-A33CB570F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FREGADERO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8437" name="Picture 6" descr="FREGADERO">
            <a:hlinkClick r:id="" action="ppaction://noaction">
              <a:snd r:embed="rId3" name="FREGADERO.wav"/>
            </a:hlinkClick>
            <a:extLst>
              <a:ext uri="{FF2B5EF4-FFF2-40B4-BE49-F238E27FC236}">
                <a16:creationId xmlns:a16="http://schemas.microsoft.com/office/drawing/2014/main" id="{107B2375-7044-4C5A-B674-DB8C3C154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23875"/>
            <a:ext cx="6172200" cy="398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0487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E6770777-26CF-44F1-A838-8AA21C33C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765BC3D5-028A-49C2-8791-63A1A206B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19459" name="Text Box 3">
            <a:extLst>
              <a:ext uri="{FF2B5EF4-FFF2-40B4-BE49-F238E27FC236}">
                <a16:creationId xmlns:a16="http://schemas.microsoft.com/office/drawing/2014/main" id="{928A1CBE-9EB6-4DF3-ABA1-F34FA378C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DB660710-EA3A-4EA5-8C40-83845363B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GRIFO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19461" name="Picture 6" descr="GRIFO">
            <a:hlinkClick r:id="" action="ppaction://noaction">
              <a:snd r:embed="rId3" name="GRIFO.wav"/>
            </a:hlinkClick>
            <a:extLst>
              <a:ext uri="{FF2B5EF4-FFF2-40B4-BE49-F238E27FC236}">
                <a16:creationId xmlns:a16="http://schemas.microsoft.com/office/drawing/2014/main" id="{BF602060-05DC-44A1-8825-8EB13E70D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609600"/>
            <a:ext cx="3514725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1511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95F1A73A-5994-4E23-9482-A4FC32F46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2347A12D-246C-4214-B234-AE06387E8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0483" name="Text Box 3">
            <a:extLst>
              <a:ext uri="{FF2B5EF4-FFF2-40B4-BE49-F238E27FC236}">
                <a16:creationId xmlns:a16="http://schemas.microsoft.com/office/drawing/2014/main" id="{2E90DB1C-3A37-4030-9414-76991C4EB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5CB1C162-7A21-412E-AE19-92BF33D78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JARRA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0485" name="Picture 6" descr="JARRA">
            <a:hlinkClick r:id="" action="ppaction://noaction">
              <a:snd r:embed="rId3" name="JARRA.wav"/>
            </a:hlinkClick>
            <a:extLst>
              <a:ext uri="{FF2B5EF4-FFF2-40B4-BE49-F238E27FC236}">
                <a16:creationId xmlns:a16="http://schemas.microsoft.com/office/drawing/2014/main" id="{2E619934-4F0D-42F4-9DEF-58818D5A0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5288" y="685800"/>
            <a:ext cx="3265487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2535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C0575DB5-82DC-436F-B6A0-7B0F6D442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6FF311A8-C688-4D93-AA07-7CC60B3DA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461C5D35-9271-4D44-94B1-D580FB36B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2DFC220A-0BCD-48EE-B699-70BB962F6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LATA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1509" name="Picture 6" descr="LATA">
            <a:hlinkClick r:id="" action="ppaction://noaction">
              <a:snd r:embed="rId3" name="LATA.wav"/>
            </a:hlinkClick>
            <a:extLst>
              <a:ext uri="{FF2B5EF4-FFF2-40B4-BE49-F238E27FC236}">
                <a16:creationId xmlns:a16="http://schemas.microsoft.com/office/drawing/2014/main" id="{D02C0568-F569-4BD2-895A-51811FB6C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304800"/>
            <a:ext cx="3260725" cy="444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3559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BB3E9C97-3303-48F9-8753-651779495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6769E266-7A47-4D68-B3D4-C160F4E82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1BAB62F1-6296-4049-9887-FB5BED834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6A8CA667-1E66-43B5-AE58-D9AAD7BD6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MICROONDAS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2533" name="Picture 6" descr="MICROHONDAS">
            <a:hlinkClick r:id="" action="ppaction://noaction">
              <a:snd r:embed="rId3" name="MICROONDAS.wav"/>
            </a:hlinkClick>
            <a:extLst>
              <a:ext uri="{FF2B5EF4-FFF2-40B4-BE49-F238E27FC236}">
                <a16:creationId xmlns:a16="http://schemas.microsoft.com/office/drawing/2014/main" id="{342C4050-2E49-4C7C-B5BF-E8BD3EBEC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096963"/>
            <a:ext cx="495300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4583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A0B27133-A415-4F92-A6EF-C25A95CF8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EDA0FBF2-7B92-4CA7-A23C-E722D1D9D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1D62B974-9E41-4056-973B-40246313B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612F5F92-1AE8-4385-A8A2-273F96910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NEVERA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3557" name="Picture 6" descr="NEVERA">
            <a:hlinkClick r:id="" action="ppaction://noaction">
              <a:snd r:embed="rId3" name="NEVERA.wav"/>
            </a:hlinkClick>
            <a:extLst>
              <a:ext uri="{FF2B5EF4-FFF2-40B4-BE49-F238E27FC236}">
                <a16:creationId xmlns:a16="http://schemas.microsoft.com/office/drawing/2014/main" id="{817D4F80-A167-430A-BB60-8015A3CBF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75" y="457200"/>
            <a:ext cx="2778125" cy="434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5607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135F7981-9E22-4BDF-9970-F2E18AD33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6004161A-30C8-4DDC-BA54-83A5C9F91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74B45B34-4240-445B-AAE7-FEC30096E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D7440676-E995-40D1-A76D-A8818509A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RODILLO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4581" name="Picture 6" descr="RODILLO">
            <a:hlinkClick r:id="" action="ppaction://noaction">
              <a:snd r:embed="rId3" name="RODILLO.wav"/>
            </a:hlinkClick>
            <a:extLst>
              <a:ext uri="{FF2B5EF4-FFF2-40B4-BE49-F238E27FC236}">
                <a16:creationId xmlns:a16="http://schemas.microsoft.com/office/drawing/2014/main" id="{085A53A6-6368-464D-8874-187C4A901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15925"/>
            <a:ext cx="66294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6151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C9A6FC3E-F8A6-44D2-B564-534C1B0DC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B20076AA-7086-43A5-8AAF-A2C278E4C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16DE5F62-35A3-4CC2-A0B8-57450027C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9C071246-3F9A-4F32-ACBA-E41619AB4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SARTEN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5605" name="Picture 6" descr="SARTEN">
            <a:hlinkClick r:id="" action="ppaction://noaction">
              <a:snd r:embed="rId3" name="SARTEN.wav"/>
            </a:hlinkClick>
            <a:extLst>
              <a:ext uri="{FF2B5EF4-FFF2-40B4-BE49-F238E27FC236}">
                <a16:creationId xmlns:a16="http://schemas.microsoft.com/office/drawing/2014/main" id="{2BC8F279-071B-46AE-B204-6F376ED91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44513"/>
            <a:ext cx="6553200" cy="382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7655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0B08D899-A5EB-437C-A4F8-4C7D3BB8E2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F436EE03-AEE6-48EA-822D-00067BD79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784174E-0259-4681-80C0-888188CE7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D6CC0B6D-A1BE-46C5-ABB9-F9E3C332A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TAZA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6629" name="Picture 6" descr="TAZA">
            <a:hlinkClick r:id="" action="ppaction://noaction">
              <a:snd r:embed="rId3" name="TAZA.wav"/>
            </a:hlinkClick>
            <a:extLst>
              <a:ext uri="{FF2B5EF4-FFF2-40B4-BE49-F238E27FC236}">
                <a16:creationId xmlns:a16="http://schemas.microsoft.com/office/drawing/2014/main" id="{848C03FC-2447-42CD-822F-074F284C4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0" y="762000"/>
            <a:ext cx="3789363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8679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DBE0F429-B982-4C10-BC54-389CE114F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3C1C9043-B0BB-4E7F-A375-E73165AB9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5081A2E6-9891-433E-A154-8A57C9CD6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C7D5F951-6F62-424D-A34C-A1BD14B82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TENEDOR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7653" name="Picture 6" descr="TENEDOR">
            <a:hlinkClick r:id="" action="ppaction://noaction">
              <a:snd r:embed="rId3" name="TENEDOR.wav"/>
            </a:hlinkClick>
            <a:extLst>
              <a:ext uri="{FF2B5EF4-FFF2-40B4-BE49-F238E27FC236}">
                <a16:creationId xmlns:a16="http://schemas.microsoft.com/office/drawing/2014/main" id="{745C47DE-F330-42AF-82EE-02A8469C7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0" y="838200"/>
            <a:ext cx="3690938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29703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F6D65214-6D0D-44E2-8090-BD632D91F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AF440B18-730A-4897-8CCF-2714EF223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3163" y="4114800"/>
            <a:ext cx="4262437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s-ES" altLang="he-IL" sz="4400">
              <a:latin typeface="Arial" panose="020B0604020202020204" pitchFamily="34" charset="0"/>
            </a:endParaRP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346E52FE-CC98-4E51-9601-E93181386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4079875"/>
            <a:ext cx="489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3258DF4D-6B46-49AF-A9DB-582360ED7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029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solidFill>
                  <a:schemeClr val="accent2"/>
                </a:solidFill>
                <a:latin typeface="Arial" panose="020B0604020202020204" pitchFamily="34" charset="0"/>
              </a:rPr>
              <a:t>TOSTADORA</a:t>
            </a:r>
            <a:endParaRPr lang="es-ES" altLang="he-IL" sz="440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pic>
        <p:nvPicPr>
          <p:cNvPr id="28677" name="Picture 6" descr="TOSTADORA">
            <a:hlinkClick r:id="" action="ppaction://noaction">
              <a:snd r:embed="rId3" name="TOSTADORA.wav"/>
            </a:hlinkClick>
            <a:extLst>
              <a:ext uri="{FF2B5EF4-FFF2-40B4-BE49-F238E27FC236}">
                <a16:creationId xmlns:a16="http://schemas.microsoft.com/office/drawing/2014/main" id="{1B229C47-6AB7-4A9E-9EF5-A63BC82F9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622300"/>
            <a:ext cx="4724400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30727" name="AutoShape 7">
            <a:hlinkClick r:id="" action="ppaction://hlinkshowjump?jump=nextslide" highlightClick="1">
              <a:snd r:embed="rId5" name="camera.wav"/>
            </a:hlinkClick>
            <a:extLst>
              <a:ext uri="{FF2B5EF4-FFF2-40B4-BE49-F238E27FC236}">
                <a16:creationId xmlns:a16="http://schemas.microsoft.com/office/drawing/2014/main" id="{E9D58170-4B5C-45DF-9243-160A2728D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188" y="5876925"/>
            <a:ext cx="3814762" cy="792163"/>
          </a:xfrm>
          <a:prstGeom prst="actionButtonForwardNex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2455F985-A8E6-4515-BDAD-270F263B9B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2133600"/>
            <a:ext cx="4953000" cy="310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latin typeface="Arial" panose="020B0604020202020204" pitchFamily="34" charset="0"/>
              </a:rPr>
              <a:t>SI QUIERES REPETIR</a:t>
            </a:r>
          </a:p>
          <a:p>
            <a:pPr algn="ctr" eaLnBrk="1" hangingPunct="1">
              <a:spcBef>
                <a:spcPct val="50000"/>
              </a:spcBef>
            </a:pPr>
            <a:r>
              <a:rPr lang="es-ES_tradnl" altLang="he-IL" sz="4400">
                <a:latin typeface="Arial" panose="020B0604020202020204" pitchFamily="34" charset="0"/>
              </a:rPr>
              <a:t>PULSA EL BOTÓN</a:t>
            </a:r>
            <a:endParaRPr lang="es-ES" altLang="he-IL" sz="4400">
              <a:latin typeface="Arial" panose="020B0604020202020204" pitchFamily="34" charset="0"/>
            </a:endParaRPr>
          </a:p>
        </p:txBody>
      </p:sp>
      <p:sp useBgFill="1">
        <p:nvSpPr>
          <p:cNvPr id="29699" name="AutoShape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E0C8B0A-B129-4033-A72C-8C8F5A3AE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300663"/>
            <a:ext cx="2671762" cy="1023937"/>
          </a:xfrm>
          <a:prstGeom prst="actionButtonEnd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he-IL"/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E9418B59-F778-4D38-A330-891223B0B8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836613"/>
            <a:ext cx="35274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he-IL" sz="3200"/>
              <a:t>esc    salir</a:t>
            </a: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iseño predeterminad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65</Words>
  <Application>Microsoft Office PowerPoint</Application>
  <PresentationFormat>Presentación en pantalla (4:3)</PresentationFormat>
  <Paragraphs>59</Paragraphs>
  <Slides>28</Slides>
  <Notes>28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29" baseType="lpstr">
      <vt:lpstr>Diseño predeterminado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ALBERTO ABARCA</dc:creator>
  <cp:lastModifiedBy>Usuario de Windows</cp:lastModifiedBy>
  <cp:revision>6</cp:revision>
  <dcterms:created xsi:type="dcterms:W3CDTF">1601-01-01T00:00:00Z</dcterms:created>
  <dcterms:modified xsi:type="dcterms:W3CDTF">2020-05-25T15:42:51Z</dcterms:modified>
</cp:coreProperties>
</file>