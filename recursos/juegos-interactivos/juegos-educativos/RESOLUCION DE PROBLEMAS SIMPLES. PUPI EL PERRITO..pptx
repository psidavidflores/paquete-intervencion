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500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870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674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309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934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396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53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022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867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49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23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E7E49-385F-4DA2-A4F2-655518737F8E}" type="datetimeFigureOut">
              <a:rPr lang="es-CL" smtClean="0"/>
              <a:t>21-01-2020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EB9F-C4A7-4192-A231-2C177DD3E48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5245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Manuel Alvarado\Documents\BORDES 2020\PERRIT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0"/>
          <a:stretch/>
        </p:blipFill>
        <p:spPr bwMode="auto">
          <a:xfrm>
            <a:off x="0" y="-1"/>
            <a:ext cx="9144000" cy="68434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28513" y="1497558"/>
            <a:ext cx="4458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B0F0"/>
                </a:solidFill>
                <a:effectLst>
                  <a:reflection blurRad="12700" stA="28000" endPos="45000" dist="1000" dir="5400000" sy="-100000" algn="bl" rotWithShape="0"/>
                </a:effectLst>
                <a:latin typeface="Gabriola" pitchFamily="82" charset="0"/>
              </a:rPr>
              <a:t>PUPI NOS ENSEÑA</a:t>
            </a:r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Gabriola" pitchFamily="82" charset="0"/>
              </a:rPr>
              <a:t>: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Gabriola" pitchFamily="82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176770" y="2780928"/>
            <a:ext cx="496854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Resolución de </a:t>
            </a:r>
          </a:p>
          <a:p>
            <a:pPr algn="ctr"/>
            <a:r>
              <a:rPr lang="es-ES" sz="4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problemas simples</a:t>
            </a:r>
            <a:endParaRPr lang="es-ES" sz="4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179512" y="5589240"/>
            <a:ext cx="8820472" cy="1077218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3200" b="1" dirty="0" smtClean="0"/>
              <a:t>Ámbito</a:t>
            </a:r>
            <a:r>
              <a:rPr lang="es-CL" sz="3200" dirty="0" smtClean="0"/>
              <a:t>: Interacción y Comprensión del Entorno. </a:t>
            </a:r>
          </a:p>
          <a:p>
            <a:r>
              <a:rPr lang="es-CL" sz="3200" b="1" dirty="0" smtClean="0"/>
              <a:t>Núcleo:  </a:t>
            </a:r>
            <a:r>
              <a:rPr lang="es-CL" sz="3200" dirty="0" smtClean="0"/>
              <a:t>Pensamiento Matemático. 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170481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994" y="2838420"/>
            <a:ext cx="2859926" cy="316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971600" y="1067519"/>
            <a:ext cx="71287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Objetivo de aprendizaje:  </a:t>
            </a:r>
          </a:p>
          <a:p>
            <a:r>
              <a:rPr lang="es-CL" sz="2400" dirty="0" smtClean="0"/>
              <a:t>Resolver progresivamente  problemas simples, de manera concreta y pictórica, agregando o quitando hasta 5 elementos. </a:t>
            </a:r>
            <a:endParaRPr lang="es-CL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637179"/>
            <a:ext cx="3269985" cy="3367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131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06781"/>
            <a:ext cx="5665715" cy="205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526459" y="1100732"/>
            <a:ext cx="60910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Signos matemáticos.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1479104" y="4467651"/>
            <a:ext cx="288032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 smtClean="0"/>
              <a:t>Suma </a:t>
            </a:r>
          </a:p>
          <a:p>
            <a:pPr algn="ctr"/>
            <a:r>
              <a:rPr lang="es-CL" dirty="0" smtClean="0"/>
              <a:t>Agregar</a:t>
            </a:r>
          </a:p>
          <a:p>
            <a:pPr algn="ctr"/>
            <a:r>
              <a:rPr lang="es-CL" dirty="0" smtClean="0"/>
              <a:t>Dar</a:t>
            </a:r>
          </a:p>
          <a:p>
            <a:pPr algn="ctr"/>
            <a:r>
              <a:rPr lang="es-CL" dirty="0" smtClean="0"/>
              <a:t>Añadir </a:t>
            </a:r>
          </a:p>
          <a:p>
            <a:pPr algn="ctr"/>
            <a:r>
              <a:rPr lang="es-CL" dirty="0" smtClean="0"/>
              <a:t>Adición</a:t>
            </a:r>
            <a:endParaRPr lang="es-CL" dirty="0"/>
          </a:p>
        </p:txBody>
      </p:sp>
      <p:sp>
        <p:nvSpPr>
          <p:cNvPr id="5" name="4 CuadroTexto"/>
          <p:cNvSpPr txBox="1"/>
          <p:nvPr/>
        </p:nvSpPr>
        <p:spPr>
          <a:xfrm>
            <a:off x="4715481" y="4487901"/>
            <a:ext cx="288032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 smtClean="0"/>
              <a:t>Resta </a:t>
            </a:r>
          </a:p>
          <a:p>
            <a:pPr algn="ctr"/>
            <a:r>
              <a:rPr lang="es-CL" dirty="0" smtClean="0"/>
              <a:t>Quitar</a:t>
            </a:r>
          </a:p>
          <a:p>
            <a:pPr algn="ctr"/>
            <a:r>
              <a:rPr lang="es-CL" dirty="0" smtClean="0"/>
              <a:t>Eliminar</a:t>
            </a:r>
          </a:p>
          <a:p>
            <a:pPr algn="ctr"/>
            <a:r>
              <a:rPr lang="es-CL" dirty="0"/>
              <a:t>S</a:t>
            </a:r>
            <a:r>
              <a:rPr lang="es-CL" dirty="0" smtClean="0"/>
              <a:t>ustracción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1443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76" y="3501008"/>
            <a:ext cx="2304256" cy="255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991994" y="1340768"/>
            <a:ext cx="732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Resuelve los siguientes problemas simples matemáticos.</a:t>
            </a:r>
            <a:endParaRPr lang="es-CL" dirty="0"/>
          </a:p>
        </p:txBody>
      </p:sp>
      <p:sp>
        <p:nvSpPr>
          <p:cNvPr id="6" name="5 CuadroTexto"/>
          <p:cNvSpPr txBox="1"/>
          <p:nvPr/>
        </p:nvSpPr>
        <p:spPr>
          <a:xfrm>
            <a:off x="991994" y="1851090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Pupi tenía 5 huesos guardados al interior de su casa, pero se</a:t>
            </a:r>
            <a:r>
              <a:rPr lang="es-CL" sz="3200" b="1" u="sng" dirty="0" smtClean="0"/>
              <a:t> comió </a:t>
            </a:r>
            <a:r>
              <a:rPr lang="es-CL" sz="3200" dirty="0" smtClean="0"/>
              <a:t>4 huesos. </a:t>
            </a:r>
          </a:p>
          <a:p>
            <a:r>
              <a:rPr lang="es-CL" sz="3200" b="1" dirty="0" smtClean="0"/>
              <a:t>¿ Cuántos huesos le quedaron en total?</a:t>
            </a:r>
            <a:endParaRPr lang="es-CL" sz="3200" b="1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33"/>
          <a:stretch/>
        </p:blipFill>
        <p:spPr bwMode="auto">
          <a:xfrm>
            <a:off x="4428403" y="3501008"/>
            <a:ext cx="2951909" cy="2409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70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91994" y="1851090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Pupi, tenía </a:t>
            </a:r>
            <a:r>
              <a:rPr lang="es-CL" sz="3200" dirty="0"/>
              <a:t>4</a:t>
            </a:r>
            <a:r>
              <a:rPr lang="es-CL" sz="3200" dirty="0" smtClean="0"/>
              <a:t> flores, pero regaló 2 de ellos.</a:t>
            </a:r>
          </a:p>
          <a:p>
            <a:endParaRPr lang="es-CL" sz="3200" b="1" dirty="0"/>
          </a:p>
          <a:p>
            <a:r>
              <a:rPr lang="es-CL" sz="3200" b="1" dirty="0" smtClean="0"/>
              <a:t>¿ Cuántas flores le quedaron en total?</a:t>
            </a:r>
            <a:endParaRPr lang="es-CL" sz="32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7"/>
          <a:stretch/>
        </p:blipFill>
        <p:spPr bwMode="auto">
          <a:xfrm>
            <a:off x="991994" y="3828668"/>
            <a:ext cx="1563782" cy="2047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9"/>
          <a:stretch/>
        </p:blipFill>
        <p:spPr bwMode="auto">
          <a:xfrm>
            <a:off x="2486503" y="3960690"/>
            <a:ext cx="1462449" cy="185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9"/>
          <a:stretch/>
        </p:blipFill>
        <p:spPr bwMode="auto">
          <a:xfrm>
            <a:off x="3949932" y="3828668"/>
            <a:ext cx="1462449" cy="185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9"/>
          <a:stretch/>
        </p:blipFill>
        <p:spPr bwMode="auto">
          <a:xfrm>
            <a:off x="5386694" y="3862601"/>
            <a:ext cx="1462449" cy="185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143" y="3828667"/>
            <a:ext cx="1323257" cy="1858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991994" y="1340768"/>
            <a:ext cx="732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Resuelve los siguientes problemas simples matemáticos.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838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991994" y="1851090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Pupi es un perro muy regalón. Él tenía 1 juguete y sus amos le regalaron 3 más</a:t>
            </a:r>
            <a:endParaRPr lang="es-CL" sz="3200" dirty="0"/>
          </a:p>
          <a:p>
            <a:r>
              <a:rPr lang="es-CL" sz="3200" b="1" dirty="0" smtClean="0"/>
              <a:t>¿ Cuántos juguetes tiene en total?</a:t>
            </a:r>
            <a:endParaRPr lang="es-CL" sz="3200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991994" y="1340768"/>
            <a:ext cx="732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Resuelve los siguientes problemas simples matemáticos.</a:t>
            </a:r>
            <a:endParaRPr lang="es-CL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20750"/>
            <a:ext cx="1817037" cy="2384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1" t="11194" r="14331" b="9281"/>
          <a:stretch/>
        </p:blipFill>
        <p:spPr bwMode="auto">
          <a:xfrm>
            <a:off x="3350444" y="4404392"/>
            <a:ext cx="1277954" cy="141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6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991994" y="1851090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En la mesa habían 3 pasteles y Pupi se comió 2 de ellos.</a:t>
            </a:r>
            <a:endParaRPr lang="es-CL" sz="3200" b="1" dirty="0"/>
          </a:p>
          <a:p>
            <a:r>
              <a:rPr lang="es-CL" sz="3200" b="1" dirty="0" smtClean="0"/>
              <a:t>¿ Cuántos pasteles quedaron en total?</a:t>
            </a:r>
            <a:endParaRPr lang="es-CL" sz="3200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991994" y="1340768"/>
            <a:ext cx="7324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Resuelve los siguientes problemas simples matemáticos.</a:t>
            </a:r>
            <a:endParaRPr lang="es-CL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20749"/>
            <a:ext cx="2016224" cy="264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" r="6478"/>
          <a:stretch/>
        </p:blipFill>
        <p:spPr bwMode="auto">
          <a:xfrm>
            <a:off x="3546764" y="4404459"/>
            <a:ext cx="1413488" cy="128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" r="6478"/>
          <a:stretch/>
        </p:blipFill>
        <p:spPr bwMode="auto">
          <a:xfrm>
            <a:off x="5072230" y="3848425"/>
            <a:ext cx="1413488" cy="128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4" r="6478"/>
          <a:stretch/>
        </p:blipFill>
        <p:spPr bwMode="auto">
          <a:xfrm>
            <a:off x="6492855" y="4515838"/>
            <a:ext cx="1413488" cy="128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021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212976"/>
            <a:ext cx="2011363" cy="264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822723" y="1412776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Pupi tiene un collar, pero  su amo le regaló 4 más.</a:t>
            </a:r>
            <a:endParaRPr lang="es-CL" sz="3200" dirty="0"/>
          </a:p>
          <a:p>
            <a:r>
              <a:rPr lang="es-CL" sz="3200" b="1" dirty="0" smtClean="0"/>
              <a:t>¿ Cuántos collares tiene en total?</a:t>
            </a:r>
            <a:endParaRPr lang="es-CL" sz="3200" b="1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05" b="28242"/>
          <a:stretch/>
        </p:blipFill>
        <p:spPr bwMode="auto">
          <a:xfrm>
            <a:off x="1040433" y="3344667"/>
            <a:ext cx="2143125" cy="969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558" y="3566193"/>
            <a:ext cx="2139950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36" y="4536157"/>
            <a:ext cx="2139950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00" y="4889376"/>
            <a:ext cx="2139950" cy="96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21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22723" y="1412776"/>
            <a:ext cx="72728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El amo de Pupi lo bañó. Pupi tenía 5 pulgas, pero 2 pulgas se murieron. </a:t>
            </a:r>
          </a:p>
          <a:p>
            <a:r>
              <a:rPr lang="es-CL" sz="3200" b="1" dirty="0" smtClean="0"/>
              <a:t>¿ Cuántas pulgas le quedaron a Pupi en total?</a:t>
            </a:r>
            <a:endParaRPr lang="es-CL" sz="32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924944"/>
            <a:ext cx="2224163" cy="292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3474879"/>
            <a:ext cx="1140636" cy="1495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212976"/>
            <a:ext cx="1140637" cy="14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173" y="3738735"/>
            <a:ext cx="1061082" cy="1393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59" y="5132436"/>
            <a:ext cx="899393" cy="1181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39" y="4851783"/>
            <a:ext cx="1023181" cy="1341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6728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22723" y="1412776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En el cumpleaños de Pupi habían 4 perritos en total, pero 2 se fueron.</a:t>
            </a:r>
          </a:p>
          <a:p>
            <a:r>
              <a:rPr lang="es-CL" sz="3200" b="1" dirty="0" smtClean="0"/>
              <a:t>¿ Cuántos perritos quedaron en total?</a:t>
            </a:r>
            <a:endParaRPr lang="es-CL" sz="32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23" y="3330985"/>
            <a:ext cx="1761145" cy="231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331" y="3354680"/>
            <a:ext cx="1800200" cy="229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2"/>
          <a:stretch/>
        </p:blipFill>
        <p:spPr bwMode="auto">
          <a:xfrm>
            <a:off x="2583868" y="3407582"/>
            <a:ext cx="1819275" cy="234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143" y="3616704"/>
            <a:ext cx="1797516" cy="192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9119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822723" y="1412776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Pupi tenía 3 casas, pero su dueña decidió regalar 2.</a:t>
            </a:r>
          </a:p>
          <a:p>
            <a:r>
              <a:rPr lang="es-CL" sz="3200" b="1" dirty="0" smtClean="0"/>
              <a:t>¿ Cuántos casitas le quedaron a Pupi?</a:t>
            </a:r>
            <a:endParaRPr lang="es-CL" sz="32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24944"/>
            <a:ext cx="2224163" cy="292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7" b="20615"/>
          <a:stretch/>
        </p:blipFill>
        <p:spPr bwMode="auto">
          <a:xfrm>
            <a:off x="2627784" y="3140968"/>
            <a:ext cx="2047875" cy="153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87" b="20615"/>
          <a:stretch/>
        </p:blipFill>
        <p:spPr bwMode="auto">
          <a:xfrm>
            <a:off x="4459127" y="3140967"/>
            <a:ext cx="2047875" cy="153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0" t="10387" r="8815" b="20615"/>
          <a:stretch/>
        </p:blipFill>
        <p:spPr bwMode="auto">
          <a:xfrm>
            <a:off x="6400800" y="3175426"/>
            <a:ext cx="1694731" cy="1537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806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822723" y="1412776"/>
            <a:ext cx="7272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smtClean="0"/>
              <a:t>En el cumpleaños de </a:t>
            </a:r>
            <a:r>
              <a:rPr lang="es-CL" sz="3200" dirty="0"/>
              <a:t>P</a:t>
            </a:r>
            <a:r>
              <a:rPr lang="es-CL" sz="3200" dirty="0" smtClean="0"/>
              <a:t>upi habían 5 globos, pero se reventaron 4.</a:t>
            </a:r>
          </a:p>
          <a:p>
            <a:r>
              <a:rPr lang="es-CL" sz="3200" b="1" dirty="0" smtClean="0"/>
              <a:t>¿ Cuántos GLOBOS quedaron en total?</a:t>
            </a:r>
            <a:endParaRPr lang="es-CL" sz="3200" b="1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2982436"/>
            <a:ext cx="2320875" cy="305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003574"/>
            <a:ext cx="1039255" cy="13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003574"/>
            <a:ext cx="1039255" cy="13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769" y="4671594"/>
            <a:ext cx="1039255" cy="13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027505"/>
            <a:ext cx="1039255" cy="13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651" y="4526454"/>
            <a:ext cx="1039255" cy="137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8855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294</Words>
  <Application>Microsoft Office PowerPoint</Application>
  <PresentationFormat>Presentación en pantalla (4:3)</PresentationFormat>
  <Paragraphs>40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12</cp:revision>
  <dcterms:created xsi:type="dcterms:W3CDTF">2020-01-21T20:04:22Z</dcterms:created>
  <dcterms:modified xsi:type="dcterms:W3CDTF">2020-01-21T22:05:09Z</dcterms:modified>
</cp:coreProperties>
</file>