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9" r:id="rId2"/>
    <p:sldId id="256" r:id="rId3"/>
    <p:sldId id="258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57" r:id="rId31"/>
  </p:sldIdLst>
  <p:sldSz cx="12192000" cy="6858000"/>
  <p:notesSz cx="6858000" cy="9144000"/>
  <p:custDataLst>
    <p:tags r:id="rId33"/>
  </p:custData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54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038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88325-BFDF-46EB-84E3-18F549C41F1C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348BC-2F98-40B1-BBC0-9D7E0EB934F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531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0068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273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092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3583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387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44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0076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660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8599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1337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4206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487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8026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2947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179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5519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7659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5523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588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8853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58960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46845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3451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6200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5250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2183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95742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6266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1836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348BC-2F98-40B1-BBC0-9D7E0EB934FE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8145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196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782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900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539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281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259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360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52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90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622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D06EF-CD22-44E3-A8DF-55E114874AB4}" type="datetimeFigureOut">
              <a:rPr lang="es-CL" smtClean="0"/>
              <a:t>28-09-2020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68045-6B3F-4D10-8BE7-D670D6B730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897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audio" Target="../media/audio2.wav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audio" Target="../media/audio2.wav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3" y="427942"/>
            <a:ext cx="3979420" cy="5579034"/>
          </a:xfrm>
          <a:prstGeom prst="rect">
            <a:avLst/>
          </a:prstGeom>
        </p:spPr>
      </p:pic>
      <p:pic>
        <p:nvPicPr>
          <p:cNvPr id="8" name="Picture 2" descr="Resultado de imagen para bote 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22791" flipH="1">
            <a:off x="4967201" y="4092357"/>
            <a:ext cx="2096338" cy="210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0587" y="4090582"/>
            <a:ext cx="889874" cy="98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094694" y="2579226"/>
            <a:ext cx="5072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Ayuda a Monkey  a regresar a casa</a:t>
            </a:r>
            <a:endParaRPr lang="es-CL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Imagen 6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9248" y="346952"/>
            <a:ext cx="3109229" cy="14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9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04 0.0081 L 0.00195 -0.03264 C 0.01302 -0.04167 0.02969 -0.0463 0.04713 -0.0463 C 0.06693 -0.0463 0.08268 -0.04167 0.09388 -0.03264 L 0.14713 0.0081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9" y="-27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4 x 8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611120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2" name="MALA 1">
            <a:hlinkClick r:id="" action="ppaction://noaction">
              <a:snd r:embed="rId8" name="big_explosion.wav"/>
            </a:hlinkClick>
          </p:cNvPr>
          <p:cNvSpPr/>
          <p:nvPr/>
        </p:nvSpPr>
        <p:spPr>
          <a:xfrm>
            <a:off x="1688113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5 x 6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9" action="ppaction://hlinksldjump"/>
          </p:cNvPr>
          <p:cNvSpPr/>
          <p:nvPr/>
        </p:nvSpPr>
        <p:spPr>
          <a:xfrm>
            <a:off x="11135961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MALA 1">
            <a:hlinkClick r:id="" action="ppaction://noaction">
              <a:snd r:embed="rId8" name="big_explosion.wav"/>
            </a:hlinkClick>
          </p:cNvPr>
          <p:cNvSpPr/>
          <p:nvPr/>
        </p:nvSpPr>
        <p:spPr>
          <a:xfrm>
            <a:off x="2749968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8" name="big_explosion.wav"/>
            </a:hlinkClick>
          </p:cNvPr>
          <p:cNvSpPr/>
          <p:nvPr/>
        </p:nvSpPr>
        <p:spPr>
          <a:xfrm>
            <a:off x="8947707" y="298884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8" name="big_explosion.wav"/>
            </a:hlinkClick>
          </p:cNvPr>
          <p:cNvSpPr/>
          <p:nvPr/>
        </p:nvSpPr>
        <p:spPr>
          <a:xfrm>
            <a:off x="10009562" y="298884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15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66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3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1514684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21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5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854506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494040" y="47986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523648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27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866801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890564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17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8 x 8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7 x 6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9536218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78742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462797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522167" y="334793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551775" y="33623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92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273" y="1499526"/>
            <a:ext cx="3039949" cy="351185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7" y="2134869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5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811730" y="2334400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10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421413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63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9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0260702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78225" y="508115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62280" y="508115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292372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276537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18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2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611120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5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0028813" y="295721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823586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705274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013318" y="295721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044308" y="296879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72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1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11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438311" y="481563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33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4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947707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91570" y="479903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338302" y="481563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42387" y="296879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913390" y="295967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44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2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3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571316" y="47986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7 x 5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944740" y="293941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617632" y="479526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550950" y="479526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933794" y="293945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42387" y="293540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7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2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749968" y="5569870"/>
            <a:ext cx="844061" cy="651981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4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1135961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673605" y="5569870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572306" y="5569870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21982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920683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36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07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8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1514684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9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947707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81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581366" y="47986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509995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032377" y="296879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63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31078" y="296879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72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91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9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11 x 4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9536218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27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380389" y="509799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44704" y="509697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550911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479540" y="336363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28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78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1676538" y="554285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2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8939059" y="300831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749968" y="554285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570137" y="555070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09562" y="300872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013318" y="299775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17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6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515381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5 x 5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9790440" y="296879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461713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439857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822280" y="295721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758600" y="295721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2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11 x 1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5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0431592" y="321570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11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415839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57566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336557" y="321570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2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314701" y="321570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89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3 x 8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611120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4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1135961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666229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607956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09562" y="295721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951289" y="295721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47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6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655113" y="473445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8 x 2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10933488" y="293540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749968" y="473445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691695" y="473445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02717" y="293540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844444" y="293540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19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9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120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9030734" y="329596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506531" y="5094050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111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448258" y="5094050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139836" y="329596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89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81563" y="329596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99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2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10 x 8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653554" y="548753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6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0" name="BUENA">
            <a:hlinkClick r:id="rId8" action="ppaction://hlinksldjump"/>
          </p:cNvPr>
          <p:cNvSpPr/>
          <p:nvPr/>
        </p:nvSpPr>
        <p:spPr>
          <a:xfrm>
            <a:off x="11013318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15027" y="29414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856754" y="29414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498130" y="548753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8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439857" y="548753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27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4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455619" y="48292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1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1" name="MALA 1">
            <a:hlinkClick r:id="rId8" action="ppaction://hlinksldjump"/>
          </p:cNvPr>
          <p:cNvSpPr/>
          <p:nvPr/>
        </p:nvSpPr>
        <p:spPr>
          <a:xfrm>
            <a:off x="9866801" y="300954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81796" y="48292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323523" y="48292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9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853623" y="298818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836031" y="298818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11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84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3 x 4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2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0431592" y="327336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364521" y="32583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306248" y="32583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437028" y="508115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78755" y="508115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17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7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611120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3 x 6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1135961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21214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962941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709452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651179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77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8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4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1514684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28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8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947707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610210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468175" y="481309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932183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873910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77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36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7 x 8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9 x 5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9026766" y="320472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134012" y="320472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75739" y="3204727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435619" y="505920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77346" y="505920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46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24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3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611120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11 x 5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1135961" y="298181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748625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33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690352" y="557080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3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049161" y="298140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990888" y="298140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66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32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7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306344" y="47986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49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1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947707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283248" y="47986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24975" y="47986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77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2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013318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11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3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55045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99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3 x 1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1172882" y="513610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2 x 2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8651810" y="3215705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546645" y="322304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596137" y="323262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BUENA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205403" y="513145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83833" y="5131456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9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34" y="566884"/>
            <a:ext cx="4484998" cy="426074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" y="2384547"/>
            <a:ext cx="3848517" cy="416995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4301775" y="4672339"/>
            <a:ext cx="2096338" cy="2185661"/>
            <a:chOff x="4301775" y="4672339"/>
            <a:chExt cx="2096338" cy="2185661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2628" y="4672339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952584" y="4009645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9 x 10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384517" y="537718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12 x 7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8854506" y="307876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84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0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42512" y="307876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1103993" y="307876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316588" y="538497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99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36324" y="537718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80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24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25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44" y="566884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56" y="2158604"/>
            <a:ext cx="4484998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689192" y="4035169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714844" y="3251932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7 x 9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2464891" y="4913014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63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9142316" y="1949493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5 x 1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9" name="MALA 1">
            <a:hlinkClick r:id="rId8" action="ppaction://hlinksldjump"/>
          </p:cNvPr>
          <p:cNvSpPr/>
          <p:nvPr/>
        </p:nvSpPr>
        <p:spPr>
          <a:xfrm>
            <a:off x="8947707" y="2955783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92813" y="492235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67748" y="4922358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66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922392" y="293540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0936761" y="2928890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15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14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Resultado de imagen para nubes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8" y="2706700"/>
            <a:ext cx="3039949" cy="405890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822" y="683010"/>
            <a:ext cx="3039111" cy="4260748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3310080" y="4634198"/>
            <a:ext cx="2096338" cy="2188893"/>
            <a:chOff x="4301775" y="4669107"/>
            <a:chExt cx="2096338" cy="2188893"/>
          </a:xfrm>
        </p:grpSpPr>
        <p:pic>
          <p:nvPicPr>
            <p:cNvPr id="1026" name="Picture 2" descr="Resultado de imagen para bote 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22791" flipH="1">
              <a:off x="4301775" y="4750112"/>
              <a:ext cx="2096338" cy="2107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0274" y="4669107"/>
              <a:ext cx="90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ángulo redondeado 17"/>
          <p:cNvSpPr/>
          <p:nvPr/>
        </p:nvSpPr>
        <p:spPr>
          <a:xfrm>
            <a:off x="8728279" y="1776338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10 x 5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19" name="BUENA"/>
          <p:cNvSpPr/>
          <p:nvPr/>
        </p:nvSpPr>
        <p:spPr>
          <a:xfrm>
            <a:off x="314695" y="5095599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32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7" name="Rectángulo redondeado 26"/>
          <p:cNvSpPr/>
          <p:nvPr/>
        </p:nvSpPr>
        <p:spPr>
          <a:xfrm>
            <a:off x="464740" y="4089309"/>
            <a:ext cx="2293033" cy="78779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rgbClr val="C00000"/>
                </a:solidFill>
              </a:rPr>
              <a:t>4 x 8 = ?</a:t>
            </a:r>
            <a:endParaRPr lang="es-CL" sz="3200" b="1" dirty="0">
              <a:solidFill>
                <a:srgbClr val="C00000"/>
              </a:solidFill>
            </a:endParaRPr>
          </a:p>
        </p:txBody>
      </p:sp>
      <p:sp>
        <p:nvSpPr>
          <p:cNvPr id="28" name="BUENA">
            <a:hlinkClick r:id="rId8" action="ppaction://hlinksldjump"/>
          </p:cNvPr>
          <p:cNvSpPr/>
          <p:nvPr/>
        </p:nvSpPr>
        <p:spPr>
          <a:xfrm>
            <a:off x="10431592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50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8498104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70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4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9467729" y="3349191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60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25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1304333" y="508115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30</a:t>
            </a:r>
            <a:endParaRPr lang="es-CL" sz="2800" b="1" dirty="0">
              <a:solidFill>
                <a:srgbClr val="FFC000"/>
              </a:solidFill>
            </a:endParaRPr>
          </a:p>
        </p:txBody>
      </p:sp>
      <p:sp>
        <p:nvSpPr>
          <p:cNvPr id="31" name="MALA 1">
            <a:hlinkClick r:id="" action="ppaction://noaction">
              <a:snd r:embed="rId9" name="big_explosion.wav"/>
            </a:hlinkClick>
          </p:cNvPr>
          <p:cNvSpPr/>
          <p:nvPr/>
        </p:nvSpPr>
        <p:spPr>
          <a:xfrm>
            <a:off x="2349263" y="5081152"/>
            <a:ext cx="844061" cy="633046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FFC000"/>
                </a:solidFill>
              </a:rPr>
              <a:t>33</a:t>
            </a:r>
            <a:endParaRPr lang="es-CL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07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0.2944 -0.1324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Resultado de imagen para nubes 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1" y="346952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esultado de imagen para nubes 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57" y="309333"/>
            <a:ext cx="3154172" cy="203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0" y="3711810"/>
            <a:ext cx="12192000" cy="3146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84" y="472755"/>
            <a:ext cx="3674004" cy="5150849"/>
          </a:xfrm>
          <a:prstGeom prst="rect">
            <a:avLst/>
          </a:prstGeom>
        </p:spPr>
      </p:pic>
      <p:pic>
        <p:nvPicPr>
          <p:cNvPr id="7" name="Picture 2" descr="Resultado de imagen para bote 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7209">
            <a:off x="6177489" y="4092966"/>
            <a:ext cx="2096338" cy="210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46690" y="3842578"/>
            <a:ext cx="1167381" cy="12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952"/>
            <a:ext cx="3979420" cy="5579034"/>
          </a:xfrm>
          <a:prstGeom prst="rect">
            <a:avLst/>
          </a:prstGeom>
        </p:spPr>
      </p:pic>
      <p:pic>
        <p:nvPicPr>
          <p:cNvPr id="1026" name="Picture 2" descr="Banano, MontÃ³n, Frutas, Los Alimentos, PlÃ¡tano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64387" y="4409647"/>
            <a:ext cx="680792" cy="59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521" y="1718396"/>
            <a:ext cx="5395428" cy="1518036"/>
          </a:xfrm>
          <a:prstGeom prst="rect">
            <a:avLst/>
          </a:prstGeom>
        </p:spPr>
      </p:pic>
      <p:sp>
        <p:nvSpPr>
          <p:cNvPr id="13" name="Elipse 12">
            <a:hlinkClick r:id="" action="ppaction://hlinkshowjump?jump=endshow"/>
          </p:cNvPr>
          <p:cNvSpPr/>
          <p:nvPr/>
        </p:nvSpPr>
        <p:spPr>
          <a:xfrm>
            <a:off x="10477406" y="977369"/>
            <a:ext cx="1368000" cy="1368000"/>
          </a:xfrm>
          <a:prstGeom prst="ellipse">
            <a:avLst/>
          </a:prstGeom>
          <a:solidFill>
            <a:srgbClr val="00B0F0"/>
          </a:solidFill>
          <a:ln w="762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Super Mario 256" pitchFamily="2" charset="0"/>
              </a:rPr>
              <a:t>salir</a:t>
            </a:r>
            <a:endParaRPr lang="es-CL" dirty="0">
              <a:latin typeface="Super Mario 256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23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  <p:sndAc>
          <p:stSnd>
            <p:snd r:embed="rId3" name="applause.wav"/>
          </p:stSnd>
        </p:sndAc>
      </p:transition>
    </mc:Choice>
    <mc:Fallback xmlns="">
      <p:transition spd="med" advClick="0">
        <p:fade/>
        <p:sndAc>
          <p:stSnd>
            <p:snd r:embed="rId10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0.00247 -0.167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-838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FIRST_PUBLISH" val="1"/>
  <p:tag name="ISPRING_PRESENTATION_TITLE" val="AYUDA A PIKACHU"/>
  <p:tag name="ISPRING_LMS_API_VERSION" val="SCORM 1.2"/>
  <p:tag name="ISPRING_ULTRA_SCORM_COURSE_ID" val="03B69331-4604-403A-970D-527A6BC52AB8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uFFFD\uFFFD&lt;{3F144AC7-C9DB-4C3A-984C-AAA2D0842C9D}&quot;,&quot;C:\\Users\\mandy\\OneDrive\\Escritorio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QUIZZES" val="0"/>
  <p:tag name="ISPRING_SCORM_PASSING_SCORE" val="100.00000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486</Words>
  <Application>Microsoft Office PowerPoint</Application>
  <PresentationFormat>Panorámica</PresentationFormat>
  <Paragraphs>256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Super Mario 256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AYUDA A PIKACHU</dc:title>
  <dc:creator>Marisol Ramos</dc:creator>
  <cp:lastModifiedBy>profesor.racr@gmail.com</cp:lastModifiedBy>
  <cp:revision>64</cp:revision>
  <dcterms:created xsi:type="dcterms:W3CDTF">2018-03-29T19:35:34Z</dcterms:created>
  <dcterms:modified xsi:type="dcterms:W3CDTF">2020-09-28T17:54:29Z</dcterms:modified>
</cp:coreProperties>
</file>