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F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37" autoAdjust="0"/>
  </p:normalViewPr>
  <p:slideViewPr>
    <p:cSldViewPr>
      <p:cViewPr varScale="1">
        <p:scale>
          <a:sx n="67" d="100"/>
          <a:sy n="67" d="100"/>
        </p:scale>
        <p:origin x="-147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CL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CL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C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6EA2B-8E9F-49F4-A88E-90BB0047E90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2CEF95A-69CE-4FCE-BCA8-73B179C4C534}" type="slidenum">
              <a:rPr lang="es-CL" smtClean="0"/>
              <a:t>‹Nº›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4" b="4778"/>
          <a:stretch/>
        </p:blipFill>
        <p:spPr bwMode="auto">
          <a:xfrm>
            <a:off x="20038" y="0"/>
            <a:ext cx="912396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269651" y="870991"/>
            <a:ext cx="662473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60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Snap ITC" pitchFamily="82" charset="0"/>
              </a:rPr>
              <a:t>Los 5 sentidos </a:t>
            </a:r>
            <a:endParaRPr lang="es-ES" sz="60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Snap ITC" pitchFamily="82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556" y="2823140"/>
            <a:ext cx="3566170" cy="237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394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45" y="2939801"/>
            <a:ext cx="2448272" cy="3134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571" y="2924943"/>
            <a:ext cx="2077829" cy="3134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551237" y="404664"/>
            <a:ext cx="7907911" cy="1754326"/>
          </a:xfrm>
          <a:prstGeom prst="rect">
            <a:avLst/>
          </a:prstGeom>
          <a:ln w="38100">
            <a:solidFill>
              <a:srgbClr val="00B0F0"/>
            </a:solidFill>
            <a:prstDash val="lgDashDot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tx1"/>
                </a:solidFill>
                <a:latin typeface="Snap ITC" pitchFamily="82" charset="0"/>
              </a:rPr>
              <a:t>¿ Cómo nos sentimos Hoy?</a:t>
            </a:r>
            <a:endParaRPr lang="es-E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tx1"/>
              </a:solidFill>
              <a:latin typeface="Snap ITC" pitchFamily="82" charset="0"/>
            </a:endParaRP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417" y="2924943"/>
            <a:ext cx="2883719" cy="3158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588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2" y="4810225"/>
            <a:ext cx="1872208" cy="187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39" y="1628800"/>
            <a:ext cx="2304256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323" y="4365104"/>
            <a:ext cx="2952043" cy="187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9" y="1772816"/>
            <a:ext cx="3168352" cy="269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295" y="3547349"/>
            <a:ext cx="2053630" cy="2525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375438" y="188640"/>
            <a:ext cx="4987885" cy="1200329"/>
          </a:xfrm>
          <a:prstGeom prst="rect">
            <a:avLst/>
          </a:prstGeom>
          <a:ln w="38100">
            <a:prstDash val="lg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7200" dirty="0" smtClean="0">
                <a:ln w="38100">
                  <a:solidFill>
                    <a:schemeClr val="tx1"/>
                  </a:solidFill>
                </a:ln>
                <a:solidFill>
                  <a:srgbClr val="00B050"/>
                </a:solidFill>
                <a:latin typeface="Snap ITC" pitchFamily="82" charset="0"/>
              </a:rPr>
              <a:t>La vista </a:t>
            </a:r>
            <a:endParaRPr lang="es-CL" sz="7200" dirty="0">
              <a:ln w="38100">
                <a:solidFill>
                  <a:schemeClr val="tx1"/>
                </a:solidFill>
              </a:ln>
              <a:solidFill>
                <a:srgbClr val="00B050"/>
              </a:solidFill>
              <a:latin typeface="Snap ITC" pitchFamily="82" charset="0"/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17"/>
          <a:stretch/>
        </p:blipFill>
        <p:spPr bwMode="auto">
          <a:xfrm>
            <a:off x="5652121" y="188640"/>
            <a:ext cx="2520280" cy="132359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190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75438" y="188640"/>
            <a:ext cx="4987885" cy="1200329"/>
          </a:xfrm>
          <a:prstGeom prst="rect">
            <a:avLst/>
          </a:prstGeom>
          <a:solidFill>
            <a:srgbClr val="FFFF00"/>
          </a:solidFill>
          <a:ln w="38100">
            <a:solidFill>
              <a:srgbClr val="0070C0"/>
            </a:solidFill>
            <a:prstDash val="lgDashDot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7200" dirty="0" smtClean="0">
                <a:solidFill>
                  <a:srgbClr val="00B050"/>
                </a:solidFill>
                <a:latin typeface="Snap ITC" pitchFamily="82" charset="0"/>
              </a:rPr>
              <a:t>El olfato  </a:t>
            </a:r>
            <a:endParaRPr lang="es-CL" sz="7200" dirty="0">
              <a:solidFill>
                <a:srgbClr val="00B050"/>
              </a:solidFill>
              <a:latin typeface="Snap ITC" pitchFamily="82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7" t="13659" r="19748" b="7450"/>
          <a:stretch/>
        </p:blipFill>
        <p:spPr bwMode="auto">
          <a:xfrm>
            <a:off x="375438" y="1448780"/>
            <a:ext cx="2664296" cy="3079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88640"/>
            <a:ext cx="2520280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532" y="2736906"/>
            <a:ext cx="2147581" cy="2727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3" t="10322" r="7168" b="23843"/>
          <a:stretch/>
        </p:blipFill>
        <p:spPr bwMode="auto">
          <a:xfrm>
            <a:off x="2041150" y="4725144"/>
            <a:ext cx="2181379" cy="1935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078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375438" y="188640"/>
            <a:ext cx="4987885" cy="1200329"/>
          </a:xfrm>
          <a:prstGeom prst="rect">
            <a:avLst/>
          </a:prstGeom>
          <a:ln w="38100">
            <a:prstDash val="lgDashDot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7200" dirty="0" smtClean="0">
                <a:solidFill>
                  <a:srgbClr val="00B050"/>
                </a:solidFill>
                <a:latin typeface="Snap ITC" pitchFamily="82" charset="0"/>
              </a:rPr>
              <a:t>El tacto  </a:t>
            </a:r>
            <a:endParaRPr lang="es-CL" sz="7200" dirty="0">
              <a:solidFill>
                <a:srgbClr val="00B050"/>
              </a:solidFill>
              <a:latin typeface="Snap ITC" pitchFamily="82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8" t="4943" r="7092" b="50608"/>
          <a:stretch/>
        </p:blipFill>
        <p:spPr bwMode="auto">
          <a:xfrm>
            <a:off x="5540275" y="188640"/>
            <a:ext cx="2848150" cy="1899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79" y="1540977"/>
            <a:ext cx="2545513" cy="2201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73" y="4604136"/>
            <a:ext cx="28575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675" y="2551829"/>
            <a:ext cx="2337274" cy="2812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8" t="8853" r="17793" b="7093"/>
          <a:stretch/>
        </p:blipFill>
        <p:spPr bwMode="auto">
          <a:xfrm>
            <a:off x="6660232" y="4052638"/>
            <a:ext cx="2025015" cy="2652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753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 txBox="1">
            <a:spLocks noGrp="1"/>
          </p:cNvSpPr>
          <p:nvPr>
            <p:ph type="title"/>
          </p:nvPr>
        </p:nvSpPr>
        <p:spPr>
          <a:xfrm>
            <a:off x="457200" y="217309"/>
            <a:ext cx="4978896" cy="1200329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3"/>
          </a:lnRef>
          <a:fillRef idx="1002">
            <a:schemeClr val="lt2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72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Snap ITC" pitchFamily="82" charset="0"/>
              </a:rPr>
              <a:t>El gusto  </a:t>
            </a:r>
            <a:endParaRPr lang="es-CL" sz="7200" dirty="0">
              <a:solidFill>
                <a:schemeClr val="accent2">
                  <a:lumMod val="60000"/>
                  <a:lumOff val="40000"/>
                </a:schemeClr>
              </a:solidFill>
              <a:latin typeface="Snap ITC" pitchFamily="82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17032"/>
            <a:ext cx="2448272" cy="2736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60648"/>
            <a:ext cx="2856247" cy="322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521" y="1840223"/>
            <a:ext cx="2484276" cy="2445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645024"/>
            <a:ext cx="2520280" cy="3144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482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 Título"/>
          <p:cNvSpPr txBox="1">
            <a:spLocks noGrp="1"/>
          </p:cNvSpPr>
          <p:nvPr>
            <p:ph type="title"/>
          </p:nvPr>
        </p:nvSpPr>
        <p:spPr>
          <a:xfrm>
            <a:off x="457200" y="217309"/>
            <a:ext cx="5194920" cy="1200329"/>
          </a:xfrm>
          <a:prstGeom prst="rect">
            <a:avLst/>
          </a:prstGeom>
          <a:ln>
            <a:prstDash val="lgDash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7200" smtClean="0">
                <a:ln w="57150"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Snap ITC" pitchFamily="82" charset="0"/>
              </a:rPr>
              <a:t>El Oído</a:t>
            </a:r>
            <a:r>
              <a:rPr lang="es-CL" sz="7200" smtClean="0">
                <a:ln w="57150"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Snap ITC" pitchFamily="82" charset="0"/>
              </a:rPr>
              <a:t>  </a:t>
            </a:r>
            <a:endParaRPr lang="es-CL" sz="7200" dirty="0">
              <a:ln w="57150">
                <a:solidFill>
                  <a:schemeClr val="tx1"/>
                </a:solidFill>
              </a:ln>
              <a:solidFill>
                <a:schemeClr val="accent2">
                  <a:lumMod val="60000"/>
                  <a:lumOff val="40000"/>
                </a:schemeClr>
              </a:solidFill>
              <a:latin typeface="Snap ITC" pitchFamily="82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04664"/>
            <a:ext cx="2232248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87"/>
          <a:stretch/>
        </p:blipFill>
        <p:spPr bwMode="auto">
          <a:xfrm>
            <a:off x="395536" y="1772816"/>
            <a:ext cx="2225377" cy="2501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5" r="50078"/>
          <a:stretch/>
        </p:blipFill>
        <p:spPr bwMode="auto">
          <a:xfrm>
            <a:off x="3131840" y="2204864"/>
            <a:ext cx="1826492" cy="3283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46396"/>
            <a:ext cx="3235821" cy="323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68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55" y="1196752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395536" y="188640"/>
            <a:ext cx="7992888" cy="830997"/>
          </a:xfrm>
          <a:prstGeom prst="rect">
            <a:avLst/>
          </a:prstGeom>
          <a:ln>
            <a:prstDash val="lgDashDotDot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dirty="0" smtClean="0">
                <a:ln>
                  <a:solidFill>
                    <a:schemeClr val="tx1"/>
                  </a:solidFill>
                  <a:prstDash val="lgDashDot"/>
                </a:ln>
                <a:latin typeface="Arial" pitchFamily="34" charset="0"/>
                <a:cs typeface="Arial" pitchFamily="34" charset="0"/>
              </a:rPr>
              <a:t>Actividad: Marca con una ( X ) Los sentidos que utilizamos al usar los objetos. </a:t>
            </a:r>
            <a:endParaRPr lang="es-CL" sz="2400" dirty="0">
              <a:ln>
                <a:solidFill>
                  <a:schemeClr val="tx1"/>
                </a:solidFill>
                <a:prstDash val="lgDashDot"/>
              </a:ln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49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97</TotalTime>
  <Words>36</Words>
  <Application>Microsoft Office PowerPoint</Application>
  <PresentationFormat>Presentación en pantalla (4:3)</PresentationFormat>
  <Paragraphs>8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Mirador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El gusto  </vt:lpstr>
      <vt:lpstr>El Oído  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13</cp:revision>
  <dcterms:created xsi:type="dcterms:W3CDTF">2019-02-09T23:34:03Z</dcterms:created>
  <dcterms:modified xsi:type="dcterms:W3CDTF">2019-03-16T22:04:04Z</dcterms:modified>
</cp:coreProperties>
</file>