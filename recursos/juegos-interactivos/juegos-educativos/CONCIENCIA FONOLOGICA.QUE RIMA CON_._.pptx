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5" r:id="rId9"/>
    <p:sldId id="266" r:id="rId10"/>
    <p:sldId id="267" r:id="rId11"/>
    <p:sldId id="268" r:id="rId12"/>
    <p:sldId id="271" r:id="rId13"/>
    <p:sldId id="269" r:id="rId14"/>
    <p:sldId id="270" r:id="rId15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CB6206-0DB2-4739-AAD9-6B643CE9D477}" v="2" dt="2020-06-08T20:40:42.1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velyn Ramirez" userId="84c7842f5a131fc1" providerId="Windows Live" clId="Web-{43CB6206-0DB2-4739-AAD9-6B643CE9D477}"/>
    <pc:docChg chg="modSld">
      <pc:chgData name="Evelyn Ramirez" userId="84c7842f5a131fc1" providerId="Windows Live" clId="Web-{43CB6206-0DB2-4739-AAD9-6B643CE9D477}" dt="2020-06-08T20:40:42.135" v="1" actId="1076"/>
      <pc:docMkLst>
        <pc:docMk/>
      </pc:docMkLst>
      <pc:sldChg chg="modSp">
        <pc:chgData name="Evelyn Ramirez" userId="84c7842f5a131fc1" providerId="Windows Live" clId="Web-{43CB6206-0DB2-4739-AAD9-6B643CE9D477}" dt="2020-06-08T20:40:42.135" v="1" actId="1076"/>
        <pc:sldMkLst>
          <pc:docMk/>
          <pc:sldMk cId="2473224737" sldId="259"/>
        </pc:sldMkLst>
        <pc:picChg chg="mod">
          <ac:chgData name="Evelyn Ramirez" userId="84c7842f5a131fc1" providerId="Windows Live" clId="Web-{43CB6206-0DB2-4739-AAD9-6B643CE9D477}" dt="2020-06-08T20:40:42.135" v="1" actId="1076"/>
          <ac:picMkLst>
            <pc:docMk/>
            <pc:sldMk cId="2473224737" sldId="259"/>
            <ac:picMk id="4098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D5B59-23FD-46A2-AB09-C6007931E3B2}" type="datetimeFigureOut">
              <a:rPr lang="es-CL" smtClean="0"/>
              <a:t>08-06-2020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B2E6B-A041-489A-906B-36BC9E40360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88471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D5B59-23FD-46A2-AB09-C6007931E3B2}" type="datetimeFigureOut">
              <a:rPr lang="es-CL" smtClean="0"/>
              <a:t>08-06-2020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B2E6B-A041-489A-906B-36BC9E40360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0406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D5B59-23FD-46A2-AB09-C6007931E3B2}" type="datetimeFigureOut">
              <a:rPr lang="es-CL" smtClean="0"/>
              <a:t>08-06-2020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B2E6B-A041-489A-906B-36BC9E40360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61378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D5B59-23FD-46A2-AB09-C6007931E3B2}" type="datetimeFigureOut">
              <a:rPr lang="es-CL" smtClean="0"/>
              <a:t>08-06-2020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B2E6B-A041-489A-906B-36BC9E40360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3959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D5B59-23FD-46A2-AB09-C6007931E3B2}" type="datetimeFigureOut">
              <a:rPr lang="es-CL" smtClean="0"/>
              <a:t>08-06-2020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B2E6B-A041-489A-906B-36BC9E40360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37692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D5B59-23FD-46A2-AB09-C6007931E3B2}" type="datetimeFigureOut">
              <a:rPr lang="es-CL" smtClean="0"/>
              <a:t>08-06-2020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B2E6B-A041-489A-906B-36BC9E40360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17875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D5B59-23FD-46A2-AB09-C6007931E3B2}" type="datetimeFigureOut">
              <a:rPr lang="es-CL" smtClean="0"/>
              <a:t>08-06-2020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B2E6B-A041-489A-906B-36BC9E40360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06499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D5B59-23FD-46A2-AB09-C6007931E3B2}" type="datetimeFigureOut">
              <a:rPr lang="es-CL" smtClean="0"/>
              <a:t>08-06-2020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B2E6B-A041-489A-906B-36BC9E40360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08660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D5B59-23FD-46A2-AB09-C6007931E3B2}" type="datetimeFigureOut">
              <a:rPr lang="es-CL" smtClean="0"/>
              <a:t>08-06-2020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B2E6B-A041-489A-906B-36BC9E40360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22834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D5B59-23FD-46A2-AB09-C6007931E3B2}" type="datetimeFigureOut">
              <a:rPr lang="es-CL" smtClean="0"/>
              <a:t>08-06-2020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B2E6B-A041-489A-906B-36BC9E40360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79061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D5B59-23FD-46A2-AB09-C6007931E3B2}" type="datetimeFigureOut">
              <a:rPr lang="es-CL" smtClean="0"/>
              <a:t>08-06-2020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B2E6B-A041-489A-906B-36BC9E40360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17418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2D5B59-23FD-46A2-AB09-C6007931E3B2}" type="datetimeFigureOut">
              <a:rPr lang="es-CL" smtClean="0"/>
              <a:t>08-06-2020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1B2E6B-A041-489A-906B-36BC9E40360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56189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jpe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jpeg"/><Relationship Id="rId7" Type="http://schemas.openxmlformats.org/officeDocument/2006/relationships/image" Target="../media/image4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30" y="0"/>
            <a:ext cx="911867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1071524" y="2060322"/>
            <a:ext cx="7026282" cy="923330"/>
          </a:xfrm>
          <a:prstGeom prst="rect">
            <a:avLst/>
          </a:prstGeom>
          <a:ln w="5715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s-ES" sz="5400" b="1" cap="none" spc="0" dirty="0">
                <a:ln>
                  <a:prstDash val="solid"/>
                </a:ln>
                <a:solidFill>
                  <a:schemeClr val="tx1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  <a:latin typeface="Berlin Sans FB Demi" pitchFamily="34" charset="0"/>
              </a:rPr>
              <a:t>Conciencia fonológica </a:t>
            </a: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9" t="42988" r="4033"/>
          <a:stretch/>
        </p:blipFill>
        <p:spPr bwMode="auto">
          <a:xfrm>
            <a:off x="1078285" y="3014055"/>
            <a:ext cx="7026282" cy="24576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 rot="20973555">
            <a:off x="1429116" y="753926"/>
            <a:ext cx="4671365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s-ES" sz="4400" b="1" dirty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¿ Qué rima con….?</a:t>
            </a:r>
            <a:endParaRPr lang="es-ES" sz="4400" b="1" cap="none" spc="0" dirty="0">
              <a:ln>
                <a:prstDash val="solid"/>
              </a:ln>
              <a:gradFill rotWithShape="1">
                <a:gsLst>
                  <a:gs pos="0">
                    <a:schemeClr val="accent4">
                      <a:tint val="70000"/>
                      <a:satMod val="200000"/>
                    </a:schemeClr>
                  </a:gs>
                  <a:gs pos="40000">
                    <a:schemeClr val="accent4">
                      <a:tint val="90000"/>
                      <a:satMod val="130000"/>
                    </a:schemeClr>
                  </a:gs>
                  <a:gs pos="50000">
                    <a:schemeClr val="accent4">
                      <a:tint val="90000"/>
                      <a:satMod val="130000"/>
                    </a:schemeClr>
                  </a:gs>
                  <a:gs pos="68000">
                    <a:schemeClr val="accent4">
                      <a:tint val="90000"/>
                      <a:satMod val="130000"/>
                    </a:schemeClr>
                  </a:gs>
                  <a:gs pos="100000">
                    <a:schemeClr val="accent4">
                      <a:tint val="70000"/>
                      <a:satMod val="200000"/>
                    </a:schemeClr>
                  </a:gs>
                </a:gsLst>
                <a:lin ang="5400000"/>
              </a:gradFill>
              <a:effectLst>
                <a:outerShdw blurRad="88000" dist="50800" dir="5040000" algn="tl">
                  <a:schemeClr val="accent4">
                    <a:tint val="80000"/>
                    <a:satMod val="250000"/>
                    <a:alpha val="4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71979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3" y="0"/>
            <a:ext cx="9120187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0026" y="1773823"/>
            <a:ext cx="3251180" cy="2528419"/>
          </a:xfrm>
          <a:prstGeom prst="rect">
            <a:avLst/>
          </a:prstGeom>
          <a:noFill/>
          <a:ln w="76200">
            <a:solidFill>
              <a:srgbClr val="0070C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5157192"/>
            <a:ext cx="2772098" cy="1166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1816" y="1773823"/>
            <a:ext cx="2031169" cy="1826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5895" y="4122620"/>
            <a:ext cx="1512169" cy="16179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953330" y="548680"/>
            <a:ext cx="63528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s-ES" sz="5400" b="1" dirty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¿ Qué rima con ……..?</a:t>
            </a:r>
          </a:p>
        </p:txBody>
      </p:sp>
    </p:spTree>
    <p:extLst>
      <p:ext uri="{BB962C8B-B14F-4D97-AF65-F5344CB8AC3E}">
        <p14:creationId xmlns:p14="http://schemas.microsoft.com/office/powerpoint/2010/main" val="3337543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" y="14377"/>
            <a:ext cx="9120187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953330" y="548680"/>
            <a:ext cx="63528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s-ES" sz="5400" b="1" dirty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¿ Qué rima con ……..?</a:t>
            </a:r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94" t="5950" r="8798"/>
          <a:stretch/>
        </p:blipFill>
        <p:spPr bwMode="auto">
          <a:xfrm>
            <a:off x="1907704" y="1736975"/>
            <a:ext cx="1800200" cy="2118780"/>
          </a:xfrm>
          <a:prstGeom prst="rect">
            <a:avLst/>
          </a:prstGeom>
          <a:noFill/>
          <a:ln w="76200">
            <a:solidFill>
              <a:srgbClr val="7030A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73" r="19571"/>
          <a:stretch/>
        </p:blipFill>
        <p:spPr bwMode="auto">
          <a:xfrm>
            <a:off x="5280933" y="3782913"/>
            <a:ext cx="1750486" cy="23823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4581127"/>
            <a:ext cx="2066773" cy="1584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31" y="1725653"/>
            <a:ext cx="2558689" cy="1818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73224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3" y="0"/>
            <a:ext cx="9120187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953330" y="548680"/>
            <a:ext cx="63528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s-ES" sz="5400" b="1" dirty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¿ Qué rima con ……..?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2284" y="1556792"/>
            <a:ext cx="3108921" cy="2677379"/>
          </a:xfrm>
          <a:prstGeom prst="rect">
            <a:avLst/>
          </a:prstGeom>
          <a:noFill/>
          <a:ln w="38100">
            <a:solidFill>
              <a:srgbClr val="7030A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4110394"/>
            <a:ext cx="1798055" cy="21722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1538211"/>
            <a:ext cx="2405063" cy="223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09" t="7423" r="2780" b="12997"/>
          <a:stretch/>
        </p:blipFill>
        <p:spPr bwMode="auto">
          <a:xfrm>
            <a:off x="3108575" y="4581128"/>
            <a:ext cx="1893986" cy="1734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27222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3" y="0"/>
            <a:ext cx="9120187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953330" y="548680"/>
            <a:ext cx="63528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s-ES" sz="5400" b="1" dirty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¿ Qué rima con ……..?</a:t>
            </a: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5449" y="1772817"/>
            <a:ext cx="1874589" cy="2088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4308" y="1585564"/>
            <a:ext cx="2805436" cy="2805436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7228" y="4149080"/>
            <a:ext cx="1750105" cy="1750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515"/>
          <a:stretch/>
        </p:blipFill>
        <p:spPr bwMode="auto">
          <a:xfrm>
            <a:off x="3146431" y="4474717"/>
            <a:ext cx="1966625" cy="1744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31766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3" y="0"/>
            <a:ext cx="9120187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953330" y="548680"/>
            <a:ext cx="63528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s-ES" sz="5400" b="1" dirty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¿ Qué rima con ……..?</a:t>
            </a: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1844824"/>
            <a:ext cx="2857500" cy="2238375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8210" y="4143485"/>
            <a:ext cx="1557770" cy="21869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4242852"/>
            <a:ext cx="1656185" cy="1988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5" name="Picture 7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64" t="2217" r="26359" b="3180"/>
          <a:stretch/>
        </p:blipFill>
        <p:spPr bwMode="auto">
          <a:xfrm>
            <a:off x="5580112" y="1505664"/>
            <a:ext cx="1944216" cy="2434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18884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3" y="0"/>
            <a:ext cx="9120187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953330" y="548680"/>
            <a:ext cx="63528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s-ES" sz="5400" b="1" dirty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¿ Qué rima con ……..?</a:t>
            </a: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1484586"/>
            <a:ext cx="2431910" cy="2376462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660765">
            <a:off x="2650385" y="4122657"/>
            <a:ext cx="2050612" cy="2050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8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1453429"/>
            <a:ext cx="2742811" cy="2146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9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8045" y="3861048"/>
            <a:ext cx="2376264" cy="19032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77154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3" y="0"/>
            <a:ext cx="9120187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953330" y="548680"/>
            <a:ext cx="63528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s-ES" sz="5400" b="1" dirty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¿ Qué rima con ……..?</a:t>
            </a:r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1700808"/>
            <a:ext cx="2406826" cy="2448272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7870" y="1567470"/>
            <a:ext cx="2266417" cy="22664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6" name="Picture 6" descr="Resultado de imagen para dibujo elefante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7156" y="3861048"/>
            <a:ext cx="2473196" cy="2319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7" name="Picture 7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17"/>
          <a:stretch/>
        </p:blipFill>
        <p:spPr bwMode="auto">
          <a:xfrm>
            <a:off x="2943008" y="4437112"/>
            <a:ext cx="1905794" cy="1714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954029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3" y="0"/>
            <a:ext cx="9120187" cy="6858000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953330" y="548680"/>
            <a:ext cx="63528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s-ES" sz="5400" b="1" dirty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¿ Qué rima con ……..?</a:t>
            </a:r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1194" y="1506647"/>
            <a:ext cx="2607099" cy="2426409"/>
          </a:xfrm>
          <a:prstGeom prst="rect">
            <a:avLst/>
          </a:prstGeom>
          <a:noFill/>
          <a:ln w="57150">
            <a:solidFill>
              <a:srgbClr val="0070C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3982" y="1506646"/>
            <a:ext cx="2115557" cy="21155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0932" y="3639358"/>
            <a:ext cx="1805227" cy="21199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70" name="Picture 6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9485" y="4221088"/>
            <a:ext cx="1966424" cy="17996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70886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3" y="0"/>
            <a:ext cx="9120187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953330" y="548680"/>
            <a:ext cx="63528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s-ES" sz="5400" b="1" dirty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¿ Qué rima con ……..?</a:t>
            </a:r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1472010"/>
            <a:ext cx="2129244" cy="2329980"/>
          </a:xfrm>
          <a:prstGeom prst="rect">
            <a:avLst/>
          </a:prstGeom>
          <a:noFill/>
          <a:ln w="38100">
            <a:solidFill>
              <a:srgbClr val="0070C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1506357"/>
            <a:ext cx="2329980" cy="2329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3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080344">
            <a:off x="5820627" y="3508908"/>
            <a:ext cx="1618117" cy="2940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4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4005064"/>
            <a:ext cx="3043325" cy="2234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732686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3" y="0"/>
            <a:ext cx="9120187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953330" y="548680"/>
            <a:ext cx="63528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s-ES" sz="5400" b="1" dirty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¿ Qué rima con ……..?</a:t>
            </a:r>
          </a:p>
        </p:txBody>
      </p:sp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660491"/>
            <a:ext cx="3366599" cy="2516882"/>
          </a:xfrm>
          <a:prstGeom prst="rect">
            <a:avLst/>
          </a:prstGeom>
          <a:noFill/>
          <a:ln w="38100">
            <a:solidFill>
              <a:srgbClr val="7030A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1648450"/>
            <a:ext cx="3034058" cy="2217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1169" y="3865646"/>
            <a:ext cx="2457994" cy="20648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8" name="Picture 6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87" b="7887"/>
          <a:stretch/>
        </p:blipFill>
        <p:spPr bwMode="auto">
          <a:xfrm>
            <a:off x="2411760" y="4581128"/>
            <a:ext cx="2706029" cy="17094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977433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3" y="0"/>
            <a:ext cx="9120187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88" name="Picture 4" descr="Resultado de imagen para que rima con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67" t="26222" r="59287" b="19211"/>
          <a:stretch/>
        </p:blipFill>
        <p:spPr bwMode="auto">
          <a:xfrm>
            <a:off x="1259632" y="1401059"/>
            <a:ext cx="2736304" cy="4055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8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382" y="404664"/>
            <a:ext cx="7108825" cy="1622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90" name="Picture 6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67" t="9661" r="13641" b="13627"/>
          <a:stretch/>
        </p:blipFill>
        <p:spPr bwMode="auto">
          <a:xfrm>
            <a:off x="4160769" y="1556792"/>
            <a:ext cx="1820950" cy="22784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91" name="Picture 7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0464" y="4256435"/>
            <a:ext cx="2304755" cy="1732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93" name="Picture 9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99" t="16674" r="15632" b="17171"/>
          <a:stretch/>
        </p:blipFill>
        <p:spPr bwMode="auto">
          <a:xfrm>
            <a:off x="5907554" y="1624168"/>
            <a:ext cx="2231659" cy="2211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94" name="Picture 10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353" y="4091034"/>
            <a:ext cx="1919990" cy="2063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231495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3" y="0"/>
            <a:ext cx="9120187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953330" y="548680"/>
            <a:ext cx="63528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s-ES" sz="5400" b="1" dirty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¿ Qué rima con ……..?</a:t>
            </a:r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8" t="25818" r="11315" b="16362"/>
          <a:stretch/>
        </p:blipFill>
        <p:spPr bwMode="auto">
          <a:xfrm>
            <a:off x="1440873" y="1579418"/>
            <a:ext cx="6456218" cy="3943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457375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3" y="0"/>
            <a:ext cx="9120187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953330" y="548680"/>
            <a:ext cx="63528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s-ES" sz="5400" b="1" dirty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¿ Qué rima con ……..?</a:t>
            </a:r>
          </a:p>
        </p:txBody>
      </p:sp>
      <p:pic>
        <p:nvPicPr>
          <p:cNvPr id="15363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08" t="26465" r="49091" b="18259"/>
          <a:stretch/>
        </p:blipFill>
        <p:spPr bwMode="auto">
          <a:xfrm>
            <a:off x="1181555" y="1631641"/>
            <a:ext cx="3389652" cy="33005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5" name="Picture 5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81" r="12663" b="8980"/>
          <a:stretch/>
        </p:blipFill>
        <p:spPr bwMode="auto">
          <a:xfrm>
            <a:off x="4789096" y="1830613"/>
            <a:ext cx="2014079" cy="1622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6" name="Picture 6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76" t="13443" r="9361" b="14576"/>
          <a:stretch/>
        </p:blipFill>
        <p:spPr bwMode="auto">
          <a:xfrm>
            <a:off x="3099272" y="4647009"/>
            <a:ext cx="2284319" cy="15733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70" name="Picture 10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3429000"/>
            <a:ext cx="1974056" cy="24360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1117165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67</Words>
  <Application>Microsoft Office PowerPoint</Application>
  <PresentationFormat>Presentación en pantalla (4:3)</PresentationFormat>
  <Paragraphs>14</Paragraphs>
  <Slides>14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5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Alvarado</dc:creator>
  <cp:lastModifiedBy>Manuel Alvarado</cp:lastModifiedBy>
  <cp:revision>14</cp:revision>
  <dcterms:created xsi:type="dcterms:W3CDTF">2019-02-11T21:56:49Z</dcterms:created>
  <dcterms:modified xsi:type="dcterms:W3CDTF">2020-06-08T20:40:46Z</dcterms:modified>
</cp:coreProperties>
</file>