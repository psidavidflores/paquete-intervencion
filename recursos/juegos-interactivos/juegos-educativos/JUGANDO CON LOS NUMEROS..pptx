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9" r:id="rId4"/>
    <p:sldId id="260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974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589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641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644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173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174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381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98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47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52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517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2C8EF-F770-4852-9E54-E0C976ED0FFE}" type="datetimeFigureOut">
              <a:rPr lang="es-CL" smtClean="0"/>
              <a:t>12-06-2019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B3728-C469-47EE-B99B-88FB57E023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633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58"/>
            <a:ext cx="9144000" cy="683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 rot="20939939">
            <a:off x="1116515" y="946696"/>
            <a:ext cx="580832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Los números </a:t>
            </a:r>
            <a:endParaRPr lang="es-ES" sz="8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10"/>
          <a:stretch/>
        </p:blipFill>
        <p:spPr bwMode="auto">
          <a:xfrm rot="21002883">
            <a:off x="4684617" y="1969279"/>
            <a:ext cx="2639197" cy="153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46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47"/>
          <a:stretch/>
        </p:blipFill>
        <p:spPr bwMode="auto">
          <a:xfrm>
            <a:off x="884517" y="1306812"/>
            <a:ext cx="2232248" cy="1676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94" y="3056116"/>
            <a:ext cx="2520280" cy="165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 descr="Resultado de imagen para dibujos de arbol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94" y="4797152"/>
            <a:ext cx="1406133" cy="20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Resultado de imagen para dibujos de arbol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54" y="4870638"/>
            <a:ext cx="1295742" cy="189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Elipse"/>
          <p:cNvSpPr/>
          <p:nvPr/>
        </p:nvSpPr>
        <p:spPr>
          <a:xfrm>
            <a:off x="3768971" y="1841999"/>
            <a:ext cx="1368152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3</a:t>
            </a:r>
            <a:endParaRPr lang="es-CL" dirty="0"/>
          </a:p>
        </p:txBody>
      </p:sp>
      <p:sp>
        <p:nvSpPr>
          <p:cNvPr id="12" name="11 Elipse"/>
          <p:cNvSpPr/>
          <p:nvPr/>
        </p:nvSpPr>
        <p:spPr>
          <a:xfrm>
            <a:off x="5710068" y="1759285"/>
            <a:ext cx="1368152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</a:p>
        </p:txBody>
      </p:sp>
      <p:sp>
        <p:nvSpPr>
          <p:cNvPr id="13" name="12 Elipse"/>
          <p:cNvSpPr/>
          <p:nvPr/>
        </p:nvSpPr>
        <p:spPr>
          <a:xfrm>
            <a:off x="7383410" y="1759285"/>
            <a:ext cx="1368152" cy="122413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</a:p>
        </p:txBody>
      </p:sp>
      <p:sp>
        <p:nvSpPr>
          <p:cNvPr id="14" name="13 Elipse"/>
          <p:cNvSpPr/>
          <p:nvPr/>
        </p:nvSpPr>
        <p:spPr>
          <a:xfrm>
            <a:off x="7383410" y="3520809"/>
            <a:ext cx="1368152" cy="122413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</a:p>
        </p:txBody>
      </p:sp>
      <p:sp>
        <p:nvSpPr>
          <p:cNvPr id="15" name="14 Elipse"/>
          <p:cNvSpPr/>
          <p:nvPr/>
        </p:nvSpPr>
        <p:spPr>
          <a:xfrm>
            <a:off x="5580112" y="3520809"/>
            <a:ext cx="1368152" cy="122413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</a:p>
        </p:txBody>
      </p:sp>
      <p:sp>
        <p:nvSpPr>
          <p:cNvPr id="16" name="15 Elipse"/>
          <p:cNvSpPr/>
          <p:nvPr/>
        </p:nvSpPr>
        <p:spPr>
          <a:xfrm>
            <a:off x="3768971" y="3488165"/>
            <a:ext cx="1368152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</a:p>
        </p:txBody>
      </p:sp>
      <p:sp>
        <p:nvSpPr>
          <p:cNvPr id="17" name="16 Elipse"/>
          <p:cNvSpPr/>
          <p:nvPr/>
        </p:nvSpPr>
        <p:spPr>
          <a:xfrm>
            <a:off x="7400953" y="5215508"/>
            <a:ext cx="1368152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</a:p>
        </p:txBody>
      </p:sp>
      <p:sp>
        <p:nvSpPr>
          <p:cNvPr id="18" name="17 Elipse"/>
          <p:cNvSpPr/>
          <p:nvPr/>
        </p:nvSpPr>
        <p:spPr>
          <a:xfrm>
            <a:off x="5734178" y="5215508"/>
            <a:ext cx="1368152" cy="122413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4</a:t>
            </a:r>
            <a:endParaRPr lang="es-CL" dirty="0"/>
          </a:p>
        </p:txBody>
      </p:sp>
      <p:sp>
        <p:nvSpPr>
          <p:cNvPr id="19" name="18 Elipse"/>
          <p:cNvSpPr/>
          <p:nvPr/>
        </p:nvSpPr>
        <p:spPr>
          <a:xfrm>
            <a:off x="3971847" y="5215508"/>
            <a:ext cx="1368152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539551" y="188640"/>
            <a:ext cx="8212011" cy="954107"/>
          </a:xfrm>
          <a:prstGeom prst="rect">
            <a:avLst/>
          </a:prstGeom>
          <a:ln w="28575">
            <a:prstDash val="lgDas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 smtClean="0"/>
              <a:t>Actividad: </a:t>
            </a:r>
            <a:r>
              <a:rPr lang="es-CL" sz="2800" dirty="0" smtClean="0"/>
              <a:t>Cuenta la cantidad de elementos y marca con una ( x) el número que corresponda.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97046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0" t="5146" r="13896"/>
          <a:stretch/>
        </p:blipFill>
        <p:spPr bwMode="auto">
          <a:xfrm>
            <a:off x="179511" y="1917732"/>
            <a:ext cx="3048563" cy="4361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14" y="1917732"/>
            <a:ext cx="305435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745" y="1844824"/>
            <a:ext cx="305435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395536" y="188640"/>
            <a:ext cx="8352928" cy="830997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  <a:r>
              <a:rPr lang="es-CL" sz="2400" dirty="0" smtClean="0"/>
              <a:t>Ayuda a Juanito a tener cabello.  Dibuja la cantidad de pelitos según el número. </a:t>
            </a:r>
            <a:endParaRPr lang="es-CL" sz="24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6" t="13928" r="24250" b="16127"/>
          <a:stretch/>
        </p:blipFill>
        <p:spPr bwMode="auto">
          <a:xfrm>
            <a:off x="1089745" y="5013176"/>
            <a:ext cx="1228094" cy="165946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213" y="5017617"/>
            <a:ext cx="1368152" cy="1655023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11311" r="21802" b="11208"/>
          <a:stretch/>
        </p:blipFill>
        <p:spPr bwMode="auto">
          <a:xfrm>
            <a:off x="6922339" y="4877562"/>
            <a:ext cx="1429161" cy="1781730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956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96" y="4581128"/>
            <a:ext cx="8404990" cy="2063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521296" y="130360"/>
            <a:ext cx="8064896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dirty="0" smtClean="0">
                <a:ln>
                  <a:solidFill>
                    <a:schemeClr val="tx1"/>
                  </a:solidFill>
                  <a:prstDash val="dashDot"/>
                </a:ln>
                <a:latin typeface="Arial Rounded MT Bold" pitchFamily="34" charset="0"/>
              </a:rPr>
              <a:t>Actividad: Une cada número con los dedos correspondientes</a:t>
            </a:r>
            <a:r>
              <a:rPr lang="es-CL" dirty="0" smtClean="0">
                <a:ln>
                  <a:solidFill>
                    <a:schemeClr val="tx1"/>
                  </a:solidFill>
                  <a:prstDash val="dashDot"/>
                </a:ln>
              </a:rPr>
              <a:t>.</a:t>
            </a:r>
            <a:endParaRPr lang="es-CL" dirty="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6" t="20791" r="25325" b="16234"/>
          <a:stretch/>
        </p:blipFill>
        <p:spPr bwMode="auto">
          <a:xfrm>
            <a:off x="2195736" y="1258186"/>
            <a:ext cx="1537427" cy="208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1" t="13596" r="29086" b="14460"/>
          <a:stretch/>
        </p:blipFill>
        <p:spPr bwMode="auto">
          <a:xfrm>
            <a:off x="5812699" y="1216933"/>
            <a:ext cx="1368152" cy="204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5" t="13908" r="19644" b="17435"/>
          <a:stretch/>
        </p:blipFill>
        <p:spPr bwMode="auto">
          <a:xfrm>
            <a:off x="7429772" y="1165107"/>
            <a:ext cx="1496514" cy="214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3" t="17092" r="16269" b="17866"/>
          <a:stretch/>
        </p:blipFill>
        <p:spPr bwMode="auto">
          <a:xfrm>
            <a:off x="3901002" y="1216933"/>
            <a:ext cx="1584177" cy="214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84449"/>
            <a:ext cx="1386408" cy="197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5" t="13908" r="19644" b="17435"/>
          <a:stretch/>
        </p:blipFill>
        <p:spPr bwMode="auto">
          <a:xfrm>
            <a:off x="7582172" y="1317507"/>
            <a:ext cx="1496514" cy="214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93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97" y="3266349"/>
            <a:ext cx="2475477" cy="359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5" y="3145998"/>
            <a:ext cx="2471641" cy="367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931" y="3234427"/>
            <a:ext cx="2474913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395536" y="260648"/>
            <a:ext cx="8715704" cy="1296144"/>
          </a:xfrm>
          <a:prstGeom prst="cloudCallout">
            <a:avLst>
              <a:gd name="adj1" fmla="val -26874"/>
              <a:gd name="adj2" fmla="val 7425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>
                <a:latin typeface="Arial Rounded MT Bold" pitchFamily="34" charset="0"/>
              </a:rPr>
              <a:t>Actividad: Dibuja la cantidad de bolitas al interior del frasco según el número.</a:t>
            </a:r>
            <a:endParaRPr lang="es-CL" dirty="0">
              <a:latin typeface="Arial Rounded MT Bold" pitchFamily="34" charset="0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784" y="2003098"/>
            <a:ext cx="891301" cy="126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879" y="1497861"/>
            <a:ext cx="1150312" cy="16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697" y="1651497"/>
            <a:ext cx="1207381" cy="1536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810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949"/>
            <a:ext cx="2765670" cy="2765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020" y="5010641"/>
            <a:ext cx="3139299" cy="1847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800" y="1628800"/>
            <a:ext cx="3552606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902" y="5155923"/>
            <a:ext cx="2676098" cy="157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630" y="3165257"/>
            <a:ext cx="3386621" cy="199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2765669" y="268644"/>
            <a:ext cx="6022665" cy="1216140"/>
          </a:xfrm>
          <a:prstGeom prst="cloudCallout">
            <a:avLst>
              <a:gd name="adj1" fmla="val -59134"/>
              <a:gd name="adj2" fmla="val 12206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Actividad: </a:t>
            </a:r>
            <a:r>
              <a:rPr lang="es-CL" dirty="0" smtClean="0"/>
              <a:t>Dibuja la cantidad de  huevitos en cada nido según el número. </a:t>
            </a:r>
            <a:endParaRPr lang="es-CL" dirty="0"/>
          </a:p>
        </p:txBody>
      </p:sp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4" y="5225039"/>
            <a:ext cx="1007498" cy="14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0" t="4361" r="17676" b="18754"/>
          <a:stretch/>
        </p:blipFill>
        <p:spPr bwMode="auto">
          <a:xfrm>
            <a:off x="1432701" y="2867619"/>
            <a:ext cx="1008112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8" t="13092" r="25472" b="13229"/>
          <a:stretch/>
        </p:blipFill>
        <p:spPr bwMode="auto">
          <a:xfrm>
            <a:off x="5564800" y="5225039"/>
            <a:ext cx="896741" cy="14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4" t="11807" r="17659" b="10047"/>
          <a:stretch/>
        </p:blipFill>
        <p:spPr bwMode="auto">
          <a:xfrm>
            <a:off x="4288872" y="1714210"/>
            <a:ext cx="978433" cy="130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260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35" y="1224757"/>
            <a:ext cx="2988613" cy="2871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304" y="3501008"/>
            <a:ext cx="4330346" cy="2069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325488"/>
            <a:ext cx="4444986" cy="174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254" y="4839098"/>
            <a:ext cx="3764084" cy="180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30032" y="188640"/>
            <a:ext cx="8634456" cy="830997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/>
              <a:t>Actividad:  Dibuja en la bandeja pequeños pancitos según el número. </a:t>
            </a:r>
            <a:endParaRPr lang="es-CL" sz="2400" b="1" dirty="0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6" t="5619" r="10404" b="10838"/>
          <a:stretch/>
        </p:blipFill>
        <p:spPr bwMode="auto">
          <a:xfrm>
            <a:off x="3427296" y="3284984"/>
            <a:ext cx="928329" cy="105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239712"/>
            <a:ext cx="1011237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27" y="4782830"/>
            <a:ext cx="1217632" cy="1576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319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6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6176" b="3829"/>
          <a:stretch/>
        </p:blipFill>
        <p:spPr bwMode="auto">
          <a:xfrm>
            <a:off x="517419" y="3205200"/>
            <a:ext cx="2304256" cy="36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114317"/>
            <a:ext cx="2305050" cy="365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183040"/>
            <a:ext cx="2305050" cy="365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323528" y="188640"/>
            <a:ext cx="8496944" cy="1200329"/>
          </a:xfrm>
          <a:prstGeom prst="rect">
            <a:avLst/>
          </a:prstGeom>
          <a:ln w="28575">
            <a:prstDash val="lgDashDot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dirty="0" smtClean="0">
                <a:latin typeface="Arial Rounded MT Bold" pitchFamily="34" charset="0"/>
              </a:rPr>
              <a:t>Actividad:  </a:t>
            </a:r>
            <a:r>
              <a:rPr lang="es-CL" sz="2400" dirty="0">
                <a:latin typeface="Arial Rounded MT Bold" pitchFamily="34" charset="0"/>
              </a:rPr>
              <a:t>C</a:t>
            </a:r>
            <a:r>
              <a:rPr lang="es-CL" sz="2400" dirty="0" smtClean="0">
                <a:latin typeface="Arial Rounded MT Bold" pitchFamily="34" charset="0"/>
              </a:rPr>
              <a:t>arlitos por comer muchos dulces ha perdido sus dientes. Pinta la cantidad de dientes según el número indicado. </a:t>
            </a:r>
            <a:endParaRPr lang="es-CL" sz="2400" dirty="0">
              <a:latin typeface="Arial Rounded MT Bold" pitchFamily="34" charset="0"/>
            </a:endParaRPr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7" t="32820" r="32786" b="34359"/>
          <a:stretch/>
        </p:blipFill>
        <p:spPr bwMode="auto">
          <a:xfrm>
            <a:off x="6958493" y="1529903"/>
            <a:ext cx="1708528" cy="15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49" t="32873" b="33563"/>
          <a:stretch/>
        </p:blipFill>
        <p:spPr bwMode="auto">
          <a:xfrm>
            <a:off x="3775833" y="1564747"/>
            <a:ext cx="1592334" cy="1617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1" name="Picture 1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89" r="66982"/>
          <a:stretch/>
        </p:blipFill>
        <p:spPr bwMode="auto">
          <a:xfrm>
            <a:off x="1115616" y="1644034"/>
            <a:ext cx="1506184" cy="145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7795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242</TotalTime>
  <Words>121</Words>
  <Application>Microsoft Office PowerPoint</Application>
  <PresentationFormat>Presentación en pantalla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Objetivo:</dc:title>
  <dc:creator>Manuel Alvarado</dc:creator>
  <cp:lastModifiedBy>Manuel Alvarado</cp:lastModifiedBy>
  <cp:revision>18</cp:revision>
  <dcterms:created xsi:type="dcterms:W3CDTF">2018-09-27T23:19:03Z</dcterms:created>
  <dcterms:modified xsi:type="dcterms:W3CDTF">2019-06-13T04:18:32Z</dcterms:modified>
</cp:coreProperties>
</file>