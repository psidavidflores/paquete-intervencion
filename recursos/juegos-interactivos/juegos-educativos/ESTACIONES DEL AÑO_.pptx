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67" r:id="rId5"/>
    <p:sldId id="259" r:id="rId6"/>
    <p:sldId id="272" r:id="rId7"/>
    <p:sldId id="260" r:id="rId8"/>
    <p:sldId id="268" r:id="rId9"/>
    <p:sldId id="261" r:id="rId10"/>
    <p:sldId id="269" r:id="rId11"/>
    <p:sldId id="270" r:id="rId12"/>
    <p:sldId id="271" r:id="rId13"/>
    <p:sldId id="274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375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178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366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227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8286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73236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449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4011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113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610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1512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5E38-8FA6-49F9-A060-08E102F930A9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5AE3B-4395-4F05-B0BE-A37289BF929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2482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Resultado de imagen para estaciones del aÃ±o para niÃ±o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55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enta MÃ¡s Chocolate - RECURSOS PARA EDUCACIÃN INFANTIL: Carteles o RÃ³tulos de las CUATRO ESTACI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0" y="1"/>
            <a:ext cx="9128479" cy="674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41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Resultado de imagen para verano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3675881" y="1484784"/>
            <a:ext cx="26661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VERANO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040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sultado de imagen para BORDES COLORES AMAR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2" y="36512"/>
            <a:ext cx="9012654" cy="670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60820" y="1221665"/>
            <a:ext cx="262924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Bernard MT Condensed" pitchFamily="18" charset="0"/>
              </a:rPr>
              <a:t>VERANO:</a:t>
            </a:r>
            <a:endParaRPr lang="es-ES" sz="6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Bernard MT Condensed" pitchFamily="18" charset="0"/>
            </a:endParaRPr>
          </a:p>
        </p:txBody>
      </p:sp>
      <p:pic>
        <p:nvPicPr>
          <p:cNvPr id="8196" name="Picture 4" descr="Resultado de imagen para SOL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180" y="2993819"/>
            <a:ext cx="1928445" cy="1510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HELAd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3" t="1265" r="-4393" b="-1265"/>
          <a:stretch/>
        </p:blipFill>
        <p:spPr bwMode="auto">
          <a:xfrm>
            <a:off x="4290891" y="3435529"/>
            <a:ext cx="1409241" cy="108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15" y="2250711"/>
            <a:ext cx="1989517" cy="1989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Resultado de imagen para dibujo bloqueador solar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27"/>
          <a:stretch/>
        </p:blipFill>
        <p:spPr bwMode="auto">
          <a:xfrm>
            <a:off x="3080323" y="3585487"/>
            <a:ext cx="696606" cy="130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Resultado de imagen para dibujo lentes de sol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" t="27454" r="5007" b="29974"/>
          <a:stretch/>
        </p:blipFill>
        <p:spPr bwMode="auto">
          <a:xfrm>
            <a:off x="3896608" y="5013176"/>
            <a:ext cx="1803524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Resultado de imagen para polera dibuj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16" y="4504434"/>
            <a:ext cx="1752559" cy="137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Resultado de imagen para dibujo sandalias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26" b="10535"/>
          <a:stretch/>
        </p:blipFill>
        <p:spPr bwMode="auto">
          <a:xfrm>
            <a:off x="6142835" y="4504434"/>
            <a:ext cx="1613435" cy="1254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0" name="Picture 18" descr="Resultado de imagen para DIBUJO BIKINI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195" y="1274782"/>
            <a:ext cx="1961301" cy="192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2" name="Picture 20" descr="Resultado de imagen para DIBUJO SHORT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7" t="17706" r="6275" b="17232"/>
          <a:stretch/>
        </p:blipFill>
        <p:spPr bwMode="auto">
          <a:xfrm>
            <a:off x="6107364" y="1298694"/>
            <a:ext cx="1850076" cy="137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54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Resultado de imagen para dibujo de otoÃ±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674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4572000" y="4437112"/>
            <a:ext cx="23550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OTOÑO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045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COLORES AMAR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2" y="36512"/>
            <a:ext cx="9012654" cy="670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36262" y="1412776"/>
            <a:ext cx="25457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OTOÑO: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44" name="Picture 4" descr="Resultado de imagen para OTOÃO DIBUJ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262" y="2317332"/>
            <a:ext cx="6504090" cy="327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064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sultado de imagen para invierno para niÃ±os col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4" y="1052736"/>
            <a:ext cx="9143999" cy="580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0" y="7830"/>
            <a:ext cx="9036496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INVIERNO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905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COLORES AMAR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2" y="36512"/>
            <a:ext cx="9012654" cy="670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Resultado de imagen para niÃ±o en invierno dibuj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20888"/>
            <a:ext cx="1880262" cy="237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Resultado de imagen para dibujo de caf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330" y="1955631"/>
            <a:ext cx="1433309" cy="143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Resultado de imagen para lluvia dibuj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2061660"/>
            <a:ext cx="1903084" cy="188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Resultado de imagen para paraguas dibuj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330" y="3747822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Resultado de imagen para dibujo gorro de lan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206" y="4314315"/>
            <a:ext cx="1804227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2" name="Picture 16" descr="Resultado de imagen para dibujo de bota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199" y="4149081"/>
            <a:ext cx="1749410" cy="1749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92246" y="1038722"/>
            <a:ext cx="3262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INVIERNO: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335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4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3887416" y="5411450"/>
            <a:ext cx="5256584" cy="1446550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b="1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Primavera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294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COLORES AMAR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2" y="36512"/>
            <a:ext cx="9012654" cy="670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2748430" y="1268760"/>
            <a:ext cx="38649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rgbClr val="7030A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PRIMAVERA:</a:t>
            </a:r>
            <a:endParaRPr lang="es-ES" sz="5400" b="1" cap="none" spc="0" dirty="0">
              <a:ln w="11430"/>
              <a:solidFill>
                <a:srgbClr val="7030A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331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492896"/>
            <a:ext cx="2637267" cy="3270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esultado de imagen para ROPA PRIMAVER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5" y="2212694"/>
            <a:ext cx="4058205" cy="35509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Resultado de imagen para DIBUJO DE FLORE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12513"/>
            <a:ext cx="1208360" cy="150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Resultado de imagen para DIBUJO DE FLORE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898859"/>
            <a:ext cx="1080120" cy="134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74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COLORES AMAR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2" y="36512"/>
            <a:ext cx="9012654" cy="670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636912"/>
            <a:ext cx="2942481" cy="330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539552" y="1072480"/>
            <a:ext cx="876697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En qué estación del año se encuentra?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354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COLORES AMAR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2" y="36512"/>
            <a:ext cx="9012654" cy="670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539552" y="1072480"/>
            <a:ext cx="876697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En qué estación del año se encuentra?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1266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519030"/>
            <a:ext cx="4518503" cy="328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57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 descr="Resultado de imagen para BORDES COLORES AMARI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2" y="36512"/>
            <a:ext cx="9012654" cy="670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539552" y="1072480"/>
            <a:ext cx="8766975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¿ En qué estación del año se encuentra?</a:t>
            </a:r>
            <a:endParaRPr lang="es-ES" sz="4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5362" name="Picture 2" descr="Resultado de imagen para niÃ±a en primavera DIBU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1" t="15990" r="19244" b="16896"/>
          <a:stretch/>
        </p:blipFill>
        <p:spPr bwMode="auto">
          <a:xfrm>
            <a:off x="2794510" y="2519030"/>
            <a:ext cx="4257057" cy="3082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70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39</Words>
  <Application>Microsoft Office PowerPoint</Application>
  <PresentationFormat>Presentación en pantalla (4:3)</PresentationFormat>
  <Paragraphs>11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10</cp:revision>
  <dcterms:created xsi:type="dcterms:W3CDTF">2019-02-23T21:00:46Z</dcterms:created>
  <dcterms:modified xsi:type="dcterms:W3CDTF">2019-03-16T21:45:10Z</dcterms:modified>
</cp:coreProperties>
</file>