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8" r:id="rId6"/>
    <p:sldId id="267" r:id="rId7"/>
    <p:sldId id="266" r:id="rId8"/>
    <p:sldId id="269" r:id="rId9"/>
    <p:sldId id="270" r:id="rId10"/>
    <p:sldId id="262" r:id="rId11"/>
    <p:sldId id="271" r:id="rId12"/>
    <p:sldId id="272" r:id="rId13"/>
    <p:sldId id="273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91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751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02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622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670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995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806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011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13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65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942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C2DCE-841F-431F-913B-6D2EB60B27DF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873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04511" y="2967335"/>
            <a:ext cx="6734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204507" y="2967335"/>
            <a:ext cx="6734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 </a:t>
            </a:r>
            <a:endParaRPr lang="es-CL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445867" y="1844824"/>
            <a:ext cx="609622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Hoy aprenderemos: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8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877" y="3818930"/>
            <a:ext cx="1768227" cy="185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868" y="3890665"/>
            <a:ext cx="1552017" cy="162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40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CuadroTexto"/>
          <p:cNvSpPr txBox="1"/>
          <p:nvPr/>
        </p:nvSpPr>
        <p:spPr>
          <a:xfrm>
            <a:off x="1043608" y="980728"/>
            <a:ext cx="7344816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Identifica la cantidad de sílabas de cada imagen y escribe el número en el espacio asignado. </a:t>
            </a:r>
            <a:endParaRPr lang="es-CL" sz="2400" b="1" dirty="0"/>
          </a:p>
        </p:txBody>
      </p:sp>
      <p:pic>
        <p:nvPicPr>
          <p:cNvPr id="8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dibujo de empa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9"/>
          <a:stretch/>
        </p:blipFill>
        <p:spPr bwMode="auto">
          <a:xfrm>
            <a:off x="1331640" y="1965047"/>
            <a:ext cx="3816424" cy="308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611560" y="4828340"/>
            <a:ext cx="492154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Em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panada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703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Resultado de imagen para dibujo de galle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88" y="2636912"/>
            <a:ext cx="4028249" cy="225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Estrella de 10 puntas"/>
          <p:cNvSpPr/>
          <p:nvPr/>
        </p:nvSpPr>
        <p:spPr>
          <a:xfrm>
            <a:off x="5703495" y="3007005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Rectángulo"/>
          <p:cNvSpPr/>
          <p:nvPr/>
        </p:nvSpPr>
        <p:spPr>
          <a:xfrm>
            <a:off x="1013095" y="4797152"/>
            <a:ext cx="344261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Ga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lleta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392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5652120" y="3126401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70" name="Picture 2" descr="Resultado de imagen para dibujo de TOR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1" r="17676"/>
          <a:stretch/>
        </p:blipFill>
        <p:spPr bwMode="auto">
          <a:xfrm>
            <a:off x="1259632" y="1825620"/>
            <a:ext cx="3546764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82794" y="4797152"/>
            <a:ext cx="330321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 To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rta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310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266" name="Picture 2" descr="Resultado de imagen para DIBUJO DE BATIDO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92" y="1862826"/>
            <a:ext cx="4320479" cy="313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10447" y="4797152"/>
            <a:ext cx="404790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Ba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tidora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290" name="Picture 2" descr="Resultado de imagen para JUGUERA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94" y="1844824"/>
            <a:ext cx="367240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764214" y="4797152"/>
            <a:ext cx="394037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Ju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guera</a:t>
            </a:r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8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878687" y="1042768"/>
            <a:ext cx="73866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2525848" y="4797152"/>
            <a:ext cx="41710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8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3314" name="Picture 2" descr="Resultado de imagen para dibujo de queq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45" y="2132856"/>
            <a:ext cx="4748092" cy="314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833080" y="4797152"/>
            <a:ext cx="380264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Que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2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42" name="Picture 2" descr="Resultado de imagen para dibujo de PIZZ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664804"/>
            <a:ext cx="4504329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472774" y="4797152"/>
            <a:ext cx="252325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Pi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zza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218" name="Picture 2" descr="Resultado de imagen para DIBUJO DE PA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1" b="12444"/>
          <a:stretch/>
        </p:blipFill>
        <p:spPr bwMode="auto">
          <a:xfrm>
            <a:off x="827584" y="2348880"/>
            <a:ext cx="5012039" cy="256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734382" y="4797152"/>
            <a:ext cx="200003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8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Pan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Estrella de 10 puntas"/>
          <p:cNvSpPr/>
          <p:nvPr/>
        </p:nvSpPr>
        <p:spPr>
          <a:xfrm>
            <a:off x="6228184" y="3429000"/>
            <a:ext cx="2160240" cy="2385570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64" y="1772816"/>
            <a:ext cx="4094891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1169005" y="4797152"/>
            <a:ext cx="313079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80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</a:t>
            </a:r>
            <a:r>
              <a:rPr lang="es-ES" sz="80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cina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326" y="1966098"/>
            <a:ext cx="1368152" cy="143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654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40828" y="1042768"/>
            <a:ext cx="76623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Estrella de 10 puntas"/>
          <p:cNvSpPr/>
          <p:nvPr/>
        </p:nvSpPr>
        <p:spPr>
          <a:xfrm>
            <a:off x="6228184" y="3429000"/>
            <a:ext cx="2160240" cy="2385570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907254"/>
            <a:ext cx="1368152" cy="143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2525848" y="4797152"/>
            <a:ext cx="4171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1727148" y="4814486"/>
            <a:ext cx="284917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Salero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50" name="Picture 2" descr="Resultado de imagen para Saler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587" y="1966098"/>
            <a:ext cx="2666725" cy="283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15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Estrella de 10 puntas"/>
          <p:cNvSpPr/>
          <p:nvPr/>
        </p:nvSpPr>
        <p:spPr>
          <a:xfrm>
            <a:off x="6228184" y="3429000"/>
            <a:ext cx="2160240" cy="2385570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326" y="1966098"/>
            <a:ext cx="1368152" cy="143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302759" y="4797152"/>
            <a:ext cx="286328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80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Leche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Resultado de imagen para lech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824" y="1647782"/>
            <a:ext cx="2477153" cy="350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72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78686" y="1042768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Cuántas sílabas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tiene..?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Estrella de 10 puntas"/>
          <p:cNvSpPr/>
          <p:nvPr/>
        </p:nvSpPr>
        <p:spPr>
          <a:xfrm>
            <a:off x="6228184" y="3429000"/>
            <a:ext cx="2160240" cy="2385570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326" y="1966098"/>
            <a:ext cx="1368152" cy="143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157358" y="4666828"/>
            <a:ext cx="318869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Frutilla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074" name="Picture 2" descr="Resultado de imagen para frutil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1"/>
          <a:stretch/>
        </p:blipFill>
        <p:spPr bwMode="auto">
          <a:xfrm>
            <a:off x="1213421" y="1966098"/>
            <a:ext cx="3343241" cy="295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252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105</Words>
  <Application>Microsoft Office PowerPoint</Application>
  <PresentationFormat>Presentación en pantalla (4:3)</PresentationFormat>
  <Paragraphs>29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2019-04-10T03:43:47Z</dcterms:created>
  <dcterms:modified xsi:type="dcterms:W3CDTF">2019-06-18T02:55:06Z</dcterms:modified>
</cp:coreProperties>
</file>