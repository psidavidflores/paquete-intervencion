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792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0A53-9220-4EB5-A2B8-510B4FA6567B}" type="datetimeFigureOut">
              <a:rPr lang="es-CL" smtClean="0"/>
              <a:t>21-12-2019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EB16-5D06-4439-89BA-6E87A7D3890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42524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0A53-9220-4EB5-A2B8-510B4FA6567B}" type="datetimeFigureOut">
              <a:rPr lang="es-CL" smtClean="0"/>
              <a:t>21-12-2019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EB16-5D06-4439-89BA-6E87A7D3890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5657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0A53-9220-4EB5-A2B8-510B4FA6567B}" type="datetimeFigureOut">
              <a:rPr lang="es-CL" smtClean="0"/>
              <a:t>21-12-2019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EB16-5D06-4439-89BA-6E87A7D3890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08749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0A53-9220-4EB5-A2B8-510B4FA6567B}" type="datetimeFigureOut">
              <a:rPr lang="es-CL" smtClean="0"/>
              <a:t>21-12-2019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EB16-5D06-4439-89BA-6E87A7D3890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08001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0A53-9220-4EB5-A2B8-510B4FA6567B}" type="datetimeFigureOut">
              <a:rPr lang="es-CL" smtClean="0"/>
              <a:t>21-12-2019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EB16-5D06-4439-89BA-6E87A7D3890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25447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0A53-9220-4EB5-A2B8-510B4FA6567B}" type="datetimeFigureOut">
              <a:rPr lang="es-CL" smtClean="0"/>
              <a:t>21-12-2019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EB16-5D06-4439-89BA-6E87A7D3890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3004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0A53-9220-4EB5-A2B8-510B4FA6567B}" type="datetimeFigureOut">
              <a:rPr lang="es-CL" smtClean="0"/>
              <a:t>21-12-2019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EB16-5D06-4439-89BA-6E87A7D3890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32936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0A53-9220-4EB5-A2B8-510B4FA6567B}" type="datetimeFigureOut">
              <a:rPr lang="es-CL" smtClean="0"/>
              <a:t>21-12-2019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EB16-5D06-4439-89BA-6E87A7D3890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054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0A53-9220-4EB5-A2B8-510B4FA6567B}" type="datetimeFigureOut">
              <a:rPr lang="es-CL" smtClean="0"/>
              <a:t>21-12-2019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EB16-5D06-4439-89BA-6E87A7D3890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6347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0A53-9220-4EB5-A2B8-510B4FA6567B}" type="datetimeFigureOut">
              <a:rPr lang="es-CL" smtClean="0"/>
              <a:t>21-12-2019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EB16-5D06-4439-89BA-6E87A7D3890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6573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50A53-9220-4EB5-A2B8-510B4FA6567B}" type="datetimeFigureOut">
              <a:rPr lang="es-CL" smtClean="0"/>
              <a:t>21-12-2019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A7EB16-5D06-4439-89BA-6E87A7D3890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10456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C50A53-9220-4EB5-A2B8-510B4FA6567B}" type="datetimeFigureOut">
              <a:rPr lang="es-CL" smtClean="0"/>
              <a:t>21-12-2019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A7EB16-5D06-4439-89BA-6E87A7D3890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23291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861"/>
          <a:stretch/>
        </p:blipFill>
        <p:spPr bwMode="auto">
          <a:xfrm>
            <a:off x="0" y="9841"/>
            <a:ext cx="9163684" cy="6848159"/>
          </a:xfrm>
          <a:prstGeom prst="rect">
            <a:avLst/>
          </a:prstGeom>
          <a:noFill/>
          <a:ln w="76200">
            <a:solidFill>
              <a:srgbClr val="FFFF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2330217" y="476672"/>
            <a:ext cx="5196807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latin typeface="Cooper Black" pitchFamily="18" charset="0"/>
              </a:rPr>
              <a:t>Jugando </a:t>
            </a:r>
          </a:p>
          <a:p>
            <a:pPr algn="ctr"/>
            <a:r>
              <a:rPr lang="es-ES" sz="5400" b="1" cap="none" spc="0" dirty="0" smtClean="0">
                <a:ln>
                  <a:prstDash val="solid"/>
                </a:ln>
                <a:gradFill rotWithShape="1">
                  <a:gsLst>
                    <a:gs pos="0">
                      <a:schemeClr val="accent4">
                        <a:tint val="70000"/>
                        <a:satMod val="200000"/>
                      </a:schemeClr>
                    </a:gs>
                    <a:gs pos="40000">
                      <a:schemeClr val="accent4">
                        <a:tint val="90000"/>
                        <a:satMod val="130000"/>
                      </a:schemeClr>
                    </a:gs>
                    <a:gs pos="50000">
                      <a:schemeClr val="accent4">
                        <a:tint val="90000"/>
                        <a:satMod val="130000"/>
                      </a:schemeClr>
                    </a:gs>
                    <a:gs pos="68000">
                      <a:schemeClr val="accent4">
                        <a:tint val="90000"/>
                        <a:satMod val="130000"/>
                      </a:schemeClr>
                    </a:gs>
                    <a:gs pos="100000">
                      <a:schemeClr val="accent4">
                        <a:tint val="70000"/>
                        <a:satMod val="200000"/>
                      </a:schemeClr>
                    </a:gs>
                  </a:gsLst>
                  <a:lin ang="5400000"/>
                </a:gradFill>
                <a:latin typeface="Cooper Black" pitchFamily="18" charset="0"/>
              </a:rPr>
              <a:t>aprenderemos</a:t>
            </a:r>
            <a:endParaRPr lang="es-ES" sz="5400" b="1" cap="none" spc="0" dirty="0">
              <a:ln>
                <a:prstDash val="solid"/>
              </a:ln>
              <a:gradFill rotWithShape="1">
                <a:gsLst>
                  <a:gs pos="0">
                    <a:schemeClr val="accent4">
                      <a:tint val="70000"/>
                      <a:satMod val="200000"/>
                    </a:schemeClr>
                  </a:gs>
                  <a:gs pos="40000">
                    <a:schemeClr val="accent4">
                      <a:tint val="90000"/>
                      <a:satMod val="130000"/>
                    </a:schemeClr>
                  </a:gs>
                  <a:gs pos="50000">
                    <a:schemeClr val="accent4">
                      <a:tint val="90000"/>
                      <a:satMod val="130000"/>
                    </a:schemeClr>
                  </a:gs>
                  <a:gs pos="68000">
                    <a:schemeClr val="accent4">
                      <a:tint val="90000"/>
                      <a:satMod val="130000"/>
                    </a:schemeClr>
                  </a:gs>
                  <a:gs pos="100000">
                    <a:schemeClr val="accent4">
                      <a:tint val="70000"/>
                      <a:satMod val="200000"/>
                    </a:schemeClr>
                  </a:gs>
                </a:gsLst>
                <a:lin ang="5400000"/>
              </a:gradFill>
              <a:latin typeface="Cooper Black" pitchFamily="18" charset="0"/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936241" y="2046467"/>
            <a:ext cx="226273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11430"/>
                <a:solidFill>
                  <a:srgbClr val="7030A0"/>
                </a:solidFill>
                <a:latin typeface="Cooper Black" pitchFamily="18" charset="0"/>
              </a:rPr>
              <a:t>Vocal</a:t>
            </a:r>
            <a:r>
              <a:rPr lang="es-E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endParaRPr lang="es-E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030" name="Picture 6" descr="Resultado de imagen para dibujo vocal o color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48" t="21775" r="12544" b="23643"/>
          <a:stretch/>
        </p:blipFill>
        <p:spPr bwMode="auto">
          <a:xfrm>
            <a:off x="4024631" y="2181432"/>
            <a:ext cx="1349896" cy="76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223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Resultado de imagen para dibujo de os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51"/>
          <a:stretch/>
        </p:blipFill>
        <p:spPr bwMode="auto">
          <a:xfrm>
            <a:off x="4644008" y="2348880"/>
            <a:ext cx="3528392" cy="3236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Llamada ovalada"/>
          <p:cNvSpPr/>
          <p:nvPr/>
        </p:nvSpPr>
        <p:spPr>
          <a:xfrm>
            <a:off x="755576" y="1412776"/>
            <a:ext cx="3672408" cy="2554544"/>
          </a:xfrm>
          <a:prstGeom prst="wedgeEllipseCallout">
            <a:avLst>
              <a:gd name="adj1" fmla="val 57637"/>
              <a:gd name="adj2" fmla="val 30501"/>
            </a:avLst>
          </a:prstGeom>
          <a:ln w="57150">
            <a:solidFill>
              <a:srgbClr val="7030A0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sz="2400" b="1" dirty="0" smtClean="0"/>
              <a:t>Amiguitos: </a:t>
            </a:r>
          </a:p>
          <a:p>
            <a:pPr algn="ctr"/>
            <a:r>
              <a:rPr lang="es-CL" sz="2400" b="1" dirty="0" smtClean="0"/>
              <a:t>Hoy aprenderemos muchas palabras que comienzan con la vocal O</a:t>
            </a:r>
            <a:endParaRPr lang="es-CL" sz="2400" b="1" dirty="0"/>
          </a:p>
        </p:txBody>
      </p:sp>
      <p:pic>
        <p:nvPicPr>
          <p:cNvPr id="6" name="Picture 8" descr="Resultado de imagen para VOCAL O COLO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9241" y="716507"/>
            <a:ext cx="1389534" cy="921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Resultado de imagen para VOCAL O COLO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3437" y="1138208"/>
            <a:ext cx="1389534" cy="921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Resultado de imagen para VOCAL O COLO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80" y="4293096"/>
            <a:ext cx="1389534" cy="921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Resultado de imagen para VOCAL O COLO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4292530"/>
            <a:ext cx="1389534" cy="921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Resultado de imagen para VOCAL O COLO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5214159"/>
            <a:ext cx="1389534" cy="921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 descr="Resultado de imagen para VOCAL O COLO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312" y="1637570"/>
            <a:ext cx="1389534" cy="921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4313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Resultado de imagen para dibujo de orug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3" name="AutoShape 4" descr="Resultado de imagen para dibujo de orug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4102" name="Picture 6" descr="Resultado de imagen para dibujo de orug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348880"/>
            <a:ext cx="3350146" cy="3290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1568581" y="1052736"/>
            <a:ext cx="4198585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O</a:t>
            </a:r>
            <a:r>
              <a:rPr lang="es-ES" sz="96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ruga</a:t>
            </a:r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6" name="Picture 4" descr="Resultado de imagen para vocal 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2492896"/>
            <a:ext cx="3028912" cy="3524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75383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1475656" y="1281534"/>
            <a:ext cx="2803973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O</a:t>
            </a:r>
            <a:r>
              <a:rPr lang="es-ES" sz="96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lla</a:t>
            </a:r>
            <a:endParaRPr lang="es-ES" sz="96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3" name="Picture 2" descr="Resultado de imagen para dibujo de oll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636912"/>
            <a:ext cx="4014459" cy="3145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Resultado de imagen para vocal 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2209233"/>
            <a:ext cx="3028912" cy="3524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8006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4" descr="Imagen relaciona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68" b="23440"/>
          <a:stretch/>
        </p:blipFill>
        <p:spPr bwMode="auto">
          <a:xfrm>
            <a:off x="611560" y="2132856"/>
            <a:ext cx="5552093" cy="3497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2157779" y="1052736"/>
            <a:ext cx="302018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O</a:t>
            </a:r>
            <a:r>
              <a:rPr lang="es-ES" sz="96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vni</a:t>
            </a:r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  <a:endParaRPr lang="es-ES" sz="54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4" name="Picture 4" descr="Resultado de imagen para vocal 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2209233"/>
            <a:ext cx="3028912" cy="3524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2705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Imagen relaciona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35" b="23805"/>
          <a:stretch/>
        </p:blipFill>
        <p:spPr bwMode="auto">
          <a:xfrm>
            <a:off x="755576" y="2924944"/>
            <a:ext cx="4320480" cy="2736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3203848" y="1211268"/>
            <a:ext cx="2825582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O</a:t>
            </a:r>
            <a:r>
              <a:rPr lang="es-ES" sz="96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jos</a:t>
            </a:r>
            <a:endParaRPr lang="es-ES" sz="96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4" name="Picture 4" descr="Resultado de imagen para vocal 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2460569"/>
            <a:ext cx="2812888" cy="3272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3993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Resultado de imagen para dibujo de ovej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27"/>
          <a:stretch/>
        </p:blipFill>
        <p:spPr bwMode="auto">
          <a:xfrm>
            <a:off x="1475656" y="2063223"/>
            <a:ext cx="4104456" cy="3816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1955543" y="836712"/>
            <a:ext cx="3449983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O</a:t>
            </a:r>
            <a:r>
              <a:rPr lang="es-ES" sz="96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veja</a:t>
            </a:r>
            <a:endParaRPr lang="es-ES" sz="96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4" name="Picture 4" descr="Resultado de imagen para vocal 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2209233"/>
            <a:ext cx="3028912" cy="3524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8216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Resultado de imagen para dibujo de orej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13" r="11362" b="7094"/>
          <a:stretch/>
        </p:blipFill>
        <p:spPr bwMode="auto">
          <a:xfrm>
            <a:off x="1763688" y="2276872"/>
            <a:ext cx="2903035" cy="347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1962660" y="836712"/>
            <a:ext cx="3435749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O</a:t>
            </a:r>
            <a:r>
              <a:rPr lang="es-ES" sz="96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reja</a:t>
            </a:r>
            <a:endParaRPr lang="es-ES" sz="96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4" name="Picture 4" descr="Resultado de imagen para vocal 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2276872"/>
            <a:ext cx="3028912" cy="3524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0756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Resultado de imagen para dibujo de os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951"/>
          <a:stretch/>
        </p:blipFill>
        <p:spPr bwMode="auto">
          <a:xfrm>
            <a:off x="1043608" y="2348880"/>
            <a:ext cx="3528392" cy="3236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2465298" y="836712"/>
            <a:ext cx="2430474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O</a:t>
            </a:r>
            <a:r>
              <a:rPr lang="es-ES" sz="96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so</a:t>
            </a:r>
            <a:endParaRPr lang="es-ES" sz="96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4" name="Picture 4" descr="Resultado de imagen para vocal 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2209233"/>
            <a:ext cx="3028912" cy="3524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4013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Resultado de imagen para dibujo de ogr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37" r="8282" b="13685"/>
          <a:stretch/>
        </p:blipFill>
        <p:spPr bwMode="auto">
          <a:xfrm>
            <a:off x="1664574" y="2132856"/>
            <a:ext cx="3672408" cy="4023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2024087" y="836712"/>
            <a:ext cx="3312895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O</a:t>
            </a:r>
            <a:r>
              <a:rPr lang="es-ES" sz="96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gro</a:t>
            </a:r>
            <a:endParaRPr lang="es-ES" sz="96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4" name="Picture 4" descr="Resultado de imagen para vocal 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6096" y="2209233"/>
            <a:ext cx="3028912" cy="3524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0627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Resultado de imagen para dibujo de ochc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3" name="AutoShape 4" descr="Resultado de imagen para dibujo de ochc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4" name="AutoShape 6" descr="Resultado de imagen para dibujo de ochco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5" name="AutoShape 8" descr="Resultado de imagen para dibujo de ochco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" name="AutoShape 10" descr="Resultado de imagen para dibujo de ochco"/>
          <p:cNvSpPr>
            <a:spLocks noChangeAspect="1" noChangeArrowheads="1"/>
          </p:cNvSpPr>
          <p:nvPr/>
        </p:nvSpPr>
        <p:spPr bwMode="auto">
          <a:xfrm>
            <a:off x="7651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7" name="AutoShape 12" descr="Resultado de imagen para dibujo de ochco"/>
          <p:cNvSpPr>
            <a:spLocks noChangeAspect="1" noChangeArrowheads="1"/>
          </p:cNvSpPr>
          <p:nvPr/>
        </p:nvSpPr>
        <p:spPr bwMode="auto">
          <a:xfrm>
            <a:off x="917575" y="6175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pic>
        <p:nvPicPr>
          <p:cNvPr id="12302" name="Picture 14" descr="Imagen relacionada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86" r="11829"/>
          <a:stretch/>
        </p:blipFill>
        <p:spPr bwMode="auto">
          <a:xfrm>
            <a:off x="1222375" y="1988840"/>
            <a:ext cx="3560238" cy="381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4067944" y="836712"/>
            <a:ext cx="3278462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96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O</a:t>
            </a:r>
            <a:r>
              <a:rPr lang="es-ES" sz="96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cho</a:t>
            </a:r>
            <a:endParaRPr lang="es-ES" sz="96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  <p:pic>
        <p:nvPicPr>
          <p:cNvPr id="10" name="Picture 4" descr="Resultado de imagen para vocal 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2204863"/>
            <a:ext cx="3024336" cy="3518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6360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2878906" y="664621"/>
            <a:ext cx="32351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Actividad: </a:t>
            </a:r>
            <a:endParaRPr lang="es-ES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" name="2 CuadroTexto"/>
          <p:cNvSpPr txBox="1"/>
          <p:nvPr/>
        </p:nvSpPr>
        <p:spPr>
          <a:xfrm>
            <a:off x="683568" y="1412077"/>
            <a:ext cx="6624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dirty="0" smtClean="0"/>
              <a:t>Encierra todas las O que encuentres en la palabra</a:t>
            </a:r>
            <a:r>
              <a:rPr lang="es-CL" dirty="0" smtClean="0"/>
              <a:t>.</a:t>
            </a:r>
            <a:endParaRPr lang="es-CL" dirty="0"/>
          </a:p>
        </p:txBody>
      </p:sp>
      <p:pic>
        <p:nvPicPr>
          <p:cNvPr id="14342" name="Picture 6" descr="Imagen relacionad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388" y="1940458"/>
            <a:ext cx="1962150" cy="1704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3477711" y="2069661"/>
            <a:ext cx="2816797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7200" b="1" dirty="0" smtClean="0">
                <a:ln w="11430"/>
                <a:solidFill>
                  <a:srgbClr val="7030A0"/>
                </a:solidFill>
                <a:latin typeface="Cooper Black" pitchFamily="18" charset="0"/>
              </a:rPr>
              <a:t>OSOS</a:t>
            </a:r>
            <a:endParaRPr lang="es-ES" sz="7200" b="1" cap="none" spc="0" dirty="0">
              <a:ln w="11430"/>
              <a:solidFill>
                <a:srgbClr val="7030A0"/>
              </a:solidFill>
              <a:latin typeface="Cooper Black" pitchFamily="18" charset="0"/>
            </a:endParaRPr>
          </a:p>
        </p:txBody>
      </p:sp>
      <p:pic>
        <p:nvPicPr>
          <p:cNvPr id="8" name="Picture 4" descr="Imagen relacionada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08"/>
          <a:stretch/>
        </p:blipFill>
        <p:spPr bwMode="auto">
          <a:xfrm>
            <a:off x="1254793" y="3764988"/>
            <a:ext cx="1601340" cy="2168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8 Rectángulo"/>
          <p:cNvSpPr/>
          <p:nvPr/>
        </p:nvSpPr>
        <p:spPr>
          <a:xfrm>
            <a:off x="2046544" y="4341491"/>
            <a:ext cx="6736467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s-ES" sz="6000" b="1" dirty="0" smtClean="0">
                <a:ln w="11430"/>
                <a:solidFill>
                  <a:srgbClr val="7030A0"/>
                </a:solidFill>
                <a:latin typeface="Cooper Black" pitchFamily="18" charset="0"/>
              </a:rPr>
              <a:t>Dinosaurio</a:t>
            </a:r>
            <a:endParaRPr lang="es-ES" sz="6000" b="1" cap="none" spc="0" dirty="0">
              <a:ln w="11430"/>
              <a:solidFill>
                <a:srgbClr val="7030A0"/>
              </a:solidFill>
              <a:latin typeface="Cooper Blac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0369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6" name="Picture 6" descr="Resultado de imagen para niño buscando con lup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412776"/>
            <a:ext cx="1791837" cy="2519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Llamada de nube"/>
          <p:cNvSpPr/>
          <p:nvPr/>
        </p:nvSpPr>
        <p:spPr>
          <a:xfrm>
            <a:off x="2195736" y="764704"/>
            <a:ext cx="5544616" cy="1368152"/>
          </a:xfrm>
          <a:prstGeom prst="cloudCallout">
            <a:avLst>
              <a:gd name="adj1" fmla="val -45321"/>
              <a:gd name="adj2" fmla="val 52880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b="1" dirty="0" smtClean="0"/>
              <a:t>He perdido todas las vocales O. </a:t>
            </a:r>
          </a:p>
          <a:p>
            <a:pPr algn="ctr"/>
            <a:r>
              <a:rPr lang="es-CL" b="1" dirty="0" smtClean="0"/>
              <a:t>Ayúdame a buscarlas.  Enciérralos cuando los encuentres. </a:t>
            </a:r>
            <a:endParaRPr lang="es-CL" b="1" dirty="0"/>
          </a:p>
        </p:txBody>
      </p:sp>
      <p:pic>
        <p:nvPicPr>
          <p:cNvPr id="15368" name="Picture 8" descr="Resultado de imagen para VOCAL O COLO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2672661"/>
            <a:ext cx="1389534" cy="921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Resultado de imagen para VOCAL O COLO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5797" y="3672549"/>
            <a:ext cx="1389534" cy="921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Resultado de imagen para VOCAL O COLO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2286798"/>
            <a:ext cx="1389534" cy="921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Resultado de imagen para VOCAL O COLO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4437112"/>
            <a:ext cx="1389534" cy="921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0" name="Picture 10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00" t="26688" r="13134" b="12078"/>
          <a:stretch/>
        </p:blipFill>
        <p:spPr bwMode="auto">
          <a:xfrm>
            <a:off x="701049" y="4117836"/>
            <a:ext cx="1160100" cy="1209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0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00" t="26688" r="13134" b="12078"/>
          <a:stretch/>
        </p:blipFill>
        <p:spPr bwMode="auto">
          <a:xfrm>
            <a:off x="2335766" y="4897643"/>
            <a:ext cx="1160100" cy="1209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0" descr="Imagen relacionada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00" t="26688" r="13134" b="12078"/>
          <a:stretch/>
        </p:blipFill>
        <p:spPr bwMode="auto">
          <a:xfrm>
            <a:off x="6076196" y="4906027"/>
            <a:ext cx="1160100" cy="1209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72" name="Picture 12" descr="Resultado de imagen para VOCAL  COLOR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3337" y="4914757"/>
            <a:ext cx="1666876" cy="110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2" descr="Resultado de imagen para VOCAL  COLOR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8205" y="2286798"/>
            <a:ext cx="1666876" cy="110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Resultado de imagen para VOCAL  COLOR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3868" y="3332211"/>
            <a:ext cx="1666876" cy="110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8" descr="Resultado de imagen para VOCAL O COLO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5781" y="3801320"/>
            <a:ext cx="1389534" cy="921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1353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Resultado de imagen para dibujo de ogro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37" r="8282" b="13685"/>
          <a:stretch/>
        </p:blipFill>
        <p:spPr bwMode="auto">
          <a:xfrm>
            <a:off x="1024578" y="2014329"/>
            <a:ext cx="2323285" cy="2545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4" descr="Imagen relacionada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86" r="11829"/>
          <a:stretch/>
        </p:blipFill>
        <p:spPr bwMode="auto">
          <a:xfrm>
            <a:off x="2675882" y="4226017"/>
            <a:ext cx="1739029" cy="1864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Resultado de imagen para dibujo de orug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1700808"/>
            <a:ext cx="2470410" cy="2426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Resultado de imagen para dibujo de oveja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27"/>
          <a:stretch/>
        </p:blipFill>
        <p:spPr bwMode="auto">
          <a:xfrm>
            <a:off x="5148064" y="4111454"/>
            <a:ext cx="2232249" cy="207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 descr="Imagen relacionada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1946193"/>
            <a:ext cx="1669926" cy="2150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2 Rectángulo"/>
          <p:cNvSpPr/>
          <p:nvPr/>
        </p:nvSpPr>
        <p:spPr>
          <a:xfrm>
            <a:off x="1639247" y="1011471"/>
            <a:ext cx="555132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¿ </a:t>
            </a:r>
            <a:r>
              <a:rPr lang="es-ES" sz="4000" b="1" cap="all" spc="0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quién es el intruso?</a:t>
            </a:r>
            <a:endParaRPr lang="es-ES" sz="4000" b="1" cap="all" spc="0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47040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Rectángulo"/>
          <p:cNvSpPr/>
          <p:nvPr/>
        </p:nvSpPr>
        <p:spPr>
          <a:xfrm>
            <a:off x="872330" y="1412776"/>
            <a:ext cx="74281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Recordando palabras con</a:t>
            </a:r>
            <a:endParaRPr lang="es-ES" sz="54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pic>
        <p:nvPicPr>
          <p:cNvPr id="3" name="Picture 4" descr="Resultado de imagen para vocal 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312233"/>
            <a:ext cx="3024336" cy="3518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2" name="Picture 4" descr="Resultado de imagen para signo `pregunt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415" y="2336106"/>
            <a:ext cx="3024335" cy="3024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8721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63</Words>
  <Application>Microsoft Office PowerPoint</Application>
  <PresentationFormat>Presentación en pantalla (4:3)</PresentationFormat>
  <Paragraphs>22</Paragraphs>
  <Slides>15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6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Alvarado</dc:creator>
  <cp:lastModifiedBy>Manuel Alvarado</cp:lastModifiedBy>
  <cp:revision>9</cp:revision>
  <dcterms:created xsi:type="dcterms:W3CDTF">2019-12-21T19:12:14Z</dcterms:created>
  <dcterms:modified xsi:type="dcterms:W3CDTF">2019-12-21T20:38:26Z</dcterms:modified>
</cp:coreProperties>
</file>