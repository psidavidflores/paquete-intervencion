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1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691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20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050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976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675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000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935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255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509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188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04234-19A5-453B-8277-07E8155628C3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9578-88CD-46CB-B5A9-0CDADDD7FE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668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162"/>
            <a:ext cx="9144000" cy="698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Resultado de imagen para numero dos para imprim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780928"/>
            <a:ext cx="2246650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01670" y="178484"/>
            <a:ext cx="736586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APRENDIENDO EL NÙMERO 2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1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 descr="Resultado de imagen para NUMERO D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842904"/>
            <a:ext cx="1711077" cy="170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268" y="4221087"/>
            <a:ext cx="1845569" cy="184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824761"/>
            <a:ext cx="1944216" cy="224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66791"/>
            <a:ext cx="1728192" cy="199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1403648" y="836712"/>
            <a:ext cx="5904656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smtClean="0"/>
              <a:t>Actividad:  Cuenta la cantidad de </a:t>
            </a:r>
            <a:r>
              <a:rPr lang="es-CL" dirty="0" smtClean="0"/>
              <a:t>unicornio </a:t>
            </a:r>
            <a:r>
              <a:rPr lang="es-CL" dirty="0" smtClean="0"/>
              <a:t>y </a:t>
            </a:r>
            <a:r>
              <a:rPr lang="es-CL" dirty="0" smtClean="0"/>
              <a:t>une con su número que corresponde.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0441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8" b="12574"/>
          <a:stretch/>
        </p:blipFill>
        <p:spPr bwMode="auto">
          <a:xfrm>
            <a:off x="1403648" y="3284984"/>
            <a:ext cx="4408246" cy="277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769" y="2348880"/>
            <a:ext cx="1449777" cy="144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403648" y="836712"/>
            <a:ext cx="648072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smtClean="0"/>
              <a:t>Actividad:  Cuenta la cantidad de dinosaurios y une con su número que corresponde. </a:t>
            </a:r>
            <a:endParaRPr lang="es-CL" dirty="0"/>
          </a:p>
        </p:txBody>
      </p:sp>
      <p:pic>
        <p:nvPicPr>
          <p:cNvPr id="3078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330" y="3861048"/>
            <a:ext cx="1944216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26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658" y="2755730"/>
            <a:ext cx="1352551" cy="134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bob esponja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331" y="3666341"/>
            <a:ext cx="1914525" cy="240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bob esponja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666341"/>
            <a:ext cx="2030314" cy="252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365102"/>
            <a:ext cx="1701553" cy="170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403647" y="836712"/>
            <a:ext cx="6383561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smtClean="0"/>
              <a:t>Actividad:  Cuenta la cantidad de </a:t>
            </a:r>
            <a:r>
              <a:rPr lang="es-CL" dirty="0"/>
              <a:t> </a:t>
            </a:r>
            <a:r>
              <a:rPr lang="es-CL" dirty="0" smtClean="0"/>
              <a:t>Bob esponja </a:t>
            </a:r>
            <a:r>
              <a:rPr lang="es-CL" dirty="0" smtClean="0"/>
              <a:t>y </a:t>
            </a:r>
            <a:r>
              <a:rPr lang="es-CL" dirty="0" smtClean="0"/>
              <a:t>une con su número que corresponde.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3326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056547"/>
            <a:ext cx="1584176" cy="157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403648" y="83671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</a:t>
            </a:r>
            <a:endParaRPr lang="es-CL" dirty="0"/>
          </a:p>
        </p:txBody>
      </p:sp>
      <p:sp>
        <p:nvSpPr>
          <p:cNvPr id="7" name="6 CuadroTexto"/>
          <p:cNvSpPr txBox="1"/>
          <p:nvPr/>
        </p:nvSpPr>
        <p:spPr>
          <a:xfrm>
            <a:off x="1403648" y="836712"/>
            <a:ext cx="633670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smtClean="0"/>
              <a:t>Actividad: Encierra la cantidad de elementos  </a:t>
            </a:r>
            <a:r>
              <a:rPr lang="es-CL" dirty="0" smtClean="0"/>
              <a:t>indicado.</a:t>
            </a:r>
            <a:endParaRPr lang="es-CL" dirty="0"/>
          </a:p>
        </p:txBody>
      </p:sp>
      <p:pic>
        <p:nvPicPr>
          <p:cNvPr id="6146" name="Picture 2" descr="Resultado de imagen para dibujo mickey mou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302" y="1666676"/>
            <a:ext cx="1628775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mickey mou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463" y="1666676"/>
            <a:ext cx="1528462" cy="219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dibujo mickey mou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97" y="4005064"/>
            <a:ext cx="1432033" cy="205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mickey mou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463" y="4157464"/>
            <a:ext cx="1432033" cy="205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dibujo mickey mou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925" y="4005064"/>
            <a:ext cx="1432033" cy="205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58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24" y="2819652"/>
            <a:ext cx="1224136" cy="121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45284"/>
            <a:ext cx="2323236" cy="255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150" y="4077072"/>
            <a:ext cx="1944216" cy="196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442864" y="980728"/>
            <a:ext cx="6400328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 </a:t>
            </a:r>
            <a:r>
              <a:rPr lang="es-CL" sz="2000" dirty="0" smtClean="0"/>
              <a:t>Une la cantidad con el número que corresponde. </a:t>
            </a:r>
            <a:endParaRPr lang="es-CL" sz="2000" dirty="0"/>
          </a:p>
        </p:txBody>
      </p:sp>
      <p:pic>
        <p:nvPicPr>
          <p:cNvPr id="5124" name="Picture 4" descr="Resultado de imagen para dibujo numero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109" y="4308399"/>
            <a:ext cx="1116167" cy="173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76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101573"/>
            <a:ext cx="1887165" cy="187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1944808" cy="213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724" y="4175542"/>
            <a:ext cx="1604136" cy="198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175542"/>
            <a:ext cx="1654317" cy="191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915" y="2361916"/>
            <a:ext cx="1682258" cy="18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1403647" y="836712"/>
            <a:ext cx="6480721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Encierra la cantidad de elementos  </a:t>
            </a:r>
            <a:r>
              <a:rPr lang="es-CL" sz="2400" dirty="0" smtClean="0"/>
              <a:t>indicado</a:t>
            </a:r>
            <a:r>
              <a:rPr lang="es-CL" dirty="0" smtClean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548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9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226" y="2060848"/>
            <a:ext cx="1587426" cy="158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403647" y="836712"/>
            <a:ext cx="6480721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Encierra la cantidad de elementos  </a:t>
            </a:r>
            <a:r>
              <a:rPr lang="es-CL" sz="2400" dirty="0" smtClean="0"/>
              <a:t>según el número.</a:t>
            </a:r>
            <a:endParaRPr lang="es-CL" dirty="0"/>
          </a:p>
        </p:txBody>
      </p:sp>
      <p:pic>
        <p:nvPicPr>
          <p:cNvPr id="2050" name="Picture 2" descr="Resultado de imagen para peppa pi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851034"/>
            <a:ext cx="4464497" cy="322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656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Resultado de imagen para dibujo numero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916832"/>
            <a:ext cx="864096" cy="134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259633" y="836712"/>
            <a:ext cx="6741828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Encierra la cantidad de elementos  </a:t>
            </a:r>
            <a:r>
              <a:rPr lang="es-CL" sz="2400" dirty="0" smtClean="0"/>
              <a:t>indicado</a:t>
            </a:r>
            <a:r>
              <a:rPr lang="es-CL" dirty="0" smtClean="0"/>
              <a:t>.</a:t>
            </a:r>
            <a:endParaRPr lang="es-CL" dirty="0"/>
          </a:p>
        </p:txBody>
      </p:sp>
      <p:pic>
        <p:nvPicPr>
          <p:cNvPr id="1026" name="Picture 2" descr="Resultado de imagen para jovenes titan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16832"/>
            <a:ext cx="5184576" cy="417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104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" y="0"/>
            <a:ext cx="921898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Resultado de imagen para jorge el curios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230" y="3435393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jorge el curios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938" y="3441786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jorge el curios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012" y="3441786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942" y="2132856"/>
            <a:ext cx="1587426" cy="158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403647" y="836712"/>
            <a:ext cx="6480721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Encierra la cantidad de elementos  </a:t>
            </a:r>
            <a:r>
              <a:rPr lang="es-CL" sz="2400" dirty="0" smtClean="0"/>
              <a:t>indicado</a:t>
            </a:r>
            <a:r>
              <a:rPr lang="es-CL" dirty="0" smtClean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258392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110</Words>
  <Application>Microsoft Office PowerPoint</Application>
  <PresentationFormat>Presentación en pantalla (4:3)</PresentationFormat>
  <Paragraphs>11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7</cp:revision>
  <dcterms:created xsi:type="dcterms:W3CDTF">2019-04-22T15:03:52Z</dcterms:created>
  <dcterms:modified xsi:type="dcterms:W3CDTF">2019-06-19T00:46:39Z</dcterms:modified>
</cp:coreProperties>
</file>