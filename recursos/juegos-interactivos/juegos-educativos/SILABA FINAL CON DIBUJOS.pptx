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B7C3-458E-4547-8A65-8B796729A76E}" type="datetimeFigureOut">
              <a:rPr lang="es-CL" smtClean="0"/>
              <a:t>01-04-2019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1FA1-8D63-4214-A7E1-252299986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9816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B7C3-458E-4547-8A65-8B796729A76E}" type="datetimeFigureOut">
              <a:rPr lang="es-CL" smtClean="0"/>
              <a:t>01-04-2019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1FA1-8D63-4214-A7E1-252299986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524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B7C3-458E-4547-8A65-8B796729A76E}" type="datetimeFigureOut">
              <a:rPr lang="es-CL" smtClean="0"/>
              <a:t>01-04-2019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1FA1-8D63-4214-A7E1-252299986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769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B7C3-458E-4547-8A65-8B796729A76E}" type="datetimeFigureOut">
              <a:rPr lang="es-CL" smtClean="0"/>
              <a:t>01-04-2019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1FA1-8D63-4214-A7E1-252299986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7368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B7C3-458E-4547-8A65-8B796729A76E}" type="datetimeFigureOut">
              <a:rPr lang="es-CL" smtClean="0"/>
              <a:t>01-04-2019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1FA1-8D63-4214-A7E1-252299986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290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B7C3-458E-4547-8A65-8B796729A76E}" type="datetimeFigureOut">
              <a:rPr lang="es-CL" smtClean="0"/>
              <a:t>01-04-2019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1FA1-8D63-4214-A7E1-252299986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697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B7C3-458E-4547-8A65-8B796729A76E}" type="datetimeFigureOut">
              <a:rPr lang="es-CL" smtClean="0"/>
              <a:t>01-04-2019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1FA1-8D63-4214-A7E1-252299986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9586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B7C3-458E-4547-8A65-8B796729A76E}" type="datetimeFigureOut">
              <a:rPr lang="es-CL" smtClean="0"/>
              <a:t>01-04-2019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1FA1-8D63-4214-A7E1-252299986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800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B7C3-458E-4547-8A65-8B796729A76E}" type="datetimeFigureOut">
              <a:rPr lang="es-CL" smtClean="0"/>
              <a:t>01-04-2019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1FA1-8D63-4214-A7E1-252299986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646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B7C3-458E-4547-8A65-8B796729A76E}" type="datetimeFigureOut">
              <a:rPr lang="es-CL" smtClean="0"/>
              <a:t>01-04-2019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1FA1-8D63-4214-A7E1-252299986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8946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B7C3-458E-4547-8A65-8B796729A76E}" type="datetimeFigureOut">
              <a:rPr lang="es-CL" smtClean="0"/>
              <a:t>01-04-2019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1FA1-8D63-4214-A7E1-252299986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605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4B7C3-458E-4547-8A65-8B796729A76E}" type="datetimeFigureOut">
              <a:rPr lang="es-CL" smtClean="0"/>
              <a:t>01-04-2019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81FA1-8D63-4214-A7E1-252299986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849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52"/>
          <a:stretch/>
        </p:blipFill>
        <p:spPr bwMode="auto">
          <a:xfrm>
            <a:off x="0" y="0"/>
            <a:ext cx="9144000" cy="6855878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929004" y="3212976"/>
            <a:ext cx="528599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Silaba final </a:t>
            </a:r>
            <a:endParaRPr lang="es-ES" sz="6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835696" y="1700808"/>
            <a:ext cx="58557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Hoy aprenderemos: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5735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ultado de imagen para dibujo de le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263" y="1837030"/>
            <a:ext cx="2661839" cy="2024018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dibujo de coraz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263" y="4474965"/>
            <a:ext cx="1296144" cy="118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Resultado de imagen para dibujo de bo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32" name="Picture 8" descr="Resultado de imagen para dibujo de bo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656" y="4300497"/>
            <a:ext cx="1750688" cy="19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dibujo de cam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604" y="3047090"/>
            <a:ext cx="3003578" cy="235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403648" y="620688"/>
            <a:ext cx="6408712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4460395" y="1837030"/>
            <a:ext cx="21980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Le</a:t>
            </a:r>
            <a:r>
              <a:rPr lang="es-ES" sz="5400" b="1" u="sng" dirty="0" smtClean="0">
                <a:ln w="11430"/>
                <a:solidFill>
                  <a:srgbClr val="FF0000"/>
                </a:solidFill>
              </a:rPr>
              <a:t>ón</a:t>
            </a:r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97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mano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143" y="1880828"/>
            <a:ext cx="2052228" cy="2052228"/>
          </a:xfrm>
          <a:prstGeom prst="rect">
            <a:avLst/>
          </a:prstGeom>
          <a:noFill/>
          <a:ln w="571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403648" y="649805"/>
            <a:ext cx="6408712" cy="92333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28575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28575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3910850" y="1880797"/>
            <a:ext cx="25042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Ma</a:t>
            </a:r>
            <a:r>
              <a:rPr lang="es-ES" sz="5400" b="1" u="sng" dirty="0" smtClean="0">
                <a:ln w="11430"/>
                <a:solidFill>
                  <a:srgbClr val="FF0000"/>
                </a:solidFill>
              </a:rPr>
              <a:t>no</a:t>
            </a:r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8" name="Picture 4" descr="Resultado de imagen para dibujo de pian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804127"/>
            <a:ext cx="2021887" cy="2088232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dibujo de ballen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257" y="4120834"/>
            <a:ext cx="3047999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dibujo de tijer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133" y="4437112"/>
            <a:ext cx="1844854" cy="1716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153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461" y="1796046"/>
            <a:ext cx="2349545" cy="2376264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403648" y="649805"/>
            <a:ext cx="6408712" cy="92333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28575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28575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123222" y="1790588"/>
            <a:ext cx="19517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Pa</a:t>
            </a:r>
            <a:r>
              <a:rPr lang="es-ES" sz="5400" b="1" u="sng" dirty="0" smtClean="0">
                <a:ln w="11430"/>
                <a:solidFill>
                  <a:srgbClr val="FF0000"/>
                </a:solidFill>
              </a:rPr>
              <a:t>to</a:t>
            </a:r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3078" name="Picture 6" descr="Resultado de imagen para dibujo de zapa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725144"/>
            <a:ext cx="2708512" cy="1475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Resultado de imagen para dibujo caraco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678" y="4298766"/>
            <a:ext cx="2236326" cy="1751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Resultado de imagen para dibujo muÃ±ec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713918"/>
            <a:ext cx="2436389" cy="190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14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Resultado de imagen para dibujo de pian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100" name="Picture 4" descr="Resultado de imagen para dibujo de pian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819" y="2132856"/>
            <a:ext cx="2509929" cy="2238086"/>
          </a:xfrm>
          <a:prstGeom prst="rect">
            <a:avLst/>
          </a:prstGeom>
          <a:noFill/>
          <a:ln w="571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367644" y="836712"/>
            <a:ext cx="6408712" cy="92333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28575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28575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4932040" y="2132856"/>
            <a:ext cx="21226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Pia</a:t>
            </a:r>
            <a:r>
              <a:rPr lang="es-ES" sz="5400" b="1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no</a:t>
            </a:r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4102" name="Picture 6" descr="Resultado de imagen para dibujo de mon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93"/>
          <a:stretch/>
        </p:blipFill>
        <p:spPr bwMode="auto">
          <a:xfrm>
            <a:off x="5996371" y="3418371"/>
            <a:ext cx="2005730" cy="190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dibujo de ballen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908" y="4765622"/>
            <a:ext cx="3047999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Resultado de imagen para dibujo de araÃ±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2" y="3085982"/>
            <a:ext cx="1909019" cy="177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78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236" y="1897492"/>
            <a:ext cx="2991123" cy="2343440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4716016" y="1845260"/>
            <a:ext cx="18245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Ca</a:t>
            </a:r>
            <a:r>
              <a:rPr lang="es-ES" sz="5400" b="1" u="sng" dirty="0" smtClean="0">
                <a:ln w="11430"/>
                <a:solidFill>
                  <a:srgbClr val="FF0000"/>
                </a:solidFill>
              </a:rPr>
              <a:t>sa</a:t>
            </a:r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1367644" y="836712"/>
            <a:ext cx="6408712" cy="92333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28575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28575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44" name="Picture 4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0" t="11347" r="10110" b="7699"/>
          <a:stretch/>
        </p:blipFill>
        <p:spPr bwMode="auto">
          <a:xfrm>
            <a:off x="2737091" y="4488526"/>
            <a:ext cx="1978925" cy="174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Resultado de imagen para dibujo de ros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5" t="6889" r="3088" b="14254"/>
          <a:stretch/>
        </p:blipFill>
        <p:spPr bwMode="auto">
          <a:xfrm>
            <a:off x="5622177" y="2768590"/>
            <a:ext cx="1902152" cy="176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Imagen relacionad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345" y="4651538"/>
            <a:ext cx="2113984" cy="158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234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4" r="13714"/>
          <a:stretch/>
        </p:blipFill>
        <p:spPr bwMode="auto">
          <a:xfrm>
            <a:off x="1259632" y="1866393"/>
            <a:ext cx="2259419" cy="2470456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259632" y="653447"/>
            <a:ext cx="6408712" cy="92333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28575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28575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3684209" y="1866393"/>
            <a:ext cx="21214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Fo</a:t>
            </a:r>
            <a:r>
              <a:rPr lang="es-ES" sz="5400" b="1" u="sng" dirty="0" smtClean="0">
                <a:ln w="11430"/>
                <a:solidFill>
                  <a:srgbClr val="FF0000"/>
                </a:solidFill>
              </a:rPr>
              <a:t>ca</a:t>
            </a:r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8194" name="Picture 2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082" y="1797173"/>
            <a:ext cx="2476500" cy="184785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10" r="17171" b="3780"/>
          <a:stretch/>
        </p:blipFill>
        <p:spPr bwMode="auto">
          <a:xfrm>
            <a:off x="3741516" y="3852411"/>
            <a:ext cx="1781328" cy="193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Imagen relacionad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80"/>
          <a:stretch/>
        </p:blipFill>
        <p:spPr bwMode="auto">
          <a:xfrm>
            <a:off x="5959391" y="3645024"/>
            <a:ext cx="1866900" cy="234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729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" y="-51079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dibujo de orug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931945"/>
            <a:ext cx="2304256" cy="2304256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403648" y="649805"/>
            <a:ext cx="6408712" cy="92333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28575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28575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427984" y="1919284"/>
            <a:ext cx="2243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Oru</a:t>
            </a:r>
            <a:r>
              <a:rPr lang="es-ES" sz="5400" b="1" u="sng" dirty="0" smtClean="0">
                <a:ln w="11430"/>
                <a:solidFill>
                  <a:srgbClr val="FF0000"/>
                </a:solidFill>
              </a:rPr>
              <a:t>ga </a:t>
            </a:r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9218" name="Picture 2" descr="Resultado de imagen para dibujo de tortug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376" y="4365103"/>
            <a:ext cx="2118864" cy="170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21" b="21047"/>
          <a:stretch/>
        </p:blipFill>
        <p:spPr bwMode="auto">
          <a:xfrm>
            <a:off x="2123728" y="4761598"/>
            <a:ext cx="2857500" cy="130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Resultado de imagen para dibujo de araÃ±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292" y="2842614"/>
            <a:ext cx="1909019" cy="177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208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03648" y="694391"/>
            <a:ext cx="6408712" cy="92333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28575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28575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427984" y="1957643"/>
            <a:ext cx="26180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 Hue</a:t>
            </a:r>
            <a:r>
              <a:rPr lang="es-ES" sz="5400" b="1" u="sng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</a:t>
            </a:r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8" name="Picture 4" descr="Resultado de imagen para dibujo de hues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763" y="1943959"/>
            <a:ext cx="2527635" cy="208043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dibujo de ques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676" y="4221088"/>
            <a:ext cx="2333296" cy="182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dibujo de botell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2" r="25743" b="6911"/>
          <a:stretch/>
        </p:blipFill>
        <p:spPr bwMode="auto">
          <a:xfrm>
            <a:off x="4528717" y="2830706"/>
            <a:ext cx="1584176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dibujo de televisor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61" t="3542" r="15312" b="9432"/>
          <a:stretch/>
        </p:blipFill>
        <p:spPr bwMode="auto">
          <a:xfrm>
            <a:off x="6117360" y="3998858"/>
            <a:ext cx="1857297" cy="187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729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03648" y="649805"/>
            <a:ext cx="6408712" cy="92333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28575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28575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050" name="Picture 2" descr="Resultado de imagen para dibujo de gat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0" t="6930" r="16242" b="7710"/>
          <a:stretch/>
        </p:blipFill>
        <p:spPr bwMode="auto">
          <a:xfrm>
            <a:off x="1547664" y="1837030"/>
            <a:ext cx="2545184" cy="249178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4165888" y="1837030"/>
            <a:ext cx="21945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 Ga</a:t>
            </a:r>
            <a:r>
              <a:rPr lang="es-ES" sz="5400" b="1" u="sng" dirty="0" smtClean="0">
                <a:ln w="11430"/>
                <a:solidFill>
                  <a:srgbClr val="FF0000"/>
                </a:solidFill>
              </a:rPr>
              <a:t>to</a:t>
            </a:r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400" y="2528015"/>
            <a:ext cx="1941369" cy="216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ultado de imagen para dibujo de escob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31" r="12038"/>
          <a:stretch/>
        </p:blipFill>
        <p:spPr bwMode="auto">
          <a:xfrm>
            <a:off x="4608004" y="3585389"/>
            <a:ext cx="1890066" cy="2540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n relacionad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98" b="19093"/>
          <a:stretch/>
        </p:blipFill>
        <p:spPr bwMode="auto">
          <a:xfrm>
            <a:off x="2258805" y="4688591"/>
            <a:ext cx="2088328" cy="1381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061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03648" y="649805"/>
            <a:ext cx="6408712" cy="92333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28575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28575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3074" name="Picture 2" descr="Resultado de imagen para dibujo de pa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920" y="1868132"/>
            <a:ext cx="2376264" cy="2128829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4409736" y="1837030"/>
            <a:ext cx="17068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</a:t>
            </a:r>
            <a:r>
              <a:rPr lang="es-ES" sz="5400" b="1" u="sng" dirty="0" smtClean="0">
                <a:ln w="11430"/>
                <a:solidFill>
                  <a:srgbClr val="FF0000"/>
                </a:solidFill>
              </a:rPr>
              <a:t>la </a:t>
            </a:r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3076" name="Picture 4" descr="Resultado de imagen para dibujo de sill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7" t="7280" r="21811" b="9325"/>
          <a:stretch/>
        </p:blipFill>
        <p:spPr bwMode="auto">
          <a:xfrm>
            <a:off x="6245257" y="1988840"/>
            <a:ext cx="1896017" cy="220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189613"/>
            <a:ext cx="2088232" cy="199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Imagen relacionad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0" t="6384" r="19007"/>
          <a:stretch/>
        </p:blipFill>
        <p:spPr bwMode="auto">
          <a:xfrm>
            <a:off x="4614754" y="3908247"/>
            <a:ext cx="1723511" cy="250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931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03648" y="649805"/>
            <a:ext cx="6408712" cy="92333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28575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28575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4098" name="Picture 2" descr="Resultado de imagen para dibujo de camiÃ²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7" y="1844825"/>
            <a:ext cx="2736303" cy="2376264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4355976" y="1700808"/>
            <a:ext cx="23695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</a:rPr>
              <a:t>Cami</a:t>
            </a:r>
            <a:r>
              <a:rPr lang="es-ES" sz="5400" b="1" u="sng" dirty="0" smtClean="0">
                <a:ln w="11430"/>
                <a:solidFill>
                  <a:srgbClr val="FF0000"/>
                </a:solidFill>
              </a:rPr>
              <a:t>ón</a:t>
            </a:r>
            <a:endParaRPr lang="es-ES" sz="5400" b="1" u="sng" cap="none" spc="0" dirty="0">
              <a:ln w="11430"/>
              <a:solidFill>
                <a:srgbClr val="FF0000"/>
              </a:solidFill>
            </a:endParaRPr>
          </a:p>
        </p:txBody>
      </p:sp>
      <p:pic>
        <p:nvPicPr>
          <p:cNvPr id="4100" name="Picture 4" descr="Resultado de imagen para dibujo de coraz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451" y="2737939"/>
            <a:ext cx="1512168" cy="138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529" y="4365104"/>
            <a:ext cx="2276475" cy="200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Imagen relacionad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182108"/>
            <a:ext cx="1840431" cy="216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081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403648" y="649805"/>
            <a:ext cx="6408712" cy="92333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28575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28575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8196" name="Picture 4" descr="Resultado de imagen para dibujo de malet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919" y="1837030"/>
            <a:ext cx="2829787" cy="2304256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5068323" y="1837030"/>
            <a:ext cx="25344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Male</a:t>
            </a:r>
            <a:r>
              <a:rPr lang="es-ES" sz="5400" b="1" u="sng" dirty="0" smtClean="0">
                <a:ln w="11430"/>
                <a:solidFill>
                  <a:srgbClr val="FF0000"/>
                </a:solidFill>
              </a:rPr>
              <a:t>ta</a:t>
            </a:r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0"/>
          <a:stretch/>
        </p:blipFill>
        <p:spPr bwMode="auto">
          <a:xfrm>
            <a:off x="4198443" y="4263035"/>
            <a:ext cx="2137086" cy="199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ultado de imagen para dibujo de perr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141285"/>
            <a:ext cx="2857499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201" y="2960647"/>
            <a:ext cx="2043159" cy="236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907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10544" y="625282"/>
            <a:ext cx="6408712" cy="923330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28575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Sílaba final </a:t>
            </a:r>
            <a:endParaRPr lang="es-ES" sz="5400" b="1" cap="none" spc="0" dirty="0">
              <a:ln w="28575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5145363" y="1837030"/>
            <a:ext cx="23803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Ardi</a:t>
            </a:r>
            <a:r>
              <a:rPr lang="es-ES" sz="5400" b="1" u="sng" dirty="0" smtClean="0">
                <a:ln w="11430"/>
                <a:solidFill>
                  <a:srgbClr val="FF0000"/>
                </a:solidFill>
              </a:rPr>
              <a:t>lla</a:t>
            </a:r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5122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22383"/>
            <a:ext cx="2304256" cy="23266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sultado de imagen para dibujo de sill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7" t="7280" r="21811" b="9325"/>
          <a:stretch/>
        </p:blipFill>
        <p:spPr bwMode="auto">
          <a:xfrm>
            <a:off x="4330269" y="2831847"/>
            <a:ext cx="1896017" cy="220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esultado de imagen para dibujo manzan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991" y="4293097"/>
            <a:ext cx="2114277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686" y="3932233"/>
            <a:ext cx="1784408" cy="191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3976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2597</TotalTime>
  <Words>63</Words>
  <Application>Microsoft Office PowerPoint</Application>
  <PresentationFormat>Presentación en pantalla (4:3)</PresentationFormat>
  <Paragraphs>28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18</cp:revision>
  <dcterms:created xsi:type="dcterms:W3CDTF">2019-03-19T22:35:21Z</dcterms:created>
  <dcterms:modified xsi:type="dcterms:W3CDTF">2019-04-02T02:10:13Z</dcterms:modified>
</cp:coreProperties>
</file>