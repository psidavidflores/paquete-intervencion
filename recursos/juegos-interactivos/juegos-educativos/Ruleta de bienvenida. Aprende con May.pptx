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udio/mpeg" Extension="mp3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+xml" PartName="/ppt/slides/slide1.xml"/>
  <Override ContentType="application/vnd.openxmlformats-officedocument.presentationml.presentation.main+xml" PartName="/ppt/presentation.xml"/>
  <Override ContentType="application/vnd.ms-office.chartstyle+xml" PartName="/ppt/charts/style1.xml"/>
  <Override ContentType="application/vnd.ms-office.chartcolorstyle+xml" PartName="/ppt/charts/colors1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49" r:id="rId4"/>
    <p:sldMasterId id="2147483650" r:id="rId5"/>
    <p:sldMasterId id="2147483651" r:id="rId6"/>
  </p:sldMasterIdLst>
  <p:sldIdLst>
    <p:sldId id="256" r:id="rId7"/>
  </p:sldIdLst>
  <p:sldSz cy="6858000" cx="12192000"/>
  <p:notesSz cx="6858000" cy="9144000"/>
  <p:defaultTextStyle>
    <a:defPPr lvl="0">
      <a:defRPr lang="es-MX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4.xml"/><Relationship Id="rId7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 w="38100">
              <a:solidFill>
                <a:schemeClr val="tx2"/>
              </a:solidFill>
            </a:ln>
          </c:spPr>
          <c:dPt>
            <c:idx val="0"/>
            <c:bubble3D val="0"/>
            <c:spPr>
              <a:solidFill>
                <a:srgbClr val="00B050"/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8D-499F-AEE5-B019A1751479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8D-499F-AEE5-B019A1751479}"/>
              </c:ext>
            </c:extLst>
          </c:dPt>
          <c:dPt>
            <c:idx val="2"/>
            <c:bubble3D val="0"/>
            <c:spPr>
              <a:solidFill>
                <a:srgbClr val="FF3399"/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8D-499F-AEE5-B019A1751479}"/>
              </c:ext>
            </c:extLst>
          </c:dPt>
          <c:dPt>
            <c:idx val="3"/>
            <c:bubble3D val="0"/>
            <c:spPr>
              <a:solidFill>
                <a:schemeClr val="accent4">
                  <a:lumMod val="75000"/>
                </a:schemeClr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08D-499F-AEE5-B019A1751479}"/>
              </c:ext>
            </c:extLst>
          </c:dPt>
          <c:dPt>
            <c:idx val="4"/>
            <c:bubble3D val="0"/>
            <c:spPr>
              <a:solidFill>
                <a:srgbClr val="CC00CC"/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08D-499F-AEE5-B019A1751479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08D-499F-AEE5-B019A1751479}"/>
              </c:ext>
            </c:extLst>
          </c:dPt>
          <c:dPt>
            <c:idx val="6"/>
            <c:bubble3D val="0"/>
            <c:spPr>
              <a:solidFill>
                <a:schemeClr val="accent1">
                  <a:lumMod val="75000"/>
                </a:schemeClr>
              </a:solidFill>
              <a:ln w="3810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08D-499F-AEE5-B019A1751479}"/>
              </c:ext>
            </c:extLst>
          </c:dPt>
          <c:cat>
            <c:numRef>
              <c:f>Hoja1!$A$2:$A$8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cat>
          <c:val>
            <c:numRef>
              <c:f>Hoja1!$B$2:$B$8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57-4900-AE6D-52F0D1F266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36834" y="1567962"/>
            <a:ext cx="3159525" cy="3159525"/>
          </a:xfrm>
          <a:custGeom>
            <a:avLst/>
            <a:gdLst/>
            <a:ahLst/>
            <a:cxnLst/>
            <a:rect l="l" t="t" r="r" b="b"/>
            <a:pathLst>
              <a:path w="47804" h="47804" extrusionOk="0">
                <a:moveTo>
                  <a:pt x="23908" y="0"/>
                </a:moveTo>
                <a:cubicBezTo>
                  <a:pt x="22372" y="0"/>
                  <a:pt x="21050" y="1917"/>
                  <a:pt x="19586" y="2203"/>
                </a:cubicBezTo>
                <a:cubicBezTo>
                  <a:pt x="19422" y="2235"/>
                  <a:pt x="19253" y="2249"/>
                  <a:pt x="19080" y="2249"/>
                </a:cubicBezTo>
                <a:cubicBezTo>
                  <a:pt x="17963" y="2249"/>
                  <a:pt x="16678" y="1664"/>
                  <a:pt x="15580" y="1664"/>
                </a:cubicBezTo>
                <a:cubicBezTo>
                  <a:pt x="15289" y="1664"/>
                  <a:pt x="15010" y="1705"/>
                  <a:pt x="14752" y="1810"/>
                </a:cubicBezTo>
                <a:cubicBezTo>
                  <a:pt x="13347" y="2393"/>
                  <a:pt x="12859" y="4667"/>
                  <a:pt x="11609" y="5501"/>
                </a:cubicBezTo>
                <a:cubicBezTo>
                  <a:pt x="10359" y="6334"/>
                  <a:pt x="8049" y="5929"/>
                  <a:pt x="7001" y="6989"/>
                </a:cubicBezTo>
                <a:cubicBezTo>
                  <a:pt x="5941" y="8049"/>
                  <a:pt x="6346" y="10358"/>
                  <a:pt x="5513" y="11609"/>
                </a:cubicBezTo>
                <a:cubicBezTo>
                  <a:pt x="4667" y="12859"/>
                  <a:pt x="2393" y="13347"/>
                  <a:pt x="1810" y="14740"/>
                </a:cubicBezTo>
                <a:cubicBezTo>
                  <a:pt x="1238" y="16133"/>
                  <a:pt x="2500" y="18074"/>
                  <a:pt x="2203" y="19586"/>
                </a:cubicBezTo>
                <a:cubicBezTo>
                  <a:pt x="1917" y="21026"/>
                  <a:pt x="0" y="22360"/>
                  <a:pt x="0" y="23896"/>
                </a:cubicBezTo>
                <a:cubicBezTo>
                  <a:pt x="0" y="25432"/>
                  <a:pt x="1917" y="26753"/>
                  <a:pt x="2203" y="28218"/>
                </a:cubicBezTo>
                <a:cubicBezTo>
                  <a:pt x="2500" y="29718"/>
                  <a:pt x="1250" y="31671"/>
                  <a:pt x="1810" y="33052"/>
                </a:cubicBezTo>
                <a:cubicBezTo>
                  <a:pt x="2393" y="34445"/>
                  <a:pt x="4679" y="34945"/>
                  <a:pt x="5513" y="36195"/>
                </a:cubicBezTo>
                <a:cubicBezTo>
                  <a:pt x="6346" y="37445"/>
                  <a:pt x="5941" y="39743"/>
                  <a:pt x="7001" y="40803"/>
                </a:cubicBezTo>
                <a:cubicBezTo>
                  <a:pt x="8049" y="41862"/>
                  <a:pt x="10359" y="41457"/>
                  <a:pt x="11609" y="42291"/>
                </a:cubicBezTo>
                <a:cubicBezTo>
                  <a:pt x="12859" y="43124"/>
                  <a:pt x="13347" y="45398"/>
                  <a:pt x="14752" y="45982"/>
                </a:cubicBezTo>
                <a:cubicBezTo>
                  <a:pt x="15017" y="46094"/>
                  <a:pt x="15304" y="46138"/>
                  <a:pt x="15604" y="46138"/>
                </a:cubicBezTo>
                <a:cubicBezTo>
                  <a:pt x="16698" y="46138"/>
                  <a:pt x="17975" y="45555"/>
                  <a:pt x="19084" y="45555"/>
                </a:cubicBezTo>
                <a:cubicBezTo>
                  <a:pt x="19256" y="45555"/>
                  <a:pt x="19424" y="45569"/>
                  <a:pt x="19586" y="45601"/>
                </a:cubicBezTo>
                <a:cubicBezTo>
                  <a:pt x="21027" y="45875"/>
                  <a:pt x="22372" y="47803"/>
                  <a:pt x="23908" y="47803"/>
                </a:cubicBezTo>
                <a:cubicBezTo>
                  <a:pt x="25432" y="47803"/>
                  <a:pt x="26754" y="45875"/>
                  <a:pt x="28218" y="45601"/>
                </a:cubicBezTo>
                <a:cubicBezTo>
                  <a:pt x="28382" y="45568"/>
                  <a:pt x="28551" y="45554"/>
                  <a:pt x="28724" y="45554"/>
                </a:cubicBezTo>
                <a:cubicBezTo>
                  <a:pt x="29835" y="45554"/>
                  <a:pt x="31114" y="46133"/>
                  <a:pt x="32208" y="46133"/>
                </a:cubicBezTo>
                <a:cubicBezTo>
                  <a:pt x="32505" y="46133"/>
                  <a:pt x="32789" y="46091"/>
                  <a:pt x="33052" y="45982"/>
                </a:cubicBezTo>
                <a:cubicBezTo>
                  <a:pt x="34457" y="45398"/>
                  <a:pt x="34945" y="43124"/>
                  <a:pt x="36195" y="42291"/>
                </a:cubicBezTo>
                <a:cubicBezTo>
                  <a:pt x="37445" y="41457"/>
                  <a:pt x="39755" y="41862"/>
                  <a:pt x="40815" y="40803"/>
                </a:cubicBezTo>
                <a:cubicBezTo>
                  <a:pt x="41863" y="39743"/>
                  <a:pt x="41470" y="37445"/>
                  <a:pt x="42303" y="36195"/>
                </a:cubicBezTo>
                <a:cubicBezTo>
                  <a:pt x="43137" y="34945"/>
                  <a:pt x="45411" y="34445"/>
                  <a:pt x="45994" y="33052"/>
                </a:cubicBezTo>
                <a:cubicBezTo>
                  <a:pt x="46566" y="31671"/>
                  <a:pt x="45303" y="29718"/>
                  <a:pt x="45601" y="28218"/>
                </a:cubicBezTo>
                <a:cubicBezTo>
                  <a:pt x="45887" y="26765"/>
                  <a:pt x="47804" y="25432"/>
                  <a:pt x="47804" y="23896"/>
                </a:cubicBezTo>
                <a:cubicBezTo>
                  <a:pt x="47804" y="22360"/>
                  <a:pt x="45887" y="21038"/>
                  <a:pt x="45601" y="19586"/>
                </a:cubicBezTo>
                <a:cubicBezTo>
                  <a:pt x="45303" y="18074"/>
                  <a:pt x="46554" y="16133"/>
                  <a:pt x="45994" y="14740"/>
                </a:cubicBezTo>
                <a:cubicBezTo>
                  <a:pt x="45411" y="13347"/>
                  <a:pt x="43137" y="12859"/>
                  <a:pt x="42303" y="11609"/>
                </a:cubicBezTo>
                <a:cubicBezTo>
                  <a:pt x="41470" y="10358"/>
                  <a:pt x="41863" y="8049"/>
                  <a:pt x="40815" y="6989"/>
                </a:cubicBezTo>
                <a:cubicBezTo>
                  <a:pt x="39755" y="5929"/>
                  <a:pt x="37445" y="6334"/>
                  <a:pt x="36195" y="5501"/>
                </a:cubicBezTo>
                <a:cubicBezTo>
                  <a:pt x="34945" y="4667"/>
                  <a:pt x="34457" y="2393"/>
                  <a:pt x="33052" y="1810"/>
                </a:cubicBezTo>
                <a:cubicBezTo>
                  <a:pt x="32789" y="1699"/>
                  <a:pt x="32505" y="1655"/>
                  <a:pt x="32207" y="1655"/>
                </a:cubicBezTo>
                <a:cubicBezTo>
                  <a:pt x="31110" y="1655"/>
                  <a:pt x="29828" y="2248"/>
                  <a:pt x="28715" y="2248"/>
                </a:cubicBezTo>
                <a:cubicBezTo>
                  <a:pt x="28545" y="2248"/>
                  <a:pt x="28379" y="2235"/>
                  <a:pt x="28218" y="2203"/>
                </a:cubicBezTo>
                <a:cubicBezTo>
                  <a:pt x="26777" y="1917"/>
                  <a:pt x="25432" y="0"/>
                  <a:pt x="23908" y="0"/>
                </a:cubicBez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675134" y="1133195"/>
            <a:ext cx="3159525" cy="3159525"/>
          </a:xfrm>
          <a:custGeom>
            <a:avLst/>
            <a:gdLst/>
            <a:ahLst/>
            <a:cxnLst/>
            <a:rect l="l" t="t" r="r" b="b"/>
            <a:pathLst>
              <a:path w="47804" h="47804" extrusionOk="0">
                <a:moveTo>
                  <a:pt x="23908" y="0"/>
                </a:moveTo>
                <a:cubicBezTo>
                  <a:pt x="22372" y="0"/>
                  <a:pt x="21050" y="1917"/>
                  <a:pt x="19586" y="2203"/>
                </a:cubicBezTo>
                <a:cubicBezTo>
                  <a:pt x="19422" y="2235"/>
                  <a:pt x="19253" y="2249"/>
                  <a:pt x="19080" y="2249"/>
                </a:cubicBezTo>
                <a:cubicBezTo>
                  <a:pt x="17963" y="2249"/>
                  <a:pt x="16678" y="1664"/>
                  <a:pt x="15580" y="1664"/>
                </a:cubicBezTo>
                <a:cubicBezTo>
                  <a:pt x="15289" y="1664"/>
                  <a:pt x="15010" y="1705"/>
                  <a:pt x="14752" y="1810"/>
                </a:cubicBezTo>
                <a:cubicBezTo>
                  <a:pt x="13347" y="2393"/>
                  <a:pt x="12859" y="4667"/>
                  <a:pt x="11609" y="5501"/>
                </a:cubicBezTo>
                <a:cubicBezTo>
                  <a:pt x="10359" y="6334"/>
                  <a:pt x="8049" y="5929"/>
                  <a:pt x="7001" y="6989"/>
                </a:cubicBezTo>
                <a:cubicBezTo>
                  <a:pt x="5941" y="8049"/>
                  <a:pt x="6346" y="10358"/>
                  <a:pt x="5513" y="11609"/>
                </a:cubicBezTo>
                <a:cubicBezTo>
                  <a:pt x="4667" y="12859"/>
                  <a:pt x="2393" y="13347"/>
                  <a:pt x="1810" y="14740"/>
                </a:cubicBezTo>
                <a:cubicBezTo>
                  <a:pt x="1238" y="16133"/>
                  <a:pt x="2500" y="18074"/>
                  <a:pt x="2203" y="19586"/>
                </a:cubicBezTo>
                <a:cubicBezTo>
                  <a:pt x="1917" y="21026"/>
                  <a:pt x="0" y="22360"/>
                  <a:pt x="0" y="23896"/>
                </a:cubicBezTo>
                <a:cubicBezTo>
                  <a:pt x="0" y="25432"/>
                  <a:pt x="1917" y="26753"/>
                  <a:pt x="2203" y="28218"/>
                </a:cubicBezTo>
                <a:cubicBezTo>
                  <a:pt x="2500" y="29718"/>
                  <a:pt x="1250" y="31671"/>
                  <a:pt x="1810" y="33052"/>
                </a:cubicBezTo>
                <a:cubicBezTo>
                  <a:pt x="2393" y="34445"/>
                  <a:pt x="4679" y="34945"/>
                  <a:pt x="5513" y="36195"/>
                </a:cubicBezTo>
                <a:cubicBezTo>
                  <a:pt x="6346" y="37445"/>
                  <a:pt x="5941" y="39743"/>
                  <a:pt x="7001" y="40803"/>
                </a:cubicBezTo>
                <a:cubicBezTo>
                  <a:pt x="8049" y="41862"/>
                  <a:pt x="10359" y="41457"/>
                  <a:pt x="11609" y="42291"/>
                </a:cubicBezTo>
                <a:cubicBezTo>
                  <a:pt x="12859" y="43124"/>
                  <a:pt x="13347" y="45398"/>
                  <a:pt x="14752" y="45982"/>
                </a:cubicBezTo>
                <a:cubicBezTo>
                  <a:pt x="15017" y="46094"/>
                  <a:pt x="15304" y="46138"/>
                  <a:pt x="15604" y="46138"/>
                </a:cubicBezTo>
                <a:cubicBezTo>
                  <a:pt x="16698" y="46138"/>
                  <a:pt x="17975" y="45555"/>
                  <a:pt x="19084" y="45555"/>
                </a:cubicBezTo>
                <a:cubicBezTo>
                  <a:pt x="19256" y="45555"/>
                  <a:pt x="19424" y="45569"/>
                  <a:pt x="19586" y="45601"/>
                </a:cubicBezTo>
                <a:cubicBezTo>
                  <a:pt x="21027" y="45875"/>
                  <a:pt x="22372" y="47803"/>
                  <a:pt x="23908" y="47803"/>
                </a:cubicBezTo>
                <a:cubicBezTo>
                  <a:pt x="25432" y="47803"/>
                  <a:pt x="26754" y="45875"/>
                  <a:pt x="28218" y="45601"/>
                </a:cubicBezTo>
                <a:cubicBezTo>
                  <a:pt x="28382" y="45568"/>
                  <a:pt x="28551" y="45554"/>
                  <a:pt x="28724" y="45554"/>
                </a:cubicBezTo>
                <a:cubicBezTo>
                  <a:pt x="29835" y="45554"/>
                  <a:pt x="31114" y="46133"/>
                  <a:pt x="32208" y="46133"/>
                </a:cubicBezTo>
                <a:cubicBezTo>
                  <a:pt x="32505" y="46133"/>
                  <a:pt x="32789" y="46091"/>
                  <a:pt x="33052" y="45982"/>
                </a:cubicBezTo>
                <a:cubicBezTo>
                  <a:pt x="34457" y="45398"/>
                  <a:pt x="34945" y="43124"/>
                  <a:pt x="36195" y="42291"/>
                </a:cubicBezTo>
                <a:cubicBezTo>
                  <a:pt x="37445" y="41457"/>
                  <a:pt x="39755" y="41862"/>
                  <a:pt x="40815" y="40803"/>
                </a:cubicBezTo>
                <a:cubicBezTo>
                  <a:pt x="41863" y="39743"/>
                  <a:pt x="41470" y="37445"/>
                  <a:pt x="42303" y="36195"/>
                </a:cubicBezTo>
                <a:cubicBezTo>
                  <a:pt x="43137" y="34945"/>
                  <a:pt x="45411" y="34445"/>
                  <a:pt x="45994" y="33052"/>
                </a:cubicBezTo>
                <a:cubicBezTo>
                  <a:pt x="46566" y="31671"/>
                  <a:pt x="45303" y="29718"/>
                  <a:pt x="45601" y="28218"/>
                </a:cubicBezTo>
                <a:cubicBezTo>
                  <a:pt x="45887" y="26765"/>
                  <a:pt x="47804" y="25432"/>
                  <a:pt x="47804" y="23896"/>
                </a:cubicBezTo>
                <a:cubicBezTo>
                  <a:pt x="47804" y="22360"/>
                  <a:pt x="45887" y="21038"/>
                  <a:pt x="45601" y="19586"/>
                </a:cubicBezTo>
                <a:cubicBezTo>
                  <a:pt x="45303" y="18074"/>
                  <a:pt x="46554" y="16133"/>
                  <a:pt x="45994" y="14740"/>
                </a:cubicBezTo>
                <a:cubicBezTo>
                  <a:pt x="45411" y="13347"/>
                  <a:pt x="43137" y="12859"/>
                  <a:pt x="42303" y="11609"/>
                </a:cubicBezTo>
                <a:cubicBezTo>
                  <a:pt x="41470" y="10358"/>
                  <a:pt x="41863" y="8049"/>
                  <a:pt x="40815" y="6989"/>
                </a:cubicBezTo>
                <a:cubicBezTo>
                  <a:pt x="39755" y="5929"/>
                  <a:pt x="37445" y="6334"/>
                  <a:pt x="36195" y="5501"/>
                </a:cubicBezTo>
                <a:cubicBezTo>
                  <a:pt x="34945" y="4667"/>
                  <a:pt x="34457" y="2393"/>
                  <a:pt x="33052" y="1810"/>
                </a:cubicBezTo>
                <a:cubicBezTo>
                  <a:pt x="32789" y="1699"/>
                  <a:pt x="32505" y="1655"/>
                  <a:pt x="32207" y="1655"/>
                </a:cubicBezTo>
                <a:cubicBezTo>
                  <a:pt x="31110" y="1655"/>
                  <a:pt x="29828" y="2248"/>
                  <a:pt x="28715" y="2248"/>
                </a:cubicBezTo>
                <a:cubicBezTo>
                  <a:pt x="28545" y="2248"/>
                  <a:pt x="28379" y="2235"/>
                  <a:pt x="28218" y="2203"/>
                </a:cubicBezTo>
                <a:cubicBezTo>
                  <a:pt x="26777" y="1917"/>
                  <a:pt x="25432" y="0"/>
                  <a:pt x="2390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5892392" y="13751"/>
            <a:ext cx="6300713" cy="3924249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flipH="1">
            <a:off x="6062742" y="-40433"/>
            <a:ext cx="6166525" cy="3838112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" name="Google Shape;13;p2"/>
          <p:cNvGrpSpPr/>
          <p:nvPr/>
        </p:nvGrpSpPr>
        <p:grpSpPr>
          <a:xfrm rot="10800000" flipH="1">
            <a:off x="15" y="2222624"/>
            <a:ext cx="13566696" cy="4640683"/>
            <a:chOff x="1367050" y="3059225"/>
            <a:chExt cx="1407100" cy="848450"/>
          </a:xfrm>
        </p:grpSpPr>
        <p:sp>
          <p:nvSpPr>
            <p:cNvPr id="14" name="Google Shape;14;p2"/>
            <p:cNvSpPr/>
            <p:nvPr/>
          </p:nvSpPr>
          <p:spPr>
            <a:xfrm>
              <a:off x="1367050" y="3059225"/>
              <a:ext cx="1001268" cy="430317"/>
            </a:xfrm>
            <a:custGeom>
              <a:avLst/>
              <a:gdLst/>
              <a:ahLst/>
              <a:cxnLst/>
              <a:rect l="l" t="t" r="r" b="b"/>
              <a:pathLst>
                <a:path w="32850" h="14118" extrusionOk="0">
                  <a:moveTo>
                    <a:pt x="1" y="1"/>
                  </a:moveTo>
                  <a:lnTo>
                    <a:pt x="1" y="12945"/>
                  </a:lnTo>
                  <a:cubicBezTo>
                    <a:pt x="57" y="12959"/>
                    <a:pt x="113" y="13001"/>
                    <a:pt x="168" y="13015"/>
                  </a:cubicBezTo>
                  <a:cubicBezTo>
                    <a:pt x="1773" y="13750"/>
                    <a:pt x="3537" y="14117"/>
                    <a:pt x="5301" y="14117"/>
                  </a:cubicBezTo>
                  <a:cubicBezTo>
                    <a:pt x="7217" y="14117"/>
                    <a:pt x="9132" y="13684"/>
                    <a:pt x="10839" y="12820"/>
                  </a:cubicBezTo>
                  <a:cubicBezTo>
                    <a:pt x="13252" y="11578"/>
                    <a:pt x="15205" y="9598"/>
                    <a:pt x="17297" y="7868"/>
                  </a:cubicBezTo>
                  <a:cubicBezTo>
                    <a:pt x="19404" y="6124"/>
                    <a:pt x="21858" y="4576"/>
                    <a:pt x="24592" y="4506"/>
                  </a:cubicBezTo>
                  <a:cubicBezTo>
                    <a:pt x="24664" y="4504"/>
                    <a:pt x="24736" y="4503"/>
                    <a:pt x="24808" y="4503"/>
                  </a:cubicBezTo>
                  <a:cubicBezTo>
                    <a:pt x="26011" y="4503"/>
                    <a:pt x="27265" y="4752"/>
                    <a:pt x="28452" y="4752"/>
                  </a:cubicBezTo>
                  <a:cubicBezTo>
                    <a:pt x="29285" y="4752"/>
                    <a:pt x="30086" y="4630"/>
                    <a:pt x="30813" y="4213"/>
                  </a:cubicBezTo>
                  <a:cubicBezTo>
                    <a:pt x="32222" y="3404"/>
                    <a:pt x="32850" y="1521"/>
                    <a:pt x="323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367050" y="3059925"/>
              <a:ext cx="1407100" cy="847750"/>
            </a:xfrm>
            <a:custGeom>
              <a:avLst/>
              <a:gdLst/>
              <a:ahLst/>
              <a:cxnLst/>
              <a:rect l="l" t="t" r="r" b="b"/>
              <a:pathLst>
                <a:path w="56284" h="33910" extrusionOk="0">
                  <a:moveTo>
                    <a:pt x="32320" y="1"/>
                  </a:moveTo>
                  <a:cubicBezTo>
                    <a:pt x="32850" y="1493"/>
                    <a:pt x="32222" y="3390"/>
                    <a:pt x="30813" y="4199"/>
                  </a:cubicBezTo>
                  <a:cubicBezTo>
                    <a:pt x="30091" y="4613"/>
                    <a:pt x="29297" y="4734"/>
                    <a:pt x="28470" y="4734"/>
                  </a:cubicBezTo>
                  <a:cubicBezTo>
                    <a:pt x="27293" y="4734"/>
                    <a:pt x="26051" y="4488"/>
                    <a:pt x="24857" y="4488"/>
                  </a:cubicBezTo>
                  <a:cubicBezTo>
                    <a:pt x="24769" y="4488"/>
                    <a:pt x="24680" y="4489"/>
                    <a:pt x="24592" y="4492"/>
                  </a:cubicBezTo>
                  <a:cubicBezTo>
                    <a:pt x="21872" y="4562"/>
                    <a:pt x="19417" y="6110"/>
                    <a:pt x="17297" y="7854"/>
                  </a:cubicBezTo>
                  <a:cubicBezTo>
                    <a:pt x="15191" y="9597"/>
                    <a:pt x="13252" y="11592"/>
                    <a:pt x="10839" y="12806"/>
                  </a:cubicBezTo>
                  <a:cubicBezTo>
                    <a:pt x="9125" y="13674"/>
                    <a:pt x="7197" y="14111"/>
                    <a:pt x="5269" y="14111"/>
                  </a:cubicBezTo>
                  <a:cubicBezTo>
                    <a:pt x="3511" y="14111"/>
                    <a:pt x="1752" y="13747"/>
                    <a:pt x="154" y="13015"/>
                  </a:cubicBezTo>
                  <a:cubicBezTo>
                    <a:pt x="113" y="13001"/>
                    <a:pt x="57" y="12973"/>
                    <a:pt x="1" y="12945"/>
                  </a:cubicBezTo>
                  <a:lnTo>
                    <a:pt x="1" y="32752"/>
                  </a:lnTo>
                  <a:cubicBezTo>
                    <a:pt x="2032" y="33526"/>
                    <a:pt x="4211" y="33909"/>
                    <a:pt x="6393" y="33909"/>
                  </a:cubicBezTo>
                  <a:cubicBezTo>
                    <a:pt x="10265" y="33909"/>
                    <a:pt x="14145" y="32703"/>
                    <a:pt x="17214" y="30339"/>
                  </a:cubicBezTo>
                  <a:cubicBezTo>
                    <a:pt x="22974" y="25903"/>
                    <a:pt x="25429" y="18427"/>
                    <a:pt x="30186" y="12931"/>
                  </a:cubicBezTo>
                  <a:cubicBezTo>
                    <a:pt x="33938" y="8593"/>
                    <a:pt x="39155" y="5552"/>
                    <a:pt x="44776" y="4436"/>
                  </a:cubicBezTo>
                  <a:cubicBezTo>
                    <a:pt x="47329" y="3934"/>
                    <a:pt x="49979" y="3795"/>
                    <a:pt x="52406" y="2874"/>
                  </a:cubicBezTo>
                  <a:cubicBezTo>
                    <a:pt x="53912" y="2302"/>
                    <a:pt x="55363" y="1298"/>
                    <a:pt x="56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825400" y="3454100"/>
            <a:ext cx="4876800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825400" y="5185900"/>
            <a:ext cx="4876800" cy="7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ngolin"/>
              <a:buNone/>
              <a:defRPr sz="3200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89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33" y="3297958"/>
            <a:ext cx="12192000" cy="3559561"/>
            <a:chOff x="-25" y="1390650"/>
            <a:chExt cx="9144000" cy="3752700"/>
          </a:xfrm>
        </p:grpSpPr>
        <p:sp>
          <p:nvSpPr>
            <p:cNvPr id="20" name="Google Shape;20;p3"/>
            <p:cNvSpPr/>
            <p:nvPr/>
          </p:nvSpPr>
          <p:spPr>
            <a:xfrm>
              <a:off x="-25" y="1390650"/>
              <a:ext cx="9143955" cy="3152727"/>
            </a:xfrm>
            <a:custGeom>
              <a:avLst/>
              <a:gdLst/>
              <a:ahLst/>
              <a:cxnLst/>
              <a:rect l="l" t="t" r="r" b="b"/>
              <a:pathLst>
                <a:path w="48078" h="17253" extrusionOk="0">
                  <a:moveTo>
                    <a:pt x="24551" y="0"/>
                  </a:moveTo>
                  <a:cubicBezTo>
                    <a:pt x="19562" y="0"/>
                    <a:pt x="12918" y="5739"/>
                    <a:pt x="7775" y="5942"/>
                  </a:cubicBezTo>
                  <a:cubicBezTo>
                    <a:pt x="7443" y="5956"/>
                    <a:pt x="7121" y="5962"/>
                    <a:pt x="6809" y="5962"/>
                  </a:cubicBezTo>
                  <a:cubicBezTo>
                    <a:pt x="2312" y="5962"/>
                    <a:pt x="0" y="4608"/>
                    <a:pt x="0" y="4608"/>
                  </a:cubicBezTo>
                  <a:lnTo>
                    <a:pt x="0" y="17253"/>
                  </a:lnTo>
                  <a:lnTo>
                    <a:pt x="48077" y="17253"/>
                  </a:lnTo>
                  <a:lnTo>
                    <a:pt x="48077" y="3727"/>
                  </a:lnTo>
                  <a:cubicBezTo>
                    <a:pt x="48077" y="3727"/>
                    <a:pt x="46378" y="2205"/>
                    <a:pt x="44452" y="2205"/>
                  </a:cubicBezTo>
                  <a:cubicBezTo>
                    <a:pt x="44320" y="2205"/>
                    <a:pt x="44187" y="2212"/>
                    <a:pt x="44053" y="2227"/>
                  </a:cubicBezTo>
                  <a:cubicBezTo>
                    <a:pt x="41970" y="2465"/>
                    <a:pt x="40076" y="4275"/>
                    <a:pt x="36278" y="4870"/>
                  </a:cubicBezTo>
                  <a:cubicBezTo>
                    <a:pt x="36082" y="4901"/>
                    <a:pt x="35888" y="4915"/>
                    <a:pt x="35696" y="4915"/>
                  </a:cubicBezTo>
                  <a:cubicBezTo>
                    <a:pt x="32171" y="4915"/>
                    <a:pt x="29282" y="0"/>
                    <a:pt x="245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25" y="4210050"/>
              <a:ext cx="9144000" cy="933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513600" y="4344400"/>
            <a:ext cx="7168800" cy="8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513600" y="5115891"/>
            <a:ext cx="7168800" cy="9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2433092" y="711167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9032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 rot="10800000">
            <a:off x="10058392" y="5847797"/>
            <a:ext cx="2133608" cy="1035603"/>
          </a:xfrm>
          <a:custGeom>
            <a:avLst/>
            <a:gdLst/>
            <a:ahLst/>
            <a:cxnLst/>
            <a:rect l="l" t="t" r="r" b="b"/>
            <a:pathLst>
              <a:path w="32850" h="14118" extrusionOk="0">
                <a:moveTo>
                  <a:pt x="1" y="1"/>
                </a:moveTo>
                <a:lnTo>
                  <a:pt x="1" y="12945"/>
                </a:lnTo>
                <a:cubicBezTo>
                  <a:pt x="57" y="12959"/>
                  <a:pt x="113" y="13001"/>
                  <a:pt x="168" y="13015"/>
                </a:cubicBezTo>
                <a:cubicBezTo>
                  <a:pt x="1773" y="13750"/>
                  <a:pt x="3537" y="14117"/>
                  <a:pt x="5301" y="14117"/>
                </a:cubicBezTo>
                <a:cubicBezTo>
                  <a:pt x="7217" y="14117"/>
                  <a:pt x="9132" y="13684"/>
                  <a:pt x="10839" y="12820"/>
                </a:cubicBezTo>
                <a:cubicBezTo>
                  <a:pt x="13252" y="11578"/>
                  <a:pt x="15205" y="9598"/>
                  <a:pt x="17297" y="7868"/>
                </a:cubicBezTo>
                <a:cubicBezTo>
                  <a:pt x="19404" y="6124"/>
                  <a:pt x="21858" y="4576"/>
                  <a:pt x="24592" y="4506"/>
                </a:cubicBezTo>
                <a:cubicBezTo>
                  <a:pt x="24664" y="4504"/>
                  <a:pt x="24736" y="4503"/>
                  <a:pt x="24808" y="4503"/>
                </a:cubicBezTo>
                <a:cubicBezTo>
                  <a:pt x="26011" y="4503"/>
                  <a:pt x="27265" y="4752"/>
                  <a:pt x="28452" y="4752"/>
                </a:cubicBezTo>
                <a:cubicBezTo>
                  <a:pt x="29285" y="4752"/>
                  <a:pt x="30086" y="4630"/>
                  <a:pt x="30813" y="4213"/>
                </a:cubicBezTo>
                <a:cubicBezTo>
                  <a:pt x="32222" y="3404"/>
                  <a:pt x="32850" y="1521"/>
                  <a:pt x="323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4"/>
          <p:cNvSpPr/>
          <p:nvPr/>
        </p:nvSpPr>
        <p:spPr>
          <a:xfrm rot="10800000">
            <a:off x="9" y="8"/>
            <a:ext cx="3305224" cy="1066793"/>
          </a:xfrm>
          <a:custGeom>
            <a:avLst/>
            <a:gdLst/>
            <a:ahLst/>
            <a:cxnLst/>
            <a:rect l="l" t="t" r="r" b="b"/>
            <a:pathLst>
              <a:path w="36002" h="11620" extrusionOk="0">
                <a:moveTo>
                  <a:pt x="36002" y="0"/>
                </a:moveTo>
                <a:cubicBezTo>
                  <a:pt x="34719" y="223"/>
                  <a:pt x="33463" y="865"/>
                  <a:pt x="32375" y="1632"/>
                </a:cubicBezTo>
                <a:cubicBezTo>
                  <a:pt x="30729" y="2818"/>
                  <a:pt x="29334" y="4338"/>
                  <a:pt x="27688" y="5538"/>
                </a:cubicBezTo>
                <a:cubicBezTo>
                  <a:pt x="25164" y="7393"/>
                  <a:pt x="22039" y="8439"/>
                  <a:pt x="18887" y="8467"/>
                </a:cubicBezTo>
                <a:cubicBezTo>
                  <a:pt x="18805" y="8468"/>
                  <a:pt x="18723" y="8469"/>
                  <a:pt x="18641" y="8469"/>
                </a:cubicBezTo>
                <a:cubicBezTo>
                  <a:pt x="16159" y="8469"/>
                  <a:pt x="13715" y="7869"/>
                  <a:pt x="11271" y="7504"/>
                </a:cubicBezTo>
                <a:cubicBezTo>
                  <a:pt x="10215" y="7354"/>
                  <a:pt x="9136" y="7249"/>
                  <a:pt x="8065" y="7249"/>
                </a:cubicBezTo>
                <a:cubicBezTo>
                  <a:pt x="6561" y="7249"/>
                  <a:pt x="5074" y="7456"/>
                  <a:pt x="3697" y="8035"/>
                </a:cubicBezTo>
                <a:cubicBezTo>
                  <a:pt x="2079" y="8718"/>
                  <a:pt x="670" y="10043"/>
                  <a:pt x="0" y="11619"/>
                </a:cubicBezTo>
                <a:lnTo>
                  <a:pt x="36002" y="11619"/>
                </a:lnTo>
                <a:lnTo>
                  <a:pt x="360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4"/>
          <p:cNvSpPr/>
          <p:nvPr/>
        </p:nvSpPr>
        <p:spPr>
          <a:xfrm rot="10800000">
            <a:off x="-25386" y="-50783"/>
            <a:ext cx="3229020" cy="982084"/>
          </a:xfrm>
          <a:custGeom>
            <a:avLst/>
            <a:gdLst/>
            <a:ahLst/>
            <a:cxnLst/>
            <a:rect l="l" t="t" r="r" b="b"/>
            <a:pathLst>
              <a:path w="36002" h="11620" extrusionOk="0">
                <a:moveTo>
                  <a:pt x="36002" y="0"/>
                </a:moveTo>
                <a:cubicBezTo>
                  <a:pt x="34719" y="223"/>
                  <a:pt x="33463" y="865"/>
                  <a:pt x="32375" y="1632"/>
                </a:cubicBezTo>
                <a:cubicBezTo>
                  <a:pt x="30729" y="2818"/>
                  <a:pt x="29334" y="4338"/>
                  <a:pt x="27688" y="5538"/>
                </a:cubicBezTo>
                <a:cubicBezTo>
                  <a:pt x="25164" y="7393"/>
                  <a:pt x="22039" y="8439"/>
                  <a:pt x="18887" y="8467"/>
                </a:cubicBezTo>
                <a:cubicBezTo>
                  <a:pt x="18805" y="8468"/>
                  <a:pt x="18723" y="8469"/>
                  <a:pt x="18641" y="8469"/>
                </a:cubicBezTo>
                <a:cubicBezTo>
                  <a:pt x="16159" y="8469"/>
                  <a:pt x="13715" y="7869"/>
                  <a:pt x="11271" y="7504"/>
                </a:cubicBezTo>
                <a:cubicBezTo>
                  <a:pt x="10215" y="7354"/>
                  <a:pt x="9136" y="7249"/>
                  <a:pt x="8065" y="7249"/>
                </a:cubicBezTo>
                <a:cubicBezTo>
                  <a:pt x="6561" y="7249"/>
                  <a:pt x="5074" y="7456"/>
                  <a:pt x="3697" y="8035"/>
                </a:cubicBezTo>
                <a:cubicBezTo>
                  <a:pt x="2079" y="8718"/>
                  <a:pt x="670" y="10043"/>
                  <a:pt x="0" y="11619"/>
                </a:cubicBezTo>
                <a:lnTo>
                  <a:pt x="36002" y="11619"/>
                </a:lnTo>
                <a:lnTo>
                  <a:pt x="36002" y="0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50800" y="1536633"/>
            <a:ext cx="10290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2038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-33" y="1854200"/>
            <a:ext cx="12192000" cy="5003600"/>
            <a:chOff x="-25" y="1390650"/>
            <a:chExt cx="9144000" cy="3752700"/>
          </a:xfrm>
        </p:grpSpPr>
        <p:sp>
          <p:nvSpPr>
            <p:cNvPr id="33" name="Google Shape;33;p5"/>
            <p:cNvSpPr/>
            <p:nvPr/>
          </p:nvSpPr>
          <p:spPr>
            <a:xfrm>
              <a:off x="-25" y="1390650"/>
              <a:ext cx="9143955" cy="3152727"/>
            </a:xfrm>
            <a:custGeom>
              <a:avLst/>
              <a:gdLst/>
              <a:ahLst/>
              <a:cxnLst/>
              <a:rect l="l" t="t" r="r" b="b"/>
              <a:pathLst>
                <a:path w="48078" h="17253" extrusionOk="0">
                  <a:moveTo>
                    <a:pt x="24551" y="0"/>
                  </a:moveTo>
                  <a:cubicBezTo>
                    <a:pt x="19562" y="0"/>
                    <a:pt x="12918" y="5739"/>
                    <a:pt x="7775" y="5942"/>
                  </a:cubicBezTo>
                  <a:cubicBezTo>
                    <a:pt x="7443" y="5956"/>
                    <a:pt x="7121" y="5962"/>
                    <a:pt x="6809" y="5962"/>
                  </a:cubicBezTo>
                  <a:cubicBezTo>
                    <a:pt x="2312" y="5962"/>
                    <a:pt x="0" y="4608"/>
                    <a:pt x="0" y="4608"/>
                  </a:cubicBezTo>
                  <a:lnTo>
                    <a:pt x="0" y="17253"/>
                  </a:lnTo>
                  <a:lnTo>
                    <a:pt x="48077" y="17253"/>
                  </a:lnTo>
                  <a:lnTo>
                    <a:pt x="48077" y="3727"/>
                  </a:lnTo>
                  <a:cubicBezTo>
                    <a:pt x="48077" y="3727"/>
                    <a:pt x="46378" y="2205"/>
                    <a:pt x="44452" y="2205"/>
                  </a:cubicBezTo>
                  <a:cubicBezTo>
                    <a:pt x="44320" y="2205"/>
                    <a:pt x="44187" y="2212"/>
                    <a:pt x="44053" y="2227"/>
                  </a:cubicBezTo>
                  <a:cubicBezTo>
                    <a:pt x="41970" y="2465"/>
                    <a:pt x="40076" y="4275"/>
                    <a:pt x="36278" y="4870"/>
                  </a:cubicBezTo>
                  <a:cubicBezTo>
                    <a:pt x="36082" y="4901"/>
                    <a:pt x="35888" y="4915"/>
                    <a:pt x="35696" y="4915"/>
                  </a:cubicBezTo>
                  <a:cubicBezTo>
                    <a:pt x="32171" y="4915"/>
                    <a:pt x="29282" y="0"/>
                    <a:pt x="245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-25" y="4210050"/>
              <a:ext cx="9144000" cy="933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" name="Google Shape;35;p5"/>
          <p:cNvSpPr/>
          <p:nvPr/>
        </p:nvSpPr>
        <p:spPr>
          <a:xfrm rot="-688733">
            <a:off x="7271145" y="6092761"/>
            <a:ext cx="4923479" cy="468523"/>
          </a:xfrm>
          <a:custGeom>
            <a:avLst/>
            <a:gdLst/>
            <a:ahLst/>
            <a:cxnLst/>
            <a:rect l="l" t="t" r="r" b="b"/>
            <a:pathLst>
              <a:path w="17896" h="1703" fill="none" extrusionOk="0">
                <a:moveTo>
                  <a:pt x="17896" y="1465"/>
                </a:moveTo>
                <a:cubicBezTo>
                  <a:pt x="17622" y="762"/>
                  <a:pt x="17229" y="36"/>
                  <a:pt x="16776" y="24"/>
                </a:cubicBezTo>
                <a:cubicBezTo>
                  <a:pt x="16205" y="0"/>
                  <a:pt x="16074" y="1084"/>
                  <a:pt x="15360" y="1274"/>
                </a:cubicBezTo>
                <a:cubicBezTo>
                  <a:pt x="14550" y="1489"/>
                  <a:pt x="14240" y="274"/>
                  <a:pt x="13359" y="453"/>
                </a:cubicBezTo>
                <a:cubicBezTo>
                  <a:pt x="12621" y="596"/>
                  <a:pt x="12574" y="1524"/>
                  <a:pt x="11907" y="1572"/>
                </a:cubicBezTo>
                <a:cubicBezTo>
                  <a:pt x="11145" y="1632"/>
                  <a:pt x="10966" y="465"/>
                  <a:pt x="10157" y="393"/>
                </a:cubicBezTo>
                <a:cubicBezTo>
                  <a:pt x="9323" y="322"/>
                  <a:pt x="9192" y="1465"/>
                  <a:pt x="8275" y="1572"/>
                </a:cubicBezTo>
                <a:cubicBezTo>
                  <a:pt x="7240" y="1703"/>
                  <a:pt x="6978" y="274"/>
                  <a:pt x="5870" y="322"/>
                </a:cubicBezTo>
                <a:cubicBezTo>
                  <a:pt x="4882" y="358"/>
                  <a:pt x="4751" y="1489"/>
                  <a:pt x="3822" y="1429"/>
                </a:cubicBezTo>
                <a:cubicBezTo>
                  <a:pt x="2918" y="1382"/>
                  <a:pt x="2679" y="227"/>
                  <a:pt x="1739" y="131"/>
                </a:cubicBezTo>
                <a:cubicBezTo>
                  <a:pt x="1060" y="48"/>
                  <a:pt x="393" y="691"/>
                  <a:pt x="1" y="1131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dash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1399643" y="2445015"/>
            <a:ext cx="37440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1400817" y="2912289"/>
            <a:ext cx="3742800" cy="16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7048300" y="2445015"/>
            <a:ext cx="37440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7049500" y="2912289"/>
            <a:ext cx="3742800" cy="16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676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 flipH="1">
            <a:off x="-54" y="5686627"/>
            <a:ext cx="2224855" cy="1171367"/>
          </a:xfrm>
          <a:custGeom>
            <a:avLst/>
            <a:gdLst/>
            <a:ahLst/>
            <a:cxnLst/>
            <a:rect l="l" t="t" r="r" b="b"/>
            <a:pathLst>
              <a:path w="38136" h="29948" extrusionOk="0">
                <a:moveTo>
                  <a:pt x="37163" y="0"/>
                </a:moveTo>
                <a:cubicBezTo>
                  <a:pt x="36732" y="0"/>
                  <a:pt x="36166" y="151"/>
                  <a:pt x="35481" y="658"/>
                </a:cubicBezTo>
                <a:cubicBezTo>
                  <a:pt x="33778" y="1908"/>
                  <a:pt x="33707" y="6147"/>
                  <a:pt x="31147" y="6992"/>
                </a:cubicBezTo>
                <a:cubicBezTo>
                  <a:pt x="30908" y="7072"/>
                  <a:pt x="30643" y="7108"/>
                  <a:pt x="30357" y="7108"/>
                </a:cubicBezTo>
                <a:cubicBezTo>
                  <a:pt x="28146" y="7108"/>
                  <a:pt x="24643" y="4988"/>
                  <a:pt x="21393" y="4988"/>
                </a:cubicBezTo>
                <a:cubicBezTo>
                  <a:pt x="20568" y="4988"/>
                  <a:pt x="19758" y="5125"/>
                  <a:pt x="18991" y="5468"/>
                </a:cubicBezTo>
                <a:cubicBezTo>
                  <a:pt x="14800" y="7337"/>
                  <a:pt x="16431" y="14755"/>
                  <a:pt x="13407" y="17934"/>
                </a:cubicBezTo>
                <a:cubicBezTo>
                  <a:pt x="10382" y="21113"/>
                  <a:pt x="8525" y="20803"/>
                  <a:pt x="4417" y="22351"/>
                </a:cubicBezTo>
                <a:cubicBezTo>
                  <a:pt x="416" y="23859"/>
                  <a:pt x="19" y="29638"/>
                  <a:pt x="1" y="29935"/>
                </a:cubicBezTo>
                <a:lnTo>
                  <a:pt x="38136" y="29935"/>
                </a:lnTo>
                <a:lnTo>
                  <a:pt x="38136" y="325"/>
                </a:lnTo>
                <a:cubicBezTo>
                  <a:pt x="38136" y="325"/>
                  <a:pt x="37795" y="0"/>
                  <a:pt x="37163" y="0"/>
                </a:cubicBezTo>
                <a:close/>
                <a:moveTo>
                  <a:pt x="0" y="29935"/>
                </a:moveTo>
                <a:lnTo>
                  <a:pt x="0" y="29947"/>
                </a:lnTo>
                <a:cubicBezTo>
                  <a:pt x="0" y="29947"/>
                  <a:pt x="0" y="29943"/>
                  <a:pt x="1" y="2993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6"/>
          <p:cNvSpPr/>
          <p:nvPr/>
        </p:nvSpPr>
        <p:spPr>
          <a:xfrm flipH="1">
            <a:off x="9635064" y="6"/>
            <a:ext cx="2556921" cy="1592500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693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9309100" y="4594068"/>
            <a:ext cx="2882955" cy="2263969"/>
          </a:xfrm>
          <a:custGeom>
            <a:avLst/>
            <a:gdLst/>
            <a:ahLst/>
            <a:cxnLst/>
            <a:rect l="l" t="t" r="r" b="b"/>
            <a:pathLst>
              <a:path w="38136" h="29948" extrusionOk="0">
                <a:moveTo>
                  <a:pt x="37163" y="0"/>
                </a:moveTo>
                <a:cubicBezTo>
                  <a:pt x="36732" y="0"/>
                  <a:pt x="36166" y="151"/>
                  <a:pt x="35481" y="658"/>
                </a:cubicBezTo>
                <a:cubicBezTo>
                  <a:pt x="33778" y="1908"/>
                  <a:pt x="33707" y="6147"/>
                  <a:pt x="31147" y="6992"/>
                </a:cubicBezTo>
                <a:cubicBezTo>
                  <a:pt x="30908" y="7072"/>
                  <a:pt x="30643" y="7108"/>
                  <a:pt x="30357" y="7108"/>
                </a:cubicBezTo>
                <a:cubicBezTo>
                  <a:pt x="28146" y="7108"/>
                  <a:pt x="24643" y="4988"/>
                  <a:pt x="21393" y="4988"/>
                </a:cubicBezTo>
                <a:cubicBezTo>
                  <a:pt x="20568" y="4988"/>
                  <a:pt x="19758" y="5125"/>
                  <a:pt x="18991" y="5468"/>
                </a:cubicBezTo>
                <a:cubicBezTo>
                  <a:pt x="14800" y="7337"/>
                  <a:pt x="16431" y="14755"/>
                  <a:pt x="13407" y="17934"/>
                </a:cubicBezTo>
                <a:cubicBezTo>
                  <a:pt x="10382" y="21113"/>
                  <a:pt x="8525" y="20803"/>
                  <a:pt x="4417" y="22351"/>
                </a:cubicBezTo>
                <a:cubicBezTo>
                  <a:pt x="416" y="23859"/>
                  <a:pt x="19" y="29638"/>
                  <a:pt x="1" y="29935"/>
                </a:cubicBezTo>
                <a:lnTo>
                  <a:pt x="38136" y="29935"/>
                </a:lnTo>
                <a:lnTo>
                  <a:pt x="38136" y="325"/>
                </a:lnTo>
                <a:cubicBezTo>
                  <a:pt x="38136" y="325"/>
                  <a:pt x="37795" y="0"/>
                  <a:pt x="37163" y="0"/>
                </a:cubicBezTo>
                <a:close/>
                <a:moveTo>
                  <a:pt x="0" y="29935"/>
                </a:moveTo>
                <a:lnTo>
                  <a:pt x="0" y="29947"/>
                </a:lnTo>
                <a:cubicBezTo>
                  <a:pt x="0" y="29947"/>
                  <a:pt x="0" y="29943"/>
                  <a:pt x="1" y="299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7"/>
          <p:cNvSpPr/>
          <p:nvPr/>
        </p:nvSpPr>
        <p:spPr>
          <a:xfrm flipH="1">
            <a:off x="-58" y="0"/>
            <a:ext cx="2349561" cy="6858040"/>
          </a:xfrm>
          <a:custGeom>
            <a:avLst/>
            <a:gdLst/>
            <a:ahLst/>
            <a:cxnLst/>
            <a:rect l="l" t="t" r="r" b="b"/>
            <a:pathLst>
              <a:path w="17396" h="39911" extrusionOk="0">
                <a:moveTo>
                  <a:pt x="13740" y="1"/>
                </a:moveTo>
                <a:cubicBezTo>
                  <a:pt x="13740" y="1"/>
                  <a:pt x="16574" y="9085"/>
                  <a:pt x="15716" y="13157"/>
                </a:cubicBezTo>
                <a:cubicBezTo>
                  <a:pt x="14835" y="17241"/>
                  <a:pt x="11299" y="15098"/>
                  <a:pt x="8596" y="19039"/>
                </a:cubicBezTo>
                <a:cubicBezTo>
                  <a:pt x="5906" y="22992"/>
                  <a:pt x="10490" y="29874"/>
                  <a:pt x="8596" y="31207"/>
                </a:cubicBezTo>
                <a:cubicBezTo>
                  <a:pt x="8288" y="31428"/>
                  <a:pt x="7901" y="31510"/>
                  <a:pt x="7464" y="31510"/>
                </a:cubicBezTo>
                <a:cubicBezTo>
                  <a:pt x="6179" y="31510"/>
                  <a:pt x="4469" y="30797"/>
                  <a:pt x="3100" y="30797"/>
                </a:cubicBezTo>
                <a:cubicBezTo>
                  <a:pt x="2097" y="30797"/>
                  <a:pt x="1277" y="31179"/>
                  <a:pt x="941" y="32505"/>
                </a:cubicBezTo>
                <a:cubicBezTo>
                  <a:pt x="0" y="36243"/>
                  <a:pt x="2369" y="39911"/>
                  <a:pt x="2369" y="39911"/>
                </a:cubicBezTo>
                <a:lnTo>
                  <a:pt x="17395" y="39911"/>
                </a:lnTo>
                <a:lnTo>
                  <a:pt x="1739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6603051" y="1896633"/>
            <a:ext cx="4035600" cy="7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ubTitle" idx="1"/>
          </p:nvPr>
        </p:nvSpPr>
        <p:spPr>
          <a:xfrm>
            <a:off x="6603051" y="2640167"/>
            <a:ext cx="4035600" cy="23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387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 rot="10800000">
            <a:off x="5616179" y="2762063"/>
            <a:ext cx="6575349" cy="4095293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8"/>
          <p:cNvSpPr/>
          <p:nvPr/>
        </p:nvSpPr>
        <p:spPr>
          <a:xfrm>
            <a:off x="15" y="-9400"/>
            <a:ext cx="6358117" cy="3142055"/>
          </a:xfrm>
          <a:custGeom>
            <a:avLst/>
            <a:gdLst/>
            <a:ahLst/>
            <a:cxnLst/>
            <a:rect l="l" t="t" r="r" b="b"/>
            <a:pathLst>
              <a:path w="32850" h="14118" extrusionOk="0">
                <a:moveTo>
                  <a:pt x="1" y="1"/>
                </a:moveTo>
                <a:lnTo>
                  <a:pt x="1" y="12945"/>
                </a:lnTo>
                <a:cubicBezTo>
                  <a:pt x="57" y="12959"/>
                  <a:pt x="113" y="13001"/>
                  <a:pt x="168" y="13015"/>
                </a:cubicBezTo>
                <a:cubicBezTo>
                  <a:pt x="1773" y="13750"/>
                  <a:pt x="3537" y="14117"/>
                  <a:pt x="5301" y="14117"/>
                </a:cubicBezTo>
                <a:cubicBezTo>
                  <a:pt x="7217" y="14117"/>
                  <a:pt x="9132" y="13684"/>
                  <a:pt x="10839" y="12820"/>
                </a:cubicBezTo>
                <a:cubicBezTo>
                  <a:pt x="13252" y="11578"/>
                  <a:pt x="15205" y="9598"/>
                  <a:pt x="17297" y="7868"/>
                </a:cubicBezTo>
                <a:cubicBezTo>
                  <a:pt x="19404" y="6124"/>
                  <a:pt x="21858" y="4576"/>
                  <a:pt x="24592" y="4506"/>
                </a:cubicBezTo>
                <a:cubicBezTo>
                  <a:pt x="24664" y="4504"/>
                  <a:pt x="24736" y="4503"/>
                  <a:pt x="24808" y="4503"/>
                </a:cubicBezTo>
                <a:cubicBezTo>
                  <a:pt x="26011" y="4503"/>
                  <a:pt x="27265" y="4752"/>
                  <a:pt x="28452" y="4752"/>
                </a:cubicBezTo>
                <a:cubicBezTo>
                  <a:pt x="29285" y="4752"/>
                  <a:pt x="30086" y="4630"/>
                  <a:pt x="30813" y="4213"/>
                </a:cubicBezTo>
                <a:cubicBezTo>
                  <a:pt x="32222" y="3404"/>
                  <a:pt x="32850" y="1521"/>
                  <a:pt x="323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8"/>
          <p:cNvSpPr/>
          <p:nvPr/>
        </p:nvSpPr>
        <p:spPr>
          <a:xfrm rot="10800000">
            <a:off x="5794094" y="2908513"/>
            <a:ext cx="6435173" cy="4005387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2834600" y="1488367"/>
            <a:ext cx="6522800" cy="33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1056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9"/>
          <p:cNvGrpSpPr/>
          <p:nvPr/>
        </p:nvGrpSpPr>
        <p:grpSpPr>
          <a:xfrm rot="10800000">
            <a:off x="-5" y="-8667"/>
            <a:ext cx="6553591" cy="6875200"/>
            <a:chOff x="4003316" y="-6500"/>
            <a:chExt cx="4826387" cy="5156400"/>
          </a:xfrm>
        </p:grpSpPr>
        <p:sp>
          <p:nvSpPr>
            <p:cNvPr id="57" name="Google Shape;57;p9"/>
            <p:cNvSpPr/>
            <p:nvPr/>
          </p:nvSpPr>
          <p:spPr>
            <a:xfrm rot="-5400000">
              <a:off x="2250685" y="1746286"/>
              <a:ext cx="5156245" cy="1650983"/>
            </a:xfrm>
            <a:custGeom>
              <a:avLst/>
              <a:gdLst/>
              <a:ahLst/>
              <a:cxnLst/>
              <a:rect l="l" t="t" r="r" b="b"/>
              <a:pathLst>
                <a:path w="48078" h="17253" extrusionOk="0">
                  <a:moveTo>
                    <a:pt x="24551" y="0"/>
                  </a:moveTo>
                  <a:cubicBezTo>
                    <a:pt x="19562" y="0"/>
                    <a:pt x="12918" y="5739"/>
                    <a:pt x="7775" y="5942"/>
                  </a:cubicBezTo>
                  <a:cubicBezTo>
                    <a:pt x="7443" y="5956"/>
                    <a:pt x="7121" y="5962"/>
                    <a:pt x="6809" y="5962"/>
                  </a:cubicBezTo>
                  <a:cubicBezTo>
                    <a:pt x="2312" y="5962"/>
                    <a:pt x="0" y="4608"/>
                    <a:pt x="0" y="4608"/>
                  </a:cubicBezTo>
                  <a:lnTo>
                    <a:pt x="0" y="17253"/>
                  </a:lnTo>
                  <a:lnTo>
                    <a:pt x="48077" y="17253"/>
                  </a:lnTo>
                  <a:lnTo>
                    <a:pt x="48077" y="3727"/>
                  </a:lnTo>
                  <a:cubicBezTo>
                    <a:pt x="48077" y="3727"/>
                    <a:pt x="46378" y="2205"/>
                    <a:pt x="44452" y="2205"/>
                  </a:cubicBezTo>
                  <a:cubicBezTo>
                    <a:pt x="44320" y="2205"/>
                    <a:pt x="44187" y="2212"/>
                    <a:pt x="44053" y="2227"/>
                  </a:cubicBezTo>
                  <a:cubicBezTo>
                    <a:pt x="41970" y="2465"/>
                    <a:pt x="40076" y="4275"/>
                    <a:pt x="36278" y="4870"/>
                  </a:cubicBezTo>
                  <a:cubicBezTo>
                    <a:pt x="36082" y="4901"/>
                    <a:pt x="35888" y="4915"/>
                    <a:pt x="35696" y="4915"/>
                  </a:cubicBezTo>
                  <a:cubicBezTo>
                    <a:pt x="32171" y="4915"/>
                    <a:pt x="29282" y="0"/>
                    <a:pt x="245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9"/>
            <p:cNvSpPr/>
            <p:nvPr/>
          </p:nvSpPr>
          <p:spPr>
            <a:xfrm rot="-5400000">
              <a:off x="4662404" y="982600"/>
              <a:ext cx="5156400" cy="317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950800" y="1644233"/>
            <a:ext cx="42000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950800" y="3737433"/>
            <a:ext cx="42000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46552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2" name="Google Shape;62;p9"/>
          <p:cNvSpPr/>
          <p:nvPr/>
        </p:nvSpPr>
        <p:spPr>
          <a:xfrm rot="10800000" flipH="1">
            <a:off x="10448767" y="-8"/>
            <a:ext cx="1743196" cy="917807"/>
          </a:xfrm>
          <a:custGeom>
            <a:avLst/>
            <a:gdLst/>
            <a:ahLst/>
            <a:cxnLst/>
            <a:rect l="l" t="t" r="r" b="b"/>
            <a:pathLst>
              <a:path w="38136" h="29948" extrusionOk="0">
                <a:moveTo>
                  <a:pt x="37163" y="0"/>
                </a:moveTo>
                <a:cubicBezTo>
                  <a:pt x="36732" y="0"/>
                  <a:pt x="36166" y="151"/>
                  <a:pt x="35481" y="658"/>
                </a:cubicBezTo>
                <a:cubicBezTo>
                  <a:pt x="33778" y="1908"/>
                  <a:pt x="33707" y="6147"/>
                  <a:pt x="31147" y="6992"/>
                </a:cubicBezTo>
                <a:cubicBezTo>
                  <a:pt x="30908" y="7072"/>
                  <a:pt x="30643" y="7108"/>
                  <a:pt x="30357" y="7108"/>
                </a:cubicBezTo>
                <a:cubicBezTo>
                  <a:pt x="28146" y="7108"/>
                  <a:pt x="24643" y="4988"/>
                  <a:pt x="21393" y="4988"/>
                </a:cubicBezTo>
                <a:cubicBezTo>
                  <a:pt x="20568" y="4988"/>
                  <a:pt x="19758" y="5125"/>
                  <a:pt x="18991" y="5468"/>
                </a:cubicBezTo>
                <a:cubicBezTo>
                  <a:pt x="14800" y="7337"/>
                  <a:pt x="16431" y="14755"/>
                  <a:pt x="13407" y="17934"/>
                </a:cubicBezTo>
                <a:cubicBezTo>
                  <a:pt x="10382" y="21113"/>
                  <a:pt x="8525" y="20803"/>
                  <a:pt x="4417" y="22351"/>
                </a:cubicBezTo>
                <a:cubicBezTo>
                  <a:pt x="416" y="23859"/>
                  <a:pt x="19" y="29638"/>
                  <a:pt x="1" y="29935"/>
                </a:cubicBezTo>
                <a:lnTo>
                  <a:pt x="38136" y="29935"/>
                </a:lnTo>
                <a:lnTo>
                  <a:pt x="38136" y="325"/>
                </a:lnTo>
                <a:cubicBezTo>
                  <a:pt x="38136" y="325"/>
                  <a:pt x="37795" y="0"/>
                  <a:pt x="37163" y="0"/>
                </a:cubicBezTo>
                <a:close/>
                <a:moveTo>
                  <a:pt x="0" y="29935"/>
                </a:moveTo>
                <a:lnTo>
                  <a:pt x="0" y="29947"/>
                </a:lnTo>
                <a:cubicBezTo>
                  <a:pt x="0" y="29947"/>
                  <a:pt x="0" y="29943"/>
                  <a:pt x="1" y="2993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5219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 flipH="1">
            <a:off x="2963041" y="-140"/>
            <a:ext cx="9228888" cy="4193040"/>
            <a:chOff x="1367050" y="3059225"/>
            <a:chExt cx="1407100" cy="848450"/>
          </a:xfrm>
        </p:grpSpPr>
        <p:sp>
          <p:nvSpPr>
            <p:cNvPr id="65" name="Google Shape;65;p10"/>
            <p:cNvSpPr/>
            <p:nvPr/>
          </p:nvSpPr>
          <p:spPr>
            <a:xfrm>
              <a:off x="1367050" y="3059225"/>
              <a:ext cx="1001268" cy="430317"/>
            </a:xfrm>
            <a:custGeom>
              <a:avLst/>
              <a:gdLst/>
              <a:ahLst/>
              <a:cxnLst/>
              <a:rect l="l" t="t" r="r" b="b"/>
              <a:pathLst>
                <a:path w="32850" h="14118" extrusionOk="0">
                  <a:moveTo>
                    <a:pt x="1" y="1"/>
                  </a:moveTo>
                  <a:lnTo>
                    <a:pt x="1" y="12945"/>
                  </a:lnTo>
                  <a:cubicBezTo>
                    <a:pt x="57" y="12959"/>
                    <a:pt x="113" y="13001"/>
                    <a:pt x="168" y="13015"/>
                  </a:cubicBezTo>
                  <a:cubicBezTo>
                    <a:pt x="1773" y="13750"/>
                    <a:pt x="3537" y="14117"/>
                    <a:pt x="5301" y="14117"/>
                  </a:cubicBezTo>
                  <a:cubicBezTo>
                    <a:pt x="7217" y="14117"/>
                    <a:pt x="9132" y="13684"/>
                    <a:pt x="10839" y="12820"/>
                  </a:cubicBezTo>
                  <a:cubicBezTo>
                    <a:pt x="13252" y="11578"/>
                    <a:pt x="15205" y="9598"/>
                    <a:pt x="17297" y="7868"/>
                  </a:cubicBezTo>
                  <a:cubicBezTo>
                    <a:pt x="19404" y="6124"/>
                    <a:pt x="21858" y="4576"/>
                    <a:pt x="24592" y="4506"/>
                  </a:cubicBezTo>
                  <a:cubicBezTo>
                    <a:pt x="24664" y="4504"/>
                    <a:pt x="24736" y="4503"/>
                    <a:pt x="24808" y="4503"/>
                  </a:cubicBezTo>
                  <a:cubicBezTo>
                    <a:pt x="26011" y="4503"/>
                    <a:pt x="27265" y="4752"/>
                    <a:pt x="28452" y="4752"/>
                  </a:cubicBezTo>
                  <a:cubicBezTo>
                    <a:pt x="29285" y="4752"/>
                    <a:pt x="30086" y="4630"/>
                    <a:pt x="30813" y="4213"/>
                  </a:cubicBezTo>
                  <a:cubicBezTo>
                    <a:pt x="32222" y="3404"/>
                    <a:pt x="32850" y="1521"/>
                    <a:pt x="32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1367050" y="3059925"/>
              <a:ext cx="1407100" cy="847750"/>
            </a:xfrm>
            <a:custGeom>
              <a:avLst/>
              <a:gdLst/>
              <a:ahLst/>
              <a:cxnLst/>
              <a:rect l="l" t="t" r="r" b="b"/>
              <a:pathLst>
                <a:path w="56284" h="33910" extrusionOk="0">
                  <a:moveTo>
                    <a:pt x="32320" y="1"/>
                  </a:moveTo>
                  <a:cubicBezTo>
                    <a:pt x="32850" y="1493"/>
                    <a:pt x="32222" y="3390"/>
                    <a:pt x="30813" y="4199"/>
                  </a:cubicBezTo>
                  <a:cubicBezTo>
                    <a:pt x="30091" y="4613"/>
                    <a:pt x="29297" y="4734"/>
                    <a:pt x="28470" y="4734"/>
                  </a:cubicBezTo>
                  <a:cubicBezTo>
                    <a:pt x="27293" y="4734"/>
                    <a:pt x="26051" y="4488"/>
                    <a:pt x="24857" y="4488"/>
                  </a:cubicBezTo>
                  <a:cubicBezTo>
                    <a:pt x="24769" y="4488"/>
                    <a:pt x="24680" y="4489"/>
                    <a:pt x="24592" y="4492"/>
                  </a:cubicBezTo>
                  <a:cubicBezTo>
                    <a:pt x="21872" y="4562"/>
                    <a:pt x="19417" y="6110"/>
                    <a:pt x="17297" y="7854"/>
                  </a:cubicBezTo>
                  <a:cubicBezTo>
                    <a:pt x="15191" y="9597"/>
                    <a:pt x="13252" y="11592"/>
                    <a:pt x="10839" y="12806"/>
                  </a:cubicBezTo>
                  <a:cubicBezTo>
                    <a:pt x="9125" y="13674"/>
                    <a:pt x="7197" y="14111"/>
                    <a:pt x="5269" y="14111"/>
                  </a:cubicBezTo>
                  <a:cubicBezTo>
                    <a:pt x="3511" y="14111"/>
                    <a:pt x="1752" y="13747"/>
                    <a:pt x="154" y="13015"/>
                  </a:cubicBezTo>
                  <a:cubicBezTo>
                    <a:pt x="113" y="13001"/>
                    <a:pt x="57" y="12973"/>
                    <a:pt x="1" y="12945"/>
                  </a:cubicBezTo>
                  <a:lnTo>
                    <a:pt x="1" y="32752"/>
                  </a:lnTo>
                  <a:cubicBezTo>
                    <a:pt x="2032" y="33526"/>
                    <a:pt x="4211" y="33909"/>
                    <a:pt x="6393" y="33909"/>
                  </a:cubicBezTo>
                  <a:cubicBezTo>
                    <a:pt x="10265" y="33909"/>
                    <a:pt x="14145" y="32703"/>
                    <a:pt x="17214" y="30339"/>
                  </a:cubicBezTo>
                  <a:cubicBezTo>
                    <a:pt x="22974" y="25903"/>
                    <a:pt x="25429" y="18427"/>
                    <a:pt x="30186" y="12931"/>
                  </a:cubicBezTo>
                  <a:cubicBezTo>
                    <a:pt x="33938" y="8593"/>
                    <a:pt x="39155" y="5552"/>
                    <a:pt x="44776" y="4436"/>
                  </a:cubicBezTo>
                  <a:cubicBezTo>
                    <a:pt x="47329" y="3934"/>
                    <a:pt x="49979" y="3795"/>
                    <a:pt x="52406" y="2874"/>
                  </a:cubicBezTo>
                  <a:cubicBezTo>
                    <a:pt x="53912" y="2302"/>
                    <a:pt x="55363" y="1298"/>
                    <a:pt x="56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7" name="Google Shape;67;p10"/>
          <p:cNvSpPr/>
          <p:nvPr/>
        </p:nvSpPr>
        <p:spPr>
          <a:xfrm flipH="1">
            <a:off x="49" y="5465701"/>
            <a:ext cx="2726088" cy="1392383"/>
          </a:xfrm>
          <a:custGeom>
            <a:avLst/>
            <a:gdLst/>
            <a:ahLst/>
            <a:cxnLst/>
            <a:rect l="l" t="t" r="r" b="b"/>
            <a:pathLst>
              <a:path w="38136" h="29948" extrusionOk="0">
                <a:moveTo>
                  <a:pt x="37163" y="0"/>
                </a:moveTo>
                <a:cubicBezTo>
                  <a:pt x="36732" y="0"/>
                  <a:pt x="36166" y="151"/>
                  <a:pt x="35481" y="658"/>
                </a:cubicBezTo>
                <a:cubicBezTo>
                  <a:pt x="33778" y="1908"/>
                  <a:pt x="33707" y="6147"/>
                  <a:pt x="31147" y="6992"/>
                </a:cubicBezTo>
                <a:cubicBezTo>
                  <a:pt x="30908" y="7072"/>
                  <a:pt x="30643" y="7108"/>
                  <a:pt x="30357" y="7108"/>
                </a:cubicBezTo>
                <a:cubicBezTo>
                  <a:pt x="28146" y="7108"/>
                  <a:pt x="24643" y="4988"/>
                  <a:pt x="21393" y="4988"/>
                </a:cubicBezTo>
                <a:cubicBezTo>
                  <a:pt x="20568" y="4988"/>
                  <a:pt x="19758" y="5125"/>
                  <a:pt x="18991" y="5468"/>
                </a:cubicBezTo>
                <a:cubicBezTo>
                  <a:pt x="14800" y="7337"/>
                  <a:pt x="16431" y="14755"/>
                  <a:pt x="13407" y="17934"/>
                </a:cubicBezTo>
                <a:cubicBezTo>
                  <a:pt x="10382" y="21113"/>
                  <a:pt x="8525" y="20803"/>
                  <a:pt x="4417" y="22351"/>
                </a:cubicBezTo>
                <a:cubicBezTo>
                  <a:pt x="416" y="23859"/>
                  <a:pt x="19" y="29638"/>
                  <a:pt x="1" y="29935"/>
                </a:cubicBezTo>
                <a:lnTo>
                  <a:pt x="38136" y="29935"/>
                </a:lnTo>
                <a:lnTo>
                  <a:pt x="38136" y="325"/>
                </a:lnTo>
                <a:cubicBezTo>
                  <a:pt x="38136" y="325"/>
                  <a:pt x="37795" y="0"/>
                  <a:pt x="37163" y="0"/>
                </a:cubicBezTo>
                <a:close/>
                <a:moveTo>
                  <a:pt x="0" y="29935"/>
                </a:moveTo>
                <a:lnTo>
                  <a:pt x="0" y="29947"/>
                </a:lnTo>
                <a:cubicBezTo>
                  <a:pt x="0" y="29947"/>
                  <a:pt x="0" y="29943"/>
                  <a:pt x="1" y="2993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752933" y="597408"/>
            <a:ext cx="3413600" cy="25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990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 rot="5400000">
            <a:off x="4053612" y="-3839805"/>
            <a:ext cx="4088549" cy="12301092"/>
          </a:xfrm>
          <a:custGeom>
            <a:avLst/>
            <a:gdLst/>
            <a:ahLst/>
            <a:cxnLst/>
            <a:rect l="l" t="t" r="r" b="b"/>
            <a:pathLst>
              <a:path w="42364" h="43268" extrusionOk="0">
                <a:moveTo>
                  <a:pt x="1" y="0"/>
                </a:moveTo>
                <a:lnTo>
                  <a:pt x="1" y="43267"/>
                </a:lnTo>
                <a:lnTo>
                  <a:pt x="42363" y="43267"/>
                </a:lnTo>
                <a:cubicBezTo>
                  <a:pt x="42363" y="43267"/>
                  <a:pt x="42268" y="37779"/>
                  <a:pt x="39006" y="33992"/>
                </a:cubicBezTo>
                <a:cubicBezTo>
                  <a:pt x="35767" y="30218"/>
                  <a:pt x="39351" y="28789"/>
                  <a:pt x="39875" y="23705"/>
                </a:cubicBezTo>
                <a:cubicBezTo>
                  <a:pt x="40375" y="18633"/>
                  <a:pt x="36958" y="18336"/>
                  <a:pt x="34470" y="14049"/>
                </a:cubicBezTo>
                <a:cubicBezTo>
                  <a:pt x="31981" y="9775"/>
                  <a:pt x="34041" y="0"/>
                  <a:pt x="34041" y="0"/>
                </a:cubicBez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11"/>
          <p:cNvSpPr/>
          <p:nvPr/>
        </p:nvSpPr>
        <p:spPr>
          <a:xfrm rot="5400000">
            <a:off x="4053621" y="-4053628"/>
            <a:ext cx="4088549" cy="12195807"/>
          </a:xfrm>
          <a:custGeom>
            <a:avLst/>
            <a:gdLst/>
            <a:ahLst/>
            <a:cxnLst/>
            <a:rect l="l" t="t" r="r" b="b"/>
            <a:pathLst>
              <a:path w="42364" h="43268" extrusionOk="0">
                <a:moveTo>
                  <a:pt x="1" y="0"/>
                </a:moveTo>
                <a:lnTo>
                  <a:pt x="1" y="43267"/>
                </a:lnTo>
                <a:lnTo>
                  <a:pt x="42363" y="43267"/>
                </a:lnTo>
                <a:cubicBezTo>
                  <a:pt x="42363" y="43267"/>
                  <a:pt x="42268" y="37779"/>
                  <a:pt x="39006" y="33992"/>
                </a:cubicBezTo>
                <a:cubicBezTo>
                  <a:pt x="35767" y="30218"/>
                  <a:pt x="39351" y="28789"/>
                  <a:pt x="39875" y="23705"/>
                </a:cubicBezTo>
                <a:cubicBezTo>
                  <a:pt x="40375" y="18633"/>
                  <a:pt x="36958" y="18336"/>
                  <a:pt x="34470" y="14049"/>
                </a:cubicBezTo>
                <a:cubicBezTo>
                  <a:pt x="31981" y="9775"/>
                  <a:pt x="34041" y="0"/>
                  <a:pt x="34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950800" y="1417451"/>
            <a:ext cx="10290000" cy="1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2145233" y="4590400"/>
            <a:ext cx="79004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550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584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-110734" y="1638233"/>
            <a:ext cx="12413259" cy="4279952"/>
          </a:xfrm>
          <a:custGeom>
            <a:avLst/>
            <a:gdLst/>
            <a:ahLst/>
            <a:cxnLst/>
            <a:rect l="l" t="t" r="r" b="b"/>
            <a:pathLst>
              <a:path w="48078" h="17253" extrusionOk="0">
                <a:moveTo>
                  <a:pt x="24551" y="0"/>
                </a:moveTo>
                <a:cubicBezTo>
                  <a:pt x="19562" y="0"/>
                  <a:pt x="12918" y="5739"/>
                  <a:pt x="7775" y="5942"/>
                </a:cubicBezTo>
                <a:cubicBezTo>
                  <a:pt x="7443" y="5956"/>
                  <a:pt x="7121" y="5962"/>
                  <a:pt x="6809" y="5962"/>
                </a:cubicBezTo>
                <a:cubicBezTo>
                  <a:pt x="2312" y="5962"/>
                  <a:pt x="0" y="4608"/>
                  <a:pt x="0" y="4608"/>
                </a:cubicBezTo>
                <a:lnTo>
                  <a:pt x="0" y="17253"/>
                </a:lnTo>
                <a:lnTo>
                  <a:pt x="48077" y="17253"/>
                </a:lnTo>
                <a:lnTo>
                  <a:pt x="48077" y="3727"/>
                </a:lnTo>
                <a:cubicBezTo>
                  <a:pt x="48077" y="3727"/>
                  <a:pt x="46378" y="2205"/>
                  <a:pt x="44452" y="2205"/>
                </a:cubicBezTo>
                <a:cubicBezTo>
                  <a:pt x="44320" y="2205"/>
                  <a:pt x="44187" y="2212"/>
                  <a:pt x="44053" y="2227"/>
                </a:cubicBezTo>
                <a:cubicBezTo>
                  <a:pt x="41970" y="2465"/>
                  <a:pt x="40076" y="4275"/>
                  <a:pt x="36278" y="4870"/>
                </a:cubicBezTo>
                <a:cubicBezTo>
                  <a:pt x="36082" y="4901"/>
                  <a:pt x="35888" y="4915"/>
                  <a:pt x="35696" y="4915"/>
                </a:cubicBezTo>
                <a:cubicBezTo>
                  <a:pt x="32171" y="4915"/>
                  <a:pt x="29282" y="0"/>
                  <a:pt x="24551" y="0"/>
                </a:cubicBez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7" name="Google Shape;77;p13"/>
          <p:cNvGrpSpPr/>
          <p:nvPr/>
        </p:nvGrpSpPr>
        <p:grpSpPr>
          <a:xfrm>
            <a:off x="-33" y="1854200"/>
            <a:ext cx="12192000" cy="5003600"/>
            <a:chOff x="-25" y="1390650"/>
            <a:chExt cx="9144000" cy="3752700"/>
          </a:xfrm>
        </p:grpSpPr>
        <p:sp>
          <p:nvSpPr>
            <p:cNvPr id="78" name="Google Shape;78;p13"/>
            <p:cNvSpPr/>
            <p:nvPr/>
          </p:nvSpPr>
          <p:spPr>
            <a:xfrm>
              <a:off x="-25" y="1390650"/>
              <a:ext cx="9143955" cy="3152727"/>
            </a:xfrm>
            <a:custGeom>
              <a:avLst/>
              <a:gdLst/>
              <a:ahLst/>
              <a:cxnLst/>
              <a:rect l="l" t="t" r="r" b="b"/>
              <a:pathLst>
                <a:path w="48078" h="17253" extrusionOk="0">
                  <a:moveTo>
                    <a:pt x="24551" y="0"/>
                  </a:moveTo>
                  <a:cubicBezTo>
                    <a:pt x="19562" y="0"/>
                    <a:pt x="12918" y="5739"/>
                    <a:pt x="7775" y="5942"/>
                  </a:cubicBezTo>
                  <a:cubicBezTo>
                    <a:pt x="7443" y="5956"/>
                    <a:pt x="7121" y="5962"/>
                    <a:pt x="6809" y="5962"/>
                  </a:cubicBezTo>
                  <a:cubicBezTo>
                    <a:pt x="2312" y="5962"/>
                    <a:pt x="0" y="4608"/>
                    <a:pt x="0" y="4608"/>
                  </a:cubicBezTo>
                  <a:lnTo>
                    <a:pt x="0" y="17253"/>
                  </a:lnTo>
                  <a:lnTo>
                    <a:pt x="48077" y="17253"/>
                  </a:lnTo>
                  <a:lnTo>
                    <a:pt x="48077" y="3727"/>
                  </a:lnTo>
                  <a:cubicBezTo>
                    <a:pt x="48077" y="3727"/>
                    <a:pt x="46378" y="2205"/>
                    <a:pt x="44452" y="2205"/>
                  </a:cubicBezTo>
                  <a:cubicBezTo>
                    <a:pt x="44320" y="2205"/>
                    <a:pt x="44187" y="2212"/>
                    <a:pt x="44053" y="2227"/>
                  </a:cubicBezTo>
                  <a:cubicBezTo>
                    <a:pt x="41970" y="2465"/>
                    <a:pt x="40076" y="4275"/>
                    <a:pt x="36278" y="4870"/>
                  </a:cubicBezTo>
                  <a:cubicBezTo>
                    <a:pt x="36082" y="4901"/>
                    <a:pt x="35888" y="4915"/>
                    <a:pt x="35696" y="4915"/>
                  </a:cubicBezTo>
                  <a:cubicBezTo>
                    <a:pt x="32171" y="4915"/>
                    <a:pt x="29282" y="0"/>
                    <a:pt x="24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-25" y="4210050"/>
              <a:ext cx="9144000" cy="93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1627099" y="2453984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950800" y="4057600"/>
            <a:ext cx="24264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3"/>
          </p:nvPr>
        </p:nvSpPr>
        <p:spPr>
          <a:xfrm>
            <a:off x="950800" y="4521256"/>
            <a:ext cx="2426400" cy="1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4" hasCustomPrompt="1"/>
          </p:nvPr>
        </p:nvSpPr>
        <p:spPr>
          <a:xfrm>
            <a:off x="4247648" y="2453984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5"/>
          </p:nvPr>
        </p:nvSpPr>
        <p:spPr>
          <a:xfrm>
            <a:off x="3571351" y="4057600"/>
            <a:ext cx="24264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6"/>
          </p:nvPr>
        </p:nvSpPr>
        <p:spPr>
          <a:xfrm>
            <a:off x="3571351" y="4521256"/>
            <a:ext cx="2426400" cy="1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7" hasCustomPrompt="1"/>
          </p:nvPr>
        </p:nvSpPr>
        <p:spPr>
          <a:xfrm>
            <a:off x="6868199" y="2453984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6191900" y="4057600"/>
            <a:ext cx="24264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9"/>
          </p:nvPr>
        </p:nvSpPr>
        <p:spPr>
          <a:xfrm>
            <a:off x="6191900" y="4521256"/>
            <a:ext cx="2426400" cy="1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3" hasCustomPrompt="1"/>
          </p:nvPr>
        </p:nvSpPr>
        <p:spPr>
          <a:xfrm>
            <a:off x="9488732" y="2453984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4"/>
          </p:nvPr>
        </p:nvSpPr>
        <p:spPr>
          <a:xfrm>
            <a:off x="8812433" y="4057600"/>
            <a:ext cx="24264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5"/>
          </p:nvPr>
        </p:nvSpPr>
        <p:spPr>
          <a:xfrm>
            <a:off x="8812433" y="4521256"/>
            <a:ext cx="2426400" cy="1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6766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 rot="10800000">
            <a:off x="7435514" y="3904277"/>
            <a:ext cx="4766397" cy="2968635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14"/>
          <p:cNvSpPr/>
          <p:nvPr/>
        </p:nvSpPr>
        <p:spPr>
          <a:xfrm rot="10800000">
            <a:off x="7564395" y="4010422"/>
            <a:ext cx="4664871" cy="2903479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14"/>
          <p:cNvSpPr/>
          <p:nvPr/>
        </p:nvSpPr>
        <p:spPr>
          <a:xfrm>
            <a:off x="419770" y="269437"/>
            <a:ext cx="3634857" cy="3634857"/>
          </a:xfrm>
          <a:custGeom>
            <a:avLst/>
            <a:gdLst/>
            <a:ahLst/>
            <a:cxnLst/>
            <a:rect l="l" t="t" r="r" b="b"/>
            <a:pathLst>
              <a:path w="47804" h="47804" extrusionOk="0">
                <a:moveTo>
                  <a:pt x="23908" y="0"/>
                </a:moveTo>
                <a:cubicBezTo>
                  <a:pt x="22372" y="0"/>
                  <a:pt x="21050" y="1917"/>
                  <a:pt x="19586" y="2203"/>
                </a:cubicBezTo>
                <a:cubicBezTo>
                  <a:pt x="19422" y="2235"/>
                  <a:pt x="19253" y="2249"/>
                  <a:pt x="19080" y="2249"/>
                </a:cubicBezTo>
                <a:cubicBezTo>
                  <a:pt x="17963" y="2249"/>
                  <a:pt x="16678" y="1664"/>
                  <a:pt x="15580" y="1664"/>
                </a:cubicBezTo>
                <a:cubicBezTo>
                  <a:pt x="15289" y="1664"/>
                  <a:pt x="15010" y="1705"/>
                  <a:pt x="14752" y="1810"/>
                </a:cubicBezTo>
                <a:cubicBezTo>
                  <a:pt x="13347" y="2393"/>
                  <a:pt x="12859" y="4667"/>
                  <a:pt x="11609" y="5501"/>
                </a:cubicBezTo>
                <a:cubicBezTo>
                  <a:pt x="10359" y="6334"/>
                  <a:pt x="8049" y="5929"/>
                  <a:pt x="7001" y="6989"/>
                </a:cubicBezTo>
                <a:cubicBezTo>
                  <a:pt x="5941" y="8049"/>
                  <a:pt x="6346" y="10358"/>
                  <a:pt x="5513" y="11609"/>
                </a:cubicBezTo>
                <a:cubicBezTo>
                  <a:pt x="4667" y="12859"/>
                  <a:pt x="2393" y="13347"/>
                  <a:pt x="1810" y="14740"/>
                </a:cubicBezTo>
                <a:cubicBezTo>
                  <a:pt x="1238" y="16133"/>
                  <a:pt x="2500" y="18074"/>
                  <a:pt x="2203" y="19586"/>
                </a:cubicBezTo>
                <a:cubicBezTo>
                  <a:pt x="1917" y="21026"/>
                  <a:pt x="0" y="22360"/>
                  <a:pt x="0" y="23896"/>
                </a:cubicBezTo>
                <a:cubicBezTo>
                  <a:pt x="0" y="25432"/>
                  <a:pt x="1917" y="26753"/>
                  <a:pt x="2203" y="28218"/>
                </a:cubicBezTo>
                <a:cubicBezTo>
                  <a:pt x="2500" y="29718"/>
                  <a:pt x="1250" y="31671"/>
                  <a:pt x="1810" y="33052"/>
                </a:cubicBezTo>
                <a:cubicBezTo>
                  <a:pt x="2393" y="34445"/>
                  <a:pt x="4679" y="34945"/>
                  <a:pt x="5513" y="36195"/>
                </a:cubicBezTo>
                <a:cubicBezTo>
                  <a:pt x="6346" y="37445"/>
                  <a:pt x="5941" y="39743"/>
                  <a:pt x="7001" y="40803"/>
                </a:cubicBezTo>
                <a:cubicBezTo>
                  <a:pt x="8049" y="41862"/>
                  <a:pt x="10359" y="41457"/>
                  <a:pt x="11609" y="42291"/>
                </a:cubicBezTo>
                <a:cubicBezTo>
                  <a:pt x="12859" y="43124"/>
                  <a:pt x="13347" y="45398"/>
                  <a:pt x="14752" y="45982"/>
                </a:cubicBezTo>
                <a:cubicBezTo>
                  <a:pt x="15017" y="46094"/>
                  <a:pt x="15304" y="46138"/>
                  <a:pt x="15604" y="46138"/>
                </a:cubicBezTo>
                <a:cubicBezTo>
                  <a:pt x="16698" y="46138"/>
                  <a:pt x="17975" y="45555"/>
                  <a:pt x="19084" y="45555"/>
                </a:cubicBezTo>
                <a:cubicBezTo>
                  <a:pt x="19256" y="45555"/>
                  <a:pt x="19424" y="45569"/>
                  <a:pt x="19586" y="45601"/>
                </a:cubicBezTo>
                <a:cubicBezTo>
                  <a:pt x="21027" y="45875"/>
                  <a:pt x="22372" y="47803"/>
                  <a:pt x="23908" y="47803"/>
                </a:cubicBezTo>
                <a:cubicBezTo>
                  <a:pt x="25432" y="47803"/>
                  <a:pt x="26754" y="45875"/>
                  <a:pt x="28218" y="45601"/>
                </a:cubicBezTo>
                <a:cubicBezTo>
                  <a:pt x="28382" y="45568"/>
                  <a:pt x="28551" y="45554"/>
                  <a:pt x="28724" y="45554"/>
                </a:cubicBezTo>
                <a:cubicBezTo>
                  <a:pt x="29835" y="45554"/>
                  <a:pt x="31114" y="46133"/>
                  <a:pt x="32208" y="46133"/>
                </a:cubicBezTo>
                <a:cubicBezTo>
                  <a:pt x="32505" y="46133"/>
                  <a:pt x="32789" y="46091"/>
                  <a:pt x="33052" y="45982"/>
                </a:cubicBezTo>
                <a:cubicBezTo>
                  <a:pt x="34457" y="45398"/>
                  <a:pt x="34945" y="43124"/>
                  <a:pt x="36195" y="42291"/>
                </a:cubicBezTo>
                <a:cubicBezTo>
                  <a:pt x="37445" y="41457"/>
                  <a:pt x="39755" y="41862"/>
                  <a:pt x="40815" y="40803"/>
                </a:cubicBezTo>
                <a:cubicBezTo>
                  <a:pt x="41863" y="39743"/>
                  <a:pt x="41470" y="37445"/>
                  <a:pt x="42303" y="36195"/>
                </a:cubicBezTo>
                <a:cubicBezTo>
                  <a:pt x="43137" y="34945"/>
                  <a:pt x="45411" y="34445"/>
                  <a:pt x="45994" y="33052"/>
                </a:cubicBezTo>
                <a:cubicBezTo>
                  <a:pt x="46566" y="31671"/>
                  <a:pt x="45303" y="29718"/>
                  <a:pt x="45601" y="28218"/>
                </a:cubicBezTo>
                <a:cubicBezTo>
                  <a:pt x="45887" y="26765"/>
                  <a:pt x="47804" y="25432"/>
                  <a:pt x="47804" y="23896"/>
                </a:cubicBezTo>
                <a:cubicBezTo>
                  <a:pt x="47804" y="22360"/>
                  <a:pt x="45887" y="21038"/>
                  <a:pt x="45601" y="19586"/>
                </a:cubicBezTo>
                <a:cubicBezTo>
                  <a:pt x="45303" y="18074"/>
                  <a:pt x="46554" y="16133"/>
                  <a:pt x="45994" y="14740"/>
                </a:cubicBezTo>
                <a:cubicBezTo>
                  <a:pt x="45411" y="13347"/>
                  <a:pt x="43137" y="12859"/>
                  <a:pt x="42303" y="11609"/>
                </a:cubicBezTo>
                <a:cubicBezTo>
                  <a:pt x="41470" y="10358"/>
                  <a:pt x="41863" y="8049"/>
                  <a:pt x="40815" y="6989"/>
                </a:cubicBezTo>
                <a:cubicBezTo>
                  <a:pt x="39755" y="5929"/>
                  <a:pt x="37445" y="6334"/>
                  <a:pt x="36195" y="5501"/>
                </a:cubicBezTo>
                <a:cubicBezTo>
                  <a:pt x="34945" y="4667"/>
                  <a:pt x="34457" y="2393"/>
                  <a:pt x="33052" y="1810"/>
                </a:cubicBezTo>
                <a:cubicBezTo>
                  <a:pt x="32789" y="1699"/>
                  <a:pt x="32505" y="1655"/>
                  <a:pt x="32207" y="1655"/>
                </a:cubicBezTo>
                <a:cubicBezTo>
                  <a:pt x="31110" y="1655"/>
                  <a:pt x="29828" y="2248"/>
                  <a:pt x="28715" y="2248"/>
                </a:cubicBezTo>
                <a:cubicBezTo>
                  <a:pt x="28545" y="2248"/>
                  <a:pt x="28379" y="2235"/>
                  <a:pt x="28218" y="2203"/>
                </a:cubicBezTo>
                <a:cubicBezTo>
                  <a:pt x="26777" y="1917"/>
                  <a:pt x="25432" y="0"/>
                  <a:pt x="2390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4571400" y="5080467"/>
            <a:ext cx="3048000" cy="5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2832600" y="1968233"/>
            <a:ext cx="6522800" cy="2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Pangolin"/>
              <a:buNone/>
              <a:defRPr sz="3733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2105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rot="-5400000">
            <a:off x="2318660" y="2617041"/>
            <a:ext cx="6985733" cy="1623852"/>
          </a:xfrm>
          <a:custGeom>
            <a:avLst/>
            <a:gdLst/>
            <a:ahLst/>
            <a:cxnLst/>
            <a:rect l="l" t="t" r="r" b="b"/>
            <a:pathLst>
              <a:path w="48078" h="17253" extrusionOk="0">
                <a:moveTo>
                  <a:pt x="24551" y="0"/>
                </a:moveTo>
                <a:cubicBezTo>
                  <a:pt x="19562" y="0"/>
                  <a:pt x="12918" y="5739"/>
                  <a:pt x="7775" y="5942"/>
                </a:cubicBezTo>
                <a:cubicBezTo>
                  <a:pt x="7443" y="5956"/>
                  <a:pt x="7121" y="5962"/>
                  <a:pt x="6809" y="5962"/>
                </a:cubicBezTo>
                <a:cubicBezTo>
                  <a:pt x="2312" y="5962"/>
                  <a:pt x="0" y="4608"/>
                  <a:pt x="0" y="4608"/>
                </a:cubicBezTo>
                <a:lnTo>
                  <a:pt x="0" y="17253"/>
                </a:lnTo>
                <a:lnTo>
                  <a:pt x="48077" y="17253"/>
                </a:lnTo>
                <a:lnTo>
                  <a:pt x="48077" y="3727"/>
                </a:lnTo>
                <a:cubicBezTo>
                  <a:pt x="48077" y="3727"/>
                  <a:pt x="46378" y="2205"/>
                  <a:pt x="44452" y="2205"/>
                </a:cubicBezTo>
                <a:cubicBezTo>
                  <a:pt x="44320" y="2205"/>
                  <a:pt x="44187" y="2212"/>
                  <a:pt x="44053" y="2227"/>
                </a:cubicBezTo>
                <a:cubicBezTo>
                  <a:pt x="41970" y="2465"/>
                  <a:pt x="40076" y="4275"/>
                  <a:pt x="36278" y="4870"/>
                </a:cubicBezTo>
                <a:cubicBezTo>
                  <a:pt x="36082" y="4901"/>
                  <a:pt x="35888" y="4915"/>
                  <a:pt x="35696" y="4915"/>
                </a:cubicBezTo>
                <a:cubicBezTo>
                  <a:pt x="32171" y="4915"/>
                  <a:pt x="29282" y="0"/>
                  <a:pt x="24551" y="0"/>
                </a:cubicBez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5"/>
          <p:cNvGrpSpPr/>
          <p:nvPr/>
        </p:nvGrpSpPr>
        <p:grpSpPr>
          <a:xfrm rot="-5400000">
            <a:off x="5281214" y="-48016"/>
            <a:ext cx="6875069" cy="6954029"/>
            <a:chOff x="-25" y="1390650"/>
            <a:chExt cx="9144000" cy="13501222"/>
          </a:xfrm>
        </p:grpSpPr>
        <p:sp>
          <p:nvSpPr>
            <p:cNvPr id="102" name="Google Shape;102;p15"/>
            <p:cNvSpPr/>
            <p:nvPr/>
          </p:nvSpPr>
          <p:spPr>
            <a:xfrm>
              <a:off x="-25" y="1390650"/>
              <a:ext cx="9143955" cy="3152727"/>
            </a:xfrm>
            <a:custGeom>
              <a:avLst/>
              <a:gdLst/>
              <a:ahLst/>
              <a:cxnLst/>
              <a:rect l="l" t="t" r="r" b="b"/>
              <a:pathLst>
                <a:path w="48078" h="17253" extrusionOk="0">
                  <a:moveTo>
                    <a:pt x="24551" y="0"/>
                  </a:moveTo>
                  <a:cubicBezTo>
                    <a:pt x="19562" y="0"/>
                    <a:pt x="12918" y="5739"/>
                    <a:pt x="7775" y="5942"/>
                  </a:cubicBezTo>
                  <a:cubicBezTo>
                    <a:pt x="7443" y="5956"/>
                    <a:pt x="7121" y="5962"/>
                    <a:pt x="6809" y="5962"/>
                  </a:cubicBezTo>
                  <a:cubicBezTo>
                    <a:pt x="2312" y="5962"/>
                    <a:pt x="0" y="4608"/>
                    <a:pt x="0" y="4608"/>
                  </a:cubicBezTo>
                  <a:lnTo>
                    <a:pt x="0" y="17253"/>
                  </a:lnTo>
                  <a:lnTo>
                    <a:pt x="48077" y="17253"/>
                  </a:lnTo>
                  <a:lnTo>
                    <a:pt x="48077" y="3727"/>
                  </a:lnTo>
                  <a:cubicBezTo>
                    <a:pt x="48077" y="3727"/>
                    <a:pt x="46378" y="2205"/>
                    <a:pt x="44452" y="2205"/>
                  </a:cubicBezTo>
                  <a:cubicBezTo>
                    <a:pt x="44320" y="2205"/>
                    <a:pt x="44187" y="2212"/>
                    <a:pt x="44053" y="2227"/>
                  </a:cubicBezTo>
                  <a:cubicBezTo>
                    <a:pt x="41970" y="2465"/>
                    <a:pt x="40076" y="4275"/>
                    <a:pt x="36278" y="4870"/>
                  </a:cubicBezTo>
                  <a:cubicBezTo>
                    <a:pt x="36082" y="4901"/>
                    <a:pt x="35888" y="4915"/>
                    <a:pt x="35696" y="4915"/>
                  </a:cubicBezTo>
                  <a:cubicBezTo>
                    <a:pt x="32171" y="4915"/>
                    <a:pt x="29282" y="0"/>
                    <a:pt x="245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-25" y="4209772"/>
              <a:ext cx="9144000" cy="10682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4" name="Google Shape;104;p15"/>
          <p:cNvSpPr/>
          <p:nvPr/>
        </p:nvSpPr>
        <p:spPr>
          <a:xfrm rot="10800000" flipH="1">
            <a:off x="-7576" y="3904277"/>
            <a:ext cx="4766397" cy="2968635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15"/>
          <p:cNvSpPr/>
          <p:nvPr/>
        </p:nvSpPr>
        <p:spPr>
          <a:xfrm rot="10800000" flipH="1">
            <a:off x="-87367" y="4208670"/>
            <a:ext cx="4525376" cy="2736697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3877200" cy="13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 idx="2" hasCustomPrompt="1"/>
          </p:nvPr>
        </p:nvSpPr>
        <p:spPr>
          <a:xfrm>
            <a:off x="6406248" y="1049751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1"/>
          </p:nvPr>
        </p:nvSpPr>
        <p:spPr>
          <a:xfrm>
            <a:off x="8010567" y="719167"/>
            <a:ext cx="32308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3"/>
          </p:nvPr>
        </p:nvSpPr>
        <p:spPr>
          <a:xfrm>
            <a:off x="8010567" y="1191599"/>
            <a:ext cx="32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 idx="4" hasCustomPrompt="1"/>
          </p:nvPr>
        </p:nvSpPr>
        <p:spPr>
          <a:xfrm>
            <a:off x="6406248" y="3047967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5"/>
          </p:nvPr>
        </p:nvSpPr>
        <p:spPr>
          <a:xfrm>
            <a:off x="8010567" y="2717384"/>
            <a:ext cx="32308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6"/>
          </p:nvPr>
        </p:nvSpPr>
        <p:spPr>
          <a:xfrm>
            <a:off x="8010567" y="3189815"/>
            <a:ext cx="32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 idx="7" hasCustomPrompt="1"/>
          </p:nvPr>
        </p:nvSpPr>
        <p:spPr>
          <a:xfrm>
            <a:off x="6406248" y="5043133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subTitle" idx="8"/>
          </p:nvPr>
        </p:nvSpPr>
        <p:spPr>
          <a:xfrm>
            <a:off x="8010567" y="4712551"/>
            <a:ext cx="32308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9"/>
          </p:nvPr>
        </p:nvSpPr>
        <p:spPr>
          <a:xfrm>
            <a:off x="8010567" y="5184981"/>
            <a:ext cx="32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654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 column text 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6"/>
          <p:cNvGrpSpPr/>
          <p:nvPr/>
        </p:nvGrpSpPr>
        <p:grpSpPr>
          <a:xfrm>
            <a:off x="5211803" y="-8667"/>
            <a:ext cx="6984165" cy="6875200"/>
            <a:chOff x="4003316" y="-6500"/>
            <a:chExt cx="5143484" cy="5156400"/>
          </a:xfrm>
        </p:grpSpPr>
        <p:sp>
          <p:nvSpPr>
            <p:cNvPr id="118" name="Google Shape;118;p16"/>
            <p:cNvSpPr/>
            <p:nvPr/>
          </p:nvSpPr>
          <p:spPr>
            <a:xfrm rot="-5400000">
              <a:off x="2250685" y="1746286"/>
              <a:ext cx="5156245" cy="1650983"/>
            </a:xfrm>
            <a:custGeom>
              <a:avLst/>
              <a:gdLst/>
              <a:ahLst/>
              <a:cxnLst/>
              <a:rect l="l" t="t" r="r" b="b"/>
              <a:pathLst>
                <a:path w="48078" h="17253" extrusionOk="0">
                  <a:moveTo>
                    <a:pt x="24551" y="0"/>
                  </a:moveTo>
                  <a:cubicBezTo>
                    <a:pt x="19562" y="0"/>
                    <a:pt x="12918" y="5739"/>
                    <a:pt x="7775" y="5942"/>
                  </a:cubicBezTo>
                  <a:cubicBezTo>
                    <a:pt x="7443" y="5956"/>
                    <a:pt x="7121" y="5962"/>
                    <a:pt x="6809" y="5962"/>
                  </a:cubicBezTo>
                  <a:cubicBezTo>
                    <a:pt x="2312" y="5962"/>
                    <a:pt x="0" y="4608"/>
                    <a:pt x="0" y="4608"/>
                  </a:cubicBezTo>
                  <a:lnTo>
                    <a:pt x="0" y="17253"/>
                  </a:lnTo>
                  <a:lnTo>
                    <a:pt x="48077" y="17253"/>
                  </a:lnTo>
                  <a:lnTo>
                    <a:pt x="48077" y="3727"/>
                  </a:lnTo>
                  <a:cubicBezTo>
                    <a:pt x="48077" y="3727"/>
                    <a:pt x="46378" y="2205"/>
                    <a:pt x="44452" y="2205"/>
                  </a:cubicBezTo>
                  <a:cubicBezTo>
                    <a:pt x="44320" y="2205"/>
                    <a:pt x="44187" y="2212"/>
                    <a:pt x="44053" y="2227"/>
                  </a:cubicBezTo>
                  <a:cubicBezTo>
                    <a:pt x="41970" y="2465"/>
                    <a:pt x="40076" y="4275"/>
                    <a:pt x="36278" y="4870"/>
                  </a:cubicBezTo>
                  <a:cubicBezTo>
                    <a:pt x="36082" y="4901"/>
                    <a:pt x="35888" y="4915"/>
                    <a:pt x="35696" y="4915"/>
                  </a:cubicBezTo>
                  <a:cubicBezTo>
                    <a:pt x="32171" y="4915"/>
                    <a:pt x="29282" y="0"/>
                    <a:pt x="245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16"/>
            <p:cNvSpPr/>
            <p:nvPr/>
          </p:nvSpPr>
          <p:spPr>
            <a:xfrm rot="-5400000">
              <a:off x="4820950" y="824050"/>
              <a:ext cx="5156400" cy="3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0" name="Google Shape;120;p16"/>
          <p:cNvSpPr/>
          <p:nvPr/>
        </p:nvSpPr>
        <p:spPr>
          <a:xfrm rot="10800000">
            <a:off x="-37662" y="-51920"/>
            <a:ext cx="3646437" cy="1942827"/>
          </a:xfrm>
          <a:custGeom>
            <a:avLst/>
            <a:gdLst/>
            <a:ahLst/>
            <a:cxnLst/>
            <a:rect l="l" t="t" r="r" b="b"/>
            <a:pathLst>
              <a:path w="38136" h="29948" extrusionOk="0">
                <a:moveTo>
                  <a:pt x="37163" y="0"/>
                </a:moveTo>
                <a:cubicBezTo>
                  <a:pt x="36732" y="0"/>
                  <a:pt x="36166" y="151"/>
                  <a:pt x="35481" y="658"/>
                </a:cubicBezTo>
                <a:cubicBezTo>
                  <a:pt x="33778" y="1908"/>
                  <a:pt x="33707" y="6147"/>
                  <a:pt x="31147" y="6992"/>
                </a:cubicBezTo>
                <a:cubicBezTo>
                  <a:pt x="30908" y="7072"/>
                  <a:pt x="30643" y="7108"/>
                  <a:pt x="30357" y="7108"/>
                </a:cubicBezTo>
                <a:cubicBezTo>
                  <a:pt x="28146" y="7108"/>
                  <a:pt x="24643" y="4988"/>
                  <a:pt x="21393" y="4988"/>
                </a:cubicBezTo>
                <a:cubicBezTo>
                  <a:pt x="20568" y="4988"/>
                  <a:pt x="19758" y="5125"/>
                  <a:pt x="18991" y="5468"/>
                </a:cubicBezTo>
                <a:cubicBezTo>
                  <a:pt x="14800" y="7337"/>
                  <a:pt x="16431" y="14755"/>
                  <a:pt x="13407" y="17934"/>
                </a:cubicBezTo>
                <a:cubicBezTo>
                  <a:pt x="10382" y="21113"/>
                  <a:pt x="8525" y="20803"/>
                  <a:pt x="4417" y="22351"/>
                </a:cubicBezTo>
                <a:cubicBezTo>
                  <a:pt x="416" y="23859"/>
                  <a:pt x="19" y="29638"/>
                  <a:pt x="1" y="29935"/>
                </a:cubicBezTo>
                <a:lnTo>
                  <a:pt x="38136" y="29935"/>
                </a:lnTo>
                <a:lnTo>
                  <a:pt x="38136" y="325"/>
                </a:lnTo>
                <a:cubicBezTo>
                  <a:pt x="38136" y="325"/>
                  <a:pt x="37795" y="0"/>
                  <a:pt x="37163" y="0"/>
                </a:cubicBezTo>
                <a:close/>
                <a:moveTo>
                  <a:pt x="0" y="29935"/>
                </a:moveTo>
                <a:lnTo>
                  <a:pt x="0" y="29947"/>
                </a:lnTo>
                <a:cubicBezTo>
                  <a:pt x="0" y="29947"/>
                  <a:pt x="0" y="29943"/>
                  <a:pt x="1" y="29935"/>
                </a:cubicBez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950800" y="1730972"/>
            <a:ext cx="3742800" cy="25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950800" y="4291429"/>
            <a:ext cx="3742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3201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 flipH="1">
            <a:off x="-43" y="1"/>
            <a:ext cx="1240077" cy="6857972"/>
          </a:xfrm>
          <a:custGeom>
            <a:avLst/>
            <a:gdLst/>
            <a:ahLst/>
            <a:cxnLst/>
            <a:rect l="l" t="t" r="r" b="b"/>
            <a:pathLst>
              <a:path w="34291" h="34874" extrusionOk="0">
                <a:moveTo>
                  <a:pt x="24658" y="1"/>
                </a:moveTo>
                <a:cubicBezTo>
                  <a:pt x="24658" y="1"/>
                  <a:pt x="17669" y="715"/>
                  <a:pt x="15824" y="4715"/>
                </a:cubicBezTo>
                <a:cubicBezTo>
                  <a:pt x="13823" y="9073"/>
                  <a:pt x="16824" y="14550"/>
                  <a:pt x="16240" y="19110"/>
                </a:cubicBezTo>
                <a:cubicBezTo>
                  <a:pt x="15609" y="23944"/>
                  <a:pt x="4239" y="29957"/>
                  <a:pt x="2262" y="31754"/>
                </a:cubicBezTo>
                <a:cubicBezTo>
                  <a:pt x="286" y="33564"/>
                  <a:pt x="0" y="34874"/>
                  <a:pt x="0" y="34874"/>
                </a:cubicBezTo>
                <a:lnTo>
                  <a:pt x="34290" y="34874"/>
                </a:lnTo>
                <a:lnTo>
                  <a:pt x="3429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7"/>
          <p:cNvSpPr/>
          <p:nvPr/>
        </p:nvSpPr>
        <p:spPr>
          <a:xfrm rot="10800000" flipH="1">
            <a:off x="10954758" y="1"/>
            <a:ext cx="1240077" cy="6857972"/>
          </a:xfrm>
          <a:custGeom>
            <a:avLst/>
            <a:gdLst/>
            <a:ahLst/>
            <a:cxnLst/>
            <a:rect l="l" t="t" r="r" b="b"/>
            <a:pathLst>
              <a:path w="34291" h="34874" extrusionOk="0">
                <a:moveTo>
                  <a:pt x="24658" y="1"/>
                </a:moveTo>
                <a:cubicBezTo>
                  <a:pt x="24658" y="1"/>
                  <a:pt x="17669" y="715"/>
                  <a:pt x="15824" y="4715"/>
                </a:cubicBezTo>
                <a:cubicBezTo>
                  <a:pt x="13823" y="9073"/>
                  <a:pt x="16824" y="14550"/>
                  <a:pt x="16240" y="19110"/>
                </a:cubicBezTo>
                <a:cubicBezTo>
                  <a:pt x="15609" y="23944"/>
                  <a:pt x="4239" y="29957"/>
                  <a:pt x="2262" y="31754"/>
                </a:cubicBezTo>
                <a:cubicBezTo>
                  <a:pt x="286" y="33564"/>
                  <a:pt x="0" y="34874"/>
                  <a:pt x="0" y="34874"/>
                </a:cubicBezTo>
                <a:lnTo>
                  <a:pt x="34290" y="34874"/>
                </a:lnTo>
                <a:lnTo>
                  <a:pt x="3429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1"/>
          </p:nvPr>
        </p:nvSpPr>
        <p:spPr>
          <a:xfrm>
            <a:off x="2297300" y="1707700"/>
            <a:ext cx="3048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2"/>
          </p:nvPr>
        </p:nvSpPr>
        <p:spPr>
          <a:xfrm>
            <a:off x="2297300" y="2185539"/>
            <a:ext cx="3048000" cy="9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3"/>
          </p:nvPr>
        </p:nvSpPr>
        <p:spPr>
          <a:xfrm>
            <a:off x="6846700" y="1707700"/>
            <a:ext cx="3048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4"/>
          </p:nvPr>
        </p:nvSpPr>
        <p:spPr>
          <a:xfrm>
            <a:off x="6846700" y="2185539"/>
            <a:ext cx="3048000" cy="9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5"/>
          </p:nvPr>
        </p:nvSpPr>
        <p:spPr>
          <a:xfrm>
            <a:off x="2297300" y="4211700"/>
            <a:ext cx="3048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6"/>
          </p:nvPr>
        </p:nvSpPr>
        <p:spPr>
          <a:xfrm>
            <a:off x="2297300" y="4689539"/>
            <a:ext cx="3048000" cy="9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7"/>
          </p:nvPr>
        </p:nvSpPr>
        <p:spPr>
          <a:xfrm>
            <a:off x="6846700" y="4211700"/>
            <a:ext cx="30480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8"/>
          </p:nvPr>
        </p:nvSpPr>
        <p:spPr>
          <a:xfrm>
            <a:off x="6846700" y="4689539"/>
            <a:ext cx="3048000" cy="9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949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 rot="-5400000">
            <a:off x="4499107" y="-1032800"/>
            <a:ext cx="3197493" cy="12335707"/>
          </a:xfrm>
          <a:custGeom>
            <a:avLst/>
            <a:gdLst/>
            <a:ahLst/>
            <a:cxnLst/>
            <a:rect l="l" t="t" r="r" b="b"/>
            <a:pathLst>
              <a:path w="42364" h="43268" extrusionOk="0">
                <a:moveTo>
                  <a:pt x="1" y="0"/>
                </a:moveTo>
                <a:lnTo>
                  <a:pt x="1" y="43267"/>
                </a:lnTo>
                <a:lnTo>
                  <a:pt x="42363" y="43267"/>
                </a:lnTo>
                <a:cubicBezTo>
                  <a:pt x="42363" y="43267"/>
                  <a:pt x="42268" y="37779"/>
                  <a:pt x="39006" y="33992"/>
                </a:cubicBezTo>
                <a:cubicBezTo>
                  <a:pt x="35767" y="30218"/>
                  <a:pt x="39351" y="28789"/>
                  <a:pt x="39875" y="23705"/>
                </a:cubicBezTo>
                <a:cubicBezTo>
                  <a:pt x="40375" y="18633"/>
                  <a:pt x="36958" y="18336"/>
                  <a:pt x="34470" y="14049"/>
                </a:cubicBezTo>
                <a:cubicBezTo>
                  <a:pt x="31981" y="9775"/>
                  <a:pt x="34041" y="0"/>
                  <a:pt x="34041" y="0"/>
                </a:cubicBez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18"/>
          <p:cNvSpPr/>
          <p:nvPr/>
        </p:nvSpPr>
        <p:spPr>
          <a:xfrm rot="-5400000">
            <a:off x="4499158" y="-838650"/>
            <a:ext cx="3197493" cy="12195807"/>
          </a:xfrm>
          <a:custGeom>
            <a:avLst/>
            <a:gdLst/>
            <a:ahLst/>
            <a:cxnLst/>
            <a:rect l="l" t="t" r="r" b="b"/>
            <a:pathLst>
              <a:path w="42364" h="43268" extrusionOk="0">
                <a:moveTo>
                  <a:pt x="1" y="0"/>
                </a:moveTo>
                <a:lnTo>
                  <a:pt x="1" y="43267"/>
                </a:lnTo>
                <a:lnTo>
                  <a:pt x="42363" y="43267"/>
                </a:lnTo>
                <a:cubicBezTo>
                  <a:pt x="42363" y="43267"/>
                  <a:pt x="42268" y="37779"/>
                  <a:pt x="39006" y="33992"/>
                </a:cubicBezTo>
                <a:cubicBezTo>
                  <a:pt x="35767" y="30218"/>
                  <a:pt x="39351" y="28789"/>
                  <a:pt x="39875" y="23705"/>
                </a:cubicBezTo>
                <a:cubicBezTo>
                  <a:pt x="40375" y="18633"/>
                  <a:pt x="36958" y="18336"/>
                  <a:pt x="34470" y="14049"/>
                </a:cubicBezTo>
                <a:cubicBezTo>
                  <a:pt x="31981" y="9775"/>
                  <a:pt x="34041" y="0"/>
                  <a:pt x="34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18"/>
          <p:cNvSpPr/>
          <p:nvPr/>
        </p:nvSpPr>
        <p:spPr>
          <a:xfrm rot="-5400000">
            <a:off x="5521466" y="-5521325"/>
            <a:ext cx="1144425" cy="12187089"/>
          </a:xfrm>
          <a:custGeom>
            <a:avLst/>
            <a:gdLst/>
            <a:ahLst/>
            <a:cxnLst/>
            <a:rect l="l" t="t" r="r" b="b"/>
            <a:pathLst>
              <a:path w="17396" h="39911" extrusionOk="0">
                <a:moveTo>
                  <a:pt x="13740" y="1"/>
                </a:moveTo>
                <a:cubicBezTo>
                  <a:pt x="13740" y="1"/>
                  <a:pt x="16574" y="9085"/>
                  <a:pt x="15716" y="13157"/>
                </a:cubicBezTo>
                <a:cubicBezTo>
                  <a:pt x="14835" y="17241"/>
                  <a:pt x="11299" y="15098"/>
                  <a:pt x="8596" y="19039"/>
                </a:cubicBezTo>
                <a:cubicBezTo>
                  <a:pt x="5906" y="22992"/>
                  <a:pt x="10490" y="29874"/>
                  <a:pt x="8596" y="31207"/>
                </a:cubicBezTo>
                <a:cubicBezTo>
                  <a:pt x="8288" y="31428"/>
                  <a:pt x="7901" y="31510"/>
                  <a:pt x="7464" y="31510"/>
                </a:cubicBezTo>
                <a:cubicBezTo>
                  <a:pt x="6179" y="31510"/>
                  <a:pt x="4469" y="30797"/>
                  <a:pt x="3100" y="30797"/>
                </a:cubicBezTo>
                <a:cubicBezTo>
                  <a:pt x="2097" y="30797"/>
                  <a:pt x="1277" y="31179"/>
                  <a:pt x="941" y="32505"/>
                </a:cubicBezTo>
                <a:cubicBezTo>
                  <a:pt x="0" y="36243"/>
                  <a:pt x="2369" y="39911"/>
                  <a:pt x="2369" y="39911"/>
                </a:cubicBezTo>
                <a:lnTo>
                  <a:pt x="17395" y="39911"/>
                </a:lnTo>
                <a:lnTo>
                  <a:pt x="1739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ubTitle" idx="1"/>
          </p:nvPr>
        </p:nvSpPr>
        <p:spPr>
          <a:xfrm>
            <a:off x="950800" y="2506555"/>
            <a:ext cx="3243200" cy="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ubTitle" idx="2"/>
          </p:nvPr>
        </p:nvSpPr>
        <p:spPr>
          <a:xfrm>
            <a:off x="950800" y="2846877"/>
            <a:ext cx="324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ubTitle" idx="3"/>
          </p:nvPr>
        </p:nvSpPr>
        <p:spPr>
          <a:xfrm>
            <a:off x="4474400" y="2506555"/>
            <a:ext cx="3243200" cy="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4"/>
          </p:nvPr>
        </p:nvSpPr>
        <p:spPr>
          <a:xfrm>
            <a:off x="4474400" y="2846877"/>
            <a:ext cx="324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ubTitle" idx="5"/>
          </p:nvPr>
        </p:nvSpPr>
        <p:spPr>
          <a:xfrm>
            <a:off x="7998000" y="2506555"/>
            <a:ext cx="3243200" cy="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6"/>
          </p:nvPr>
        </p:nvSpPr>
        <p:spPr>
          <a:xfrm>
            <a:off x="7998000" y="2846877"/>
            <a:ext cx="324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ubTitle" idx="7"/>
          </p:nvPr>
        </p:nvSpPr>
        <p:spPr>
          <a:xfrm>
            <a:off x="950800" y="4971755"/>
            <a:ext cx="3243200" cy="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8"/>
          </p:nvPr>
        </p:nvSpPr>
        <p:spPr>
          <a:xfrm>
            <a:off x="950800" y="5312077"/>
            <a:ext cx="324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ubTitle" idx="9"/>
          </p:nvPr>
        </p:nvSpPr>
        <p:spPr>
          <a:xfrm>
            <a:off x="4474400" y="4971755"/>
            <a:ext cx="3243200" cy="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13"/>
          </p:nvPr>
        </p:nvSpPr>
        <p:spPr>
          <a:xfrm>
            <a:off x="4474400" y="5312077"/>
            <a:ext cx="324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14"/>
          </p:nvPr>
        </p:nvSpPr>
        <p:spPr>
          <a:xfrm>
            <a:off x="7998000" y="4971755"/>
            <a:ext cx="3243200" cy="4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ubTitle" idx="15"/>
          </p:nvPr>
        </p:nvSpPr>
        <p:spPr>
          <a:xfrm>
            <a:off x="7998000" y="5312077"/>
            <a:ext cx="324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76402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 flipH="1">
            <a:off x="8394181" y="1"/>
            <a:ext cx="3797820" cy="3127795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5120833" y="593367"/>
            <a:ext cx="612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subTitle" idx="1"/>
          </p:nvPr>
        </p:nvSpPr>
        <p:spPr>
          <a:xfrm>
            <a:off x="4354684" y="1871957"/>
            <a:ext cx="24748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ubTitle" idx="2"/>
          </p:nvPr>
        </p:nvSpPr>
        <p:spPr>
          <a:xfrm>
            <a:off x="4354684" y="2355456"/>
            <a:ext cx="24748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subTitle" idx="3"/>
          </p:nvPr>
        </p:nvSpPr>
        <p:spPr>
          <a:xfrm>
            <a:off x="7627851" y="1871957"/>
            <a:ext cx="24748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subTitle" idx="4"/>
          </p:nvPr>
        </p:nvSpPr>
        <p:spPr>
          <a:xfrm>
            <a:off x="7627851" y="2355456"/>
            <a:ext cx="24748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ubTitle" idx="5"/>
          </p:nvPr>
        </p:nvSpPr>
        <p:spPr>
          <a:xfrm>
            <a:off x="5307033" y="4294991"/>
            <a:ext cx="24748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6"/>
          </p:nvPr>
        </p:nvSpPr>
        <p:spPr>
          <a:xfrm>
            <a:off x="5307033" y="4772889"/>
            <a:ext cx="24748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7"/>
          </p:nvPr>
        </p:nvSpPr>
        <p:spPr>
          <a:xfrm>
            <a:off x="8580200" y="4294991"/>
            <a:ext cx="24748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8"/>
          </p:nvPr>
        </p:nvSpPr>
        <p:spPr>
          <a:xfrm>
            <a:off x="8580200" y="4772889"/>
            <a:ext cx="24748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8806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-263" y="-8667"/>
            <a:ext cx="6923888" cy="6875200"/>
            <a:chOff x="-202" y="-6500"/>
            <a:chExt cx="5558677" cy="5156400"/>
          </a:xfrm>
        </p:grpSpPr>
        <p:sp>
          <p:nvSpPr>
            <p:cNvPr id="165" name="Google Shape;165;p20"/>
            <p:cNvSpPr/>
            <p:nvPr/>
          </p:nvSpPr>
          <p:spPr>
            <a:xfrm rot="5400000" flipH="1">
              <a:off x="-235852" y="229150"/>
              <a:ext cx="5156400" cy="46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20"/>
            <p:cNvSpPr/>
            <p:nvPr/>
          </p:nvSpPr>
          <p:spPr>
            <a:xfrm flipH="1">
              <a:off x="4628418" y="0"/>
              <a:ext cx="930058" cy="5143479"/>
            </a:xfrm>
            <a:custGeom>
              <a:avLst/>
              <a:gdLst/>
              <a:ahLst/>
              <a:cxnLst/>
              <a:rect l="l" t="t" r="r" b="b"/>
              <a:pathLst>
                <a:path w="34291" h="34874" extrusionOk="0">
                  <a:moveTo>
                    <a:pt x="24658" y="1"/>
                  </a:moveTo>
                  <a:cubicBezTo>
                    <a:pt x="24658" y="1"/>
                    <a:pt x="17669" y="715"/>
                    <a:pt x="15824" y="4715"/>
                  </a:cubicBezTo>
                  <a:cubicBezTo>
                    <a:pt x="13823" y="9073"/>
                    <a:pt x="16824" y="14550"/>
                    <a:pt x="16240" y="19110"/>
                  </a:cubicBezTo>
                  <a:cubicBezTo>
                    <a:pt x="15609" y="23944"/>
                    <a:pt x="4239" y="29957"/>
                    <a:pt x="2262" y="31754"/>
                  </a:cubicBezTo>
                  <a:cubicBezTo>
                    <a:pt x="286" y="33564"/>
                    <a:pt x="0" y="34874"/>
                    <a:pt x="0" y="34874"/>
                  </a:cubicBezTo>
                  <a:lnTo>
                    <a:pt x="34290" y="34874"/>
                  </a:lnTo>
                  <a:lnTo>
                    <a:pt x="342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7" name="Google Shape;167;p20"/>
          <p:cNvSpPr txBox="1">
            <a:spLocks noGrp="1"/>
          </p:cNvSpPr>
          <p:nvPr>
            <p:ph type="title" hasCustomPrompt="1"/>
          </p:nvPr>
        </p:nvSpPr>
        <p:spPr>
          <a:xfrm>
            <a:off x="1083248" y="1943451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68" name="Google Shape;168;p20"/>
          <p:cNvSpPr txBox="1">
            <a:spLocks noGrp="1"/>
          </p:cNvSpPr>
          <p:nvPr>
            <p:ph type="subTitle" idx="1"/>
          </p:nvPr>
        </p:nvSpPr>
        <p:spPr>
          <a:xfrm>
            <a:off x="2687567" y="1632688"/>
            <a:ext cx="32308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subTitle" idx="2"/>
          </p:nvPr>
        </p:nvSpPr>
        <p:spPr>
          <a:xfrm>
            <a:off x="2687567" y="2105120"/>
            <a:ext cx="32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title" idx="3" hasCustomPrompt="1"/>
          </p:nvPr>
        </p:nvSpPr>
        <p:spPr>
          <a:xfrm>
            <a:off x="1083248" y="3495684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71" name="Google Shape;171;p20"/>
          <p:cNvSpPr txBox="1">
            <a:spLocks noGrp="1"/>
          </p:cNvSpPr>
          <p:nvPr>
            <p:ph type="subTitle" idx="4"/>
          </p:nvPr>
        </p:nvSpPr>
        <p:spPr>
          <a:xfrm>
            <a:off x="2687567" y="3187904"/>
            <a:ext cx="32308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ubTitle" idx="5"/>
          </p:nvPr>
        </p:nvSpPr>
        <p:spPr>
          <a:xfrm>
            <a:off x="2687567" y="3660336"/>
            <a:ext cx="32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title" idx="6" hasCustomPrompt="1"/>
          </p:nvPr>
        </p:nvSpPr>
        <p:spPr>
          <a:xfrm>
            <a:off x="1083248" y="5047917"/>
            <a:ext cx="999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7"/>
          </p:nvPr>
        </p:nvSpPr>
        <p:spPr>
          <a:xfrm>
            <a:off x="2687567" y="4740137"/>
            <a:ext cx="3230800" cy="5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angolin"/>
              <a:buNone/>
              <a:defRPr sz="2400" b="1">
                <a:latin typeface="Pangolin"/>
                <a:ea typeface="Pangolin"/>
                <a:cs typeface="Pangolin"/>
                <a:sym typeface="Pango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subTitle" idx="8"/>
          </p:nvPr>
        </p:nvSpPr>
        <p:spPr>
          <a:xfrm>
            <a:off x="2687567" y="5212569"/>
            <a:ext cx="32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title" idx="9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89503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vice mockup">
  <p:cSld name="Device mockup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 rot="10800000">
            <a:off x="10" y="-30"/>
            <a:ext cx="7861991" cy="4139313"/>
          </a:xfrm>
          <a:custGeom>
            <a:avLst/>
            <a:gdLst/>
            <a:ahLst/>
            <a:cxnLst/>
            <a:rect l="l" t="t" r="r" b="b"/>
            <a:pathLst>
              <a:path w="38136" h="29948" extrusionOk="0">
                <a:moveTo>
                  <a:pt x="37163" y="0"/>
                </a:moveTo>
                <a:cubicBezTo>
                  <a:pt x="36732" y="0"/>
                  <a:pt x="36166" y="151"/>
                  <a:pt x="35481" y="658"/>
                </a:cubicBezTo>
                <a:cubicBezTo>
                  <a:pt x="33778" y="1908"/>
                  <a:pt x="33707" y="6147"/>
                  <a:pt x="31147" y="6992"/>
                </a:cubicBezTo>
                <a:cubicBezTo>
                  <a:pt x="30908" y="7072"/>
                  <a:pt x="30643" y="7108"/>
                  <a:pt x="30357" y="7108"/>
                </a:cubicBezTo>
                <a:cubicBezTo>
                  <a:pt x="28146" y="7108"/>
                  <a:pt x="24643" y="4988"/>
                  <a:pt x="21393" y="4988"/>
                </a:cubicBezTo>
                <a:cubicBezTo>
                  <a:pt x="20568" y="4988"/>
                  <a:pt x="19758" y="5125"/>
                  <a:pt x="18991" y="5468"/>
                </a:cubicBezTo>
                <a:cubicBezTo>
                  <a:pt x="14800" y="7337"/>
                  <a:pt x="16431" y="14755"/>
                  <a:pt x="13407" y="17934"/>
                </a:cubicBezTo>
                <a:cubicBezTo>
                  <a:pt x="10382" y="21113"/>
                  <a:pt x="8525" y="20803"/>
                  <a:pt x="4417" y="22351"/>
                </a:cubicBezTo>
                <a:cubicBezTo>
                  <a:pt x="416" y="23859"/>
                  <a:pt x="19" y="29638"/>
                  <a:pt x="1" y="29935"/>
                </a:cubicBezTo>
                <a:lnTo>
                  <a:pt x="38136" y="29935"/>
                </a:lnTo>
                <a:lnTo>
                  <a:pt x="38136" y="325"/>
                </a:lnTo>
                <a:cubicBezTo>
                  <a:pt x="38136" y="325"/>
                  <a:pt x="37795" y="0"/>
                  <a:pt x="37163" y="0"/>
                </a:cubicBezTo>
                <a:close/>
                <a:moveTo>
                  <a:pt x="0" y="29935"/>
                </a:moveTo>
                <a:lnTo>
                  <a:pt x="0" y="29947"/>
                </a:lnTo>
                <a:cubicBezTo>
                  <a:pt x="0" y="29947"/>
                  <a:pt x="0" y="29943"/>
                  <a:pt x="1" y="2993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7498267" y="1782967"/>
            <a:ext cx="3742800" cy="13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subTitle" idx="1"/>
          </p:nvPr>
        </p:nvSpPr>
        <p:spPr>
          <a:xfrm>
            <a:off x="7498267" y="3172993"/>
            <a:ext cx="3742800" cy="1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 rot="10800000">
            <a:off x="8768808" y="4741392"/>
            <a:ext cx="3440712" cy="2142921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2" name="Google Shape;182;p21"/>
          <p:cNvSpPr/>
          <p:nvPr/>
        </p:nvSpPr>
        <p:spPr>
          <a:xfrm rot="10800000">
            <a:off x="8861910" y="4818023"/>
            <a:ext cx="3367357" cy="2095877"/>
          </a:xfrm>
          <a:custGeom>
            <a:avLst/>
            <a:gdLst/>
            <a:ahLst/>
            <a:cxnLst/>
            <a:rect l="l" t="t" r="r" b="b"/>
            <a:pathLst>
              <a:path w="40828" h="24587" extrusionOk="0">
                <a:moveTo>
                  <a:pt x="1" y="0"/>
                </a:moveTo>
                <a:lnTo>
                  <a:pt x="1" y="12"/>
                </a:lnTo>
                <a:lnTo>
                  <a:pt x="1" y="24586"/>
                </a:lnTo>
                <a:cubicBezTo>
                  <a:pt x="1" y="24586"/>
                  <a:pt x="20777" y="24039"/>
                  <a:pt x="25778" y="15716"/>
                </a:cubicBezTo>
                <a:cubicBezTo>
                  <a:pt x="30779" y="7394"/>
                  <a:pt x="37518" y="8061"/>
                  <a:pt x="39173" y="5536"/>
                </a:cubicBezTo>
                <a:cubicBezTo>
                  <a:pt x="40827" y="3000"/>
                  <a:pt x="39577" y="0"/>
                  <a:pt x="39577" y="0"/>
                </a:cubicBezTo>
                <a:close/>
              </a:path>
            </a:pathLst>
          </a:custGeom>
          <a:noFill/>
          <a:ln w="28575" cap="flat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02228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 rot="10800000">
            <a:off x="4939001" y="-11"/>
            <a:ext cx="7252999" cy="6857979"/>
          </a:xfrm>
          <a:custGeom>
            <a:avLst/>
            <a:gdLst/>
            <a:ahLst/>
            <a:cxnLst/>
            <a:rect l="l" t="t" r="r" b="b"/>
            <a:pathLst>
              <a:path w="42364" h="43268" extrusionOk="0">
                <a:moveTo>
                  <a:pt x="1" y="0"/>
                </a:moveTo>
                <a:lnTo>
                  <a:pt x="1" y="43267"/>
                </a:lnTo>
                <a:lnTo>
                  <a:pt x="42363" y="43267"/>
                </a:lnTo>
                <a:cubicBezTo>
                  <a:pt x="42363" y="43267"/>
                  <a:pt x="42268" y="37779"/>
                  <a:pt x="39006" y="33992"/>
                </a:cubicBezTo>
                <a:cubicBezTo>
                  <a:pt x="35767" y="30218"/>
                  <a:pt x="39351" y="28789"/>
                  <a:pt x="39875" y="23705"/>
                </a:cubicBezTo>
                <a:cubicBezTo>
                  <a:pt x="40375" y="18633"/>
                  <a:pt x="36958" y="18336"/>
                  <a:pt x="34470" y="14049"/>
                </a:cubicBezTo>
                <a:cubicBezTo>
                  <a:pt x="31981" y="9775"/>
                  <a:pt x="34041" y="0"/>
                  <a:pt x="340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5" name="Google Shape;185;p22"/>
          <p:cNvSpPr/>
          <p:nvPr/>
        </p:nvSpPr>
        <p:spPr>
          <a:xfrm rot="10800000">
            <a:off x="5211826" y="-37631"/>
            <a:ext cx="7055441" cy="6933264"/>
          </a:xfrm>
          <a:custGeom>
            <a:avLst/>
            <a:gdLst/>
            <a:ahLst/>
            <a:cxnLst/>
            <a:rect l="l" t="t" r="r" b="b"/>
            <a:pathLst>
              <a:path w="42364" h="43268" extrusionOk="0">
                <a:moveTo>
                  <a:pt x="1" y="0"/>
                </a:moveTo>
                <a:lnTo>
                  <a:pt x="1" y="43267"/>
                </a:lnTo>
                <a:lnTo>
                  <a:pt x="42363" y="43267"/>
                </a:lnTo>
                <a:cubicBezTo>
                  <a:pt x="42363" y="43267"/>
                  <a:pt x="42268" y="37779"/>
                  <a:pt x="39006" y="33992"/>
                </a:cubicBezTo>
                <a:cubicBezTo>
                  <a:pt x="35767" y="30218"/>
                  <a:pt x="39351" y="28789"/>
                  <a:pt x="39875" y="23705"/>
                </a:cubicBezTo>
                <a:cubicBezTo>
                  <a:pt x="40375" y="18633"/>
                  <a:pt x="36958" y="18336"/>
                  <a:pt x="34470" y="14049"/>
                </a:cubicBezTo>
                <a:cubicBezTo>
                  <a:pt x="31981" y="9775"/>
                  <a:pt x="34041" y="0"/>
                  <a:pt x="34041" y="0"/>
                </a:cubicBez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22"/>
          <p:cNvSpPr txBox="1">
            <a:spLocks noGrp="1"/>
          </p:cNvSpPr>
          <p:nvPr>
            <p:ph type="title"/>
          </p:nvPr>
        </p:nvSpPr>
        <p:spPr>
          <a:xfrm>
            <a:off x="7242500" y="593367"/>
            <a:ext cx="3998800" cy="14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7241700" y="4807800"/>
            <a:ext cx="41240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CREDITS: This presentation template was created by </a:t>
            </a:r>
            <a:r>
              <a:rPr lang="en" sz="1467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including icons by </a:t>
            </a:r>
            <a:r>
              <a:rPr lang="en" sz="1467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, and infographics &amp; images by </a:t>
            </a:r>
            <a:r>
              <a:rPr lang="en" sz="1467">
                <a:solidFill>
                  <a:schemeClr val="dk1"/>
                </a:solidFill>
                <a:uFill>
                  <a:noFill/>
                </a:uFill>
                <a:latin typeface="Baloo 2"/>
                <a:ea typeface="Baloo 2"/>
                <a:cs typeface="Baloo 2"/>
                <a:sym typeface="Baloo 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467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rPr>
              <a:t>.</a:t>
            </a:r>
            <a:endParaRPr sz="1467">
              <a:solidFill>
                <a:schemeClr val="dk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  <p:extLst>
      <p:ext uri="{BB962C8B-B14F-4D97-AF65-F5344CB8AC3E}">
        <p14:creationId xmlns:p14="http://schemas.microsoft.com/office/powerpoint/2010/main" val="27022863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241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3901533" y="3587369"/>
            <a:ext cx="4388800" cy="17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208833" y="5261660"/>
            <a:ext cx="57740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39097" y="-814133"/>
            <a:ext cx="3814741" cy="3336181"/>
            <a:chOff x="-246450" y="-584564"/>
            <a:chExt cx="2519866" cy="2203554"/>
          </a:xfrm>
        </p:grpSpPr>
        <p:sp>
          <p:nvSpPr>
            <p:cNvPr id="12" name="Google Shape;12;p2"/>
            <p:cNvSpPr/>
            <p:nvPr/>
          </p:nvSpPr>
          <p:spPr>
            <a:xfrm>
              <a:off x="920700" y="-197324"/>
              <a:ext cx="503700" cy="5037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69775" y="-272623"/>
              <a:ext cx="1440000" cy="14400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246450" y="779890"/>
              <a:ext cx="839100" cy="8391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270216" y="-584564"/>
              <a:ext cx="1003200" cy="10038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660835" y="-814117"/>
            <a:ext cx="3794819" cy="3176911"/>
            <a:chOff x="7080489" y="-542449"/>
            <a:chExt cx="2304919" cy="1929610"/>
          </a:xfrm>
        </p:grpSpPr>
        <p:sp>
          <p:nvSpPr>
            <p:cNvPr id="17" name="Google Shape;17;p2"/>
            <p:cNvSpPr/>
            <p:nvPr/>
          </p:nvSpPr>
          <p:spPr>
            <a:xfrm>
              <a:off x="7420700" y="-137861"/>
              <a:ext cx="517200" cy="5172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815506" y="-542449"/>
              <a:ext cx="1569900" cy="15699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587108" y="589161"/>
              <a:ext cx="798300" cy="7980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80489" y="-314043"/>
              <a:ext cx="456000" cy="4560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69496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noFill/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901533" y="3587369"/>
            <a:ext cx="4388800" cy="17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208833" y="5261660"/>
            <a:ext cx="57740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4590433" y="1599533"/>
            <a:ext cx="3010800" cy="16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6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5" name="Google Shape;25;p3"/>
          <p:cNvGrpSpPr/>
          <p:nvPr/>
        </p:nvGrpSpPr>
        <p:grpSpPr>
          <a:xfrm rot="10800000">
            <a:off x="8836147" y="4590134"/>
            <a:ext cx="3814741" cy="3336181"/>
            <a:chOff x="-246450" y="-584564"/>
            <a:chExt cx="2519866" cy="2203554"/>
          </a:xfrm>
        </p:grpSpPr>
        <p:sp>
          <p:nvSpPr>
            <p:cNvPr id="26" name="Google Shape;26;p3"/>
            <p:cNvSpPr/>
            <p:nvPr/>
          </p:nvSpPr>
          <p:spPr>
            <a:xfrm>
              <a:off x="920700" y="-197324"/>
              <a:ext cx="503700" cy="5037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169775" y="-272623"/>
              <a:ext cx="1440000" cy="14400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-246450" y="779890"/>
              <a:ext cx="839100" cy="8391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270216" y="-584564"/>
              <a:ext cx="1003200" cy="1003800"/>
            </a:xfrm>
            <a:prstGeom prst="ellipse">
              <a:avLst/>
            </a:prstGeom>
            <a:solidFill>
              <a:srgbClr val="9DD4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0" name="Google Shape;30;p3"/>
          <p:cNvGrpSpPr/>
          <p:nvPr/>
        </p:nvGrpSpPr>
        <p:grpSpPr>
          <a:xfrm rot="10800000">
            <a:off x="-439098" y="4669771"/>
            <a:ext cx="3794819" cy="3176911"/>
            <a:chOff x="7080489" y="-542449"/>
            <a:chExt cx="2304919" cy="1929610"/>
          </a:xfrm>
        </p:grpSpPr>
        <p:sp>
          <p:nvSpPr>
            <p:cNvPr id="31" name="Google Shape;31;p3"/>
            <p:cNvSpPr/>
            <p:nvPr/>
          </p:nvSpPr>
          <p:spPr>
            <a:xfrm>
              <a:off x="7420700" y="-137861"/>
              <a:ext cx="517200" cy="5172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815506" y="-542449"/>
              <a:ext cx="1569900" cy="15699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587108" y="589161"/>
              <a:ext cx="798300" cy="7980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7080489" y="-314043"/>
              <a:ext cx="456000" cy="456000"/>
            </a:xfrm>
            <a:prstGeom prst="ellipse">
              <a:avLst/>
            </a:prstGeom>
            <a:solidFill>
              <a:srgbClr val="F5A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" name="Google Shape;35;p3"/>
          <p:cNvSpPr/>
          <p:nvPr/>
        </p:nvSpPr>
        <p:spPr>
          <a:xfrm>
            <a:off x="1006264" y="-306332"/>
            <a:ext cx="1180400" cy="118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3"/>
          <p:cNvSpPr/>
          <p:nvPr/>
        </p:nvSpPr>
        <p:spPr>
          <a:xfrm>
            <a:off x="-1040279" y="432363"/>
            <a:ext cx="2180000" cy="2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3"/>
          <p:cNvSpPr/>
          <p:nvPr/>
        </p:nvSpPr>
        <p:spPr>
          <a:xfrm>
            <a:off x="-241665" y="-371667"/>
            <a:ext cx="1492800" cy="149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3"/>
          <p:cNvSpPr/>
          <p:nvPr/>
        </p:nvSpPr>
        <p:spPr>
          <a:xfrm>
            <a:off x="1623109" y="-951551"/>
            <a:ext cx="1518800" cy="151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3"/>
          <p:cNvSpPr/>
          <p:nvPr/>
        </p:nvSpPr>
        <p:spPr>
          <a:xfrm>
            <a:off x="10286121" y="-661471"/>
            <a:ext cx="2180000" cy="218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3"/>
          <p:cNvSpPr/>
          <p:nvPr/>
        </p:nvSpPr>
        <p:spPr>
          <a:xfrm>
            <a:off x="11402476" y="718516"/>
            <a:ext cx="1518800" cy="151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3"/>
          <p:cNvSpPr/>
          <p:nvPr/>
        </p:nvSpPr>
        <p:spPr>
          <a:xfrm>
            <a:off x="9372580" y="-636184"/>
            <a:ext cx="1270400" cy="127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08697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1051100" y="899508"/>
            <a:ext cx="1008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1051100" y="1980127"/>
            <a:ext cx="10290000" cy="3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grpSp>
        <p:nvGrpSpPr>
          <p:cNvPr id="45" name="Google Shape;45;p4"/>
          <p:cNvGrpSpPr/>
          <p:nvPr/>
        </p:nvGrpSpPr>
        <p:grpSpPr>
          <a:xfrm>
            <a:off x="-351299" y="5484567"/>
            <a:ext cx="1933700" cy="1906100"/>
            <a:chOff x="-263475" y="4113425"/>
            <a:chExt cx="1450275" cy="1429575"/>
          </a:xfrm>
        </p:grpSpPr>
        <p:sp>
          <p:nvSpPr>
            <p:cNvPr id="46" name="Google Shape;46;p4"/>
            <p:cNvSpPr/>
            <p:nvPr/>
          </p:nvSpPr>
          <p:spPr>
            <a:xfrm>
              <a:off x="-128825" y="4113425"/>
              <a:ext cx="859800" cy="859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327000" y="4683200"/>
              <a:ext cx="859800" cy="859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-263475" y="4683200"/>
              <a:ext cx="859800" cy="859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" name="Google Shape;49;p4"/>
          <p:cNvGrpSpPr/>
          <p:nvPr/>
        </p:nvGrpSpPr>
        <p:grpSpPr>
          <a:xfrm>
            <a:off x="11131501" y="-695699"/>
            <a:ext cx="1588433" cy="1934500"/>
            <a:chOff x="8348625" y="-521775"/>
            <a:chExt cx="1191325" cy="1450875"/>
          </a:xfrm>
        </p:grpSpPr>
        <p:sp>
          <p:nvSpPr>
            <p:cNvPr id="50" name="Google Shape;50;p4"/>
            <p:cNvSpPr/>
            <p:nvPr/>
          </p:nvSpPr>
          <p:spPr>
            <a:xfrm>
              <a:off x="8348625" y="-521775"/>
              <a:ext cx="859800" cy="859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680150" y="69300"/>
              <a:ext cx="859800" cy="859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04025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95800" y="591105"/>
            <a:ext cx="1058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ctrTitle" idx="2"/>
          </p:nvPr>
        </p:nvSpPr>
        <p:spPr>
          <a:xfrm flipH="1">
            <a:off x="4528688" y="2803593"/>
            <a:ext cx="311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 flipH="1">
            <a:off x="955433" y="3781043"/>
            <a:ext cx="5100000" cy="22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○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■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●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○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■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●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○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■"/>
              <a:defRPr sz="13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 flipH="1">
            <a:off x="6113967" y="3781196"/>
            <a:ext cx="5100000" cy="22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○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■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●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○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■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●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○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786"/>
              </a:buClr>
              <a:buSzPts val="1000"/>
              <a:buChar char="■"/>
              <a:defRPr sz="13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08953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95800" y="592003"/>
            <a:ext cx="1058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 rot="8100000">
            <a:off x="11357088" y="-694235"/>
            <a:ext cx="1347048" cy="1825067"/>
            <a:chOff x="8502801" y="1042683"/>
            <a:chExt cx="1181184" cy="1600344"/>
          </a:xfrm>
        </p:grpSpPr>
        <p:sp>
          <p:nvSpPr>
            <p:cNvPr id="60" name="Google Shape;60;p6"/>
            <p:cNvSpPr/>
            <p:nvPr/>
          </p:nvSpPr>
          <p:spPr>
            <a:xfrm rot="10800000">
              <a:off x="8881785" y="1042683"/>
              <a:ext cx="802200" cy="802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6"/>
            <p:cNvSpPr/>
            <p:nvPr/>
          </p:nvSpPr>
          <p:spPr>
            <a:xfrm rot="10800000">
              <a:off x="8502801" y="1559427"/>
              <a:ext cx="1083600" cy="1083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448837" y="-565353"/>
            <a:ext cx="1668128" cy="1230105"/>
            <a:chOff x="596851" y="-646725"/>
            <a:chExt cx="1855125" cy="1368000"/>
          </a:xfrm>
        </p:grpSpPr>
        <p:sp>
          <p:nvSpPr>
            <p:cNvPr id="63" name="Google Shape;63;p6"/>
            <p:cNvSpPr/>
            <p:nvPr/>
          </p:nvSpPr>
          <p:spPr>
            <a:xfrm>
              <a:off x="596851" y="-646725"/>
              <a:ext cx="1368000" cy="136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788075" y="-294675"/>
              <a:ext cx="663900" cy="6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36835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7"/>
          <p:cNvGrpSpPr/>
          <p:nvPr/>
        </p:nvGrpSpPr>
        <p:grpSpPr>
          <a:xfrm>
            <a:off x="1172011" y="-1163148"/>
            <a:ext cx="3213900" cy="2202064"/>
            <a:chOff x="962175" y="-745175"/>
            <a:chExt cx="2190300" cy="1500725"/>
          </a:xfrm>
        </p:grpSpPr>
        <p:sp>
          <p:nvSpPr>
            <p:cNvPr id="67" name="Google Shape;67;p7"/>
            <p:cNvSpPr/>
            <p:nvPr/>
          </p:nvSpPr>
          <p:spPr>
            <a:xfrm>
              <a:off x="962175" y="-745175"/>
              <a:ext cx="1067100" cy="1067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731200" y="-311550"/>
              <a:ext cx="1067100" cy="1067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2578875" y="-115050"/>
              <a:ext cx="573600" cy="573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0" name="Google Shape;70;p7"/>
          <p:cNvGrpSpPr/>
          <p:nvPr/>
        </p:nvGrpSpPr>
        <p:grpSpPr>
          <a:xfrm>
            <a:off x="3975375" y="5816331"/>
            <a:ext cx="3418995" cy="1940031"/>
            <a:chOff x="2983075" y="4520700"/>
            <a:chExt cx="2187550" cy="1241275"/>
          </a:xfrm>
        </p:grpSpPr>
        <p:sp>
          <p:nvSpPr>
            <p:cNvPr id="71" name="Google Shape;71;p7"/>
            <p:cNvSpPr/>
            <p:nvPr/>
          </p:nvSpPr>
          <p:spPr>
            <a:xfrm>
              <a:off x="4103525" y="4520700"/>
              <a:ext cx="1067100" cy="1067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3780600" y="4671050"/>
              <a:ext cx="573600" cy="573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2983075" y="4795675"/>
              <a:ext cx="966900" cy="96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1035868" y="2025917"/>
            <a:ext cx="5180800" cy="99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1035867" y="2952084"/>
            <a:ext cx="5180800" cy="18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32419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>
            <a:off x="3437800" y="1740933"/>
            <a:ext cx="2640000" cy="26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8" name="Google Shape;78;p8"/>
          <p:cNvGrpSpPr/>
          <p:nvPr/>
        </p:nvGrpSpPr>
        <p:grpSpPr>
          <a:xfrm>
            <a:off x="383124" y="-503124"/>
            <a:ext cx="5031715" cy="4586448"/>
            <a:chOff x="596851" y="-646725"/>
            <a:chExt cx="1500810" cy="1368000"/>
          </a:xfrm>
        </p:grpSpPr>
        <p:sp>
          <p:nvSpPr>
            <p:cNvPr id="79" name="Google Shape;79;p8"/>
            <p:cNvSpPr/>
            <p:nvPr/>
          </p:nvSpPr>
          <p:spPr>
            <a:xfrm>
              <a:off x="596851" y="-646725"/>
              <a:ext cx="1368000" cy="136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1433760" y="-393551"/>
              <a:ext cx="663900" cy="6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945267" y="0"/>
            <a:ext cx="3418400" cy="44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4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72397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638384" y="2007433"/>
            <a:ext cx="4016400" cy="10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1"/>
          </p:nvPr>
        </p:nvSpPr>
        <p:spPr>
          <a:xfrm>
            <a:off x="1630284" y="3042333"/>
            <a:ext cx="4024400" cy="1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23638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2316388" y="2635249"/>
            <a:ext cx="7559200" cy="12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subTitle" idx="1"/>
          </p:nvPr>
        </p:nvSpPr>
        <p:spPr>
          <a:xfrm>
            <a:off x="3572952" y="3742517"/>
            <a:ext cx="5094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1491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398300" y="1442717"/>
            <a:ext cx="7372800" cy="22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3128667" y="3748300"/>
            <a:ext cx="5936400" cy="63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1867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800">
                <a:solidFill>
                  <a:schemeClr val="dk2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84795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-22400" y="-1600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768640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1170400" y="588467"/>
            <a:ext cx="9837200" cy="9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8243909" y="4079853"/>
            <a:ext cx="26652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2" hasCustomPrompt="1"/>
          </p:nvPr>
        </p:nvSpPr>
        <p:spPr>
          <a:xfrm>
            <a:off x="1501900" y="2275659"/>
            <a:ext cx="22292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10666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4970167" y="2281521"/>
            <a:ext cx="2229200" cy="13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10666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4" hasCustomPrompt="1"/>
          </p:nvPr>
        </p:nvSpPr>
        <p:spPr>
          <a:xfrm>
            <a:off x="8461900" y="2281521"/>
            <a:ext cx="2229200" cy="13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10666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5"/>
          </p:nvPr>
        </p:nvSpPr>
        <p:spPr>
          <a:xfrm>
            <a:off x="1009300" y="3522287"/>
            <a:ext cx="3214400" cy="7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6"/>
          </p:nvPr>
        </p:nvSpPr>
        <p:spPr>
          <a:xfrm>
            <a:off x="4477501" y="3522287"/>
            <a:ext cx="3214400" cy="7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7"/>
          </p:nvPr>
        </p:nvSpPr>
        <p:spPr>
          <a:xfrm>
            <a:off x="1297500" y="4076345"/>
            <a:ext cx="26380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4759484" y="4073183"/>
            <a:ext cx="26652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7969300" y="3522287"/>
            <a:ext cx="3214400" cy="7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accent2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-814767" y="4553840"/>
            <a:ext cx="14651600" cy="4391433"/>
            <a:chOff x="-611075" y="3500900"/>
            <a:chExt cx="10988700" cy="3293575"/>
          </a:xfrm>
        </p:grpSpPr>
        <p:sp>
          <p:nvSpPr>
            <p:cNvPr id="105" name="Google Shape;105;p13"/>
            <p:cNvSpPr/>
            <p:nvPr/>
          </p:nvSpPr>
          <p:spPr>
            <a:xfrm>
              <a:off x="549200" y="4538175"/>
              <a:ext cx="1978500" cy="197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-611075" y="3947675"/>
              <a:ext cx="1978500" cy="197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2144550" y="4381450"/>
              <a:ext cx="1066800" cy="106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2951625" y="4072000"/>
              <a:ext cx="1978500" cy="197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4237150" y="4668850"/>
              <a:ext cx="1066800" cy="106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4987425" y="4381550"/>
              <a:ext cx="1066800" cy="106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5817425" y="4206675"/>
              <a:ext cx="1416600" cy="141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8121325" y="3500900"/>
              <a:ext cx="2256300" cy="225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598475" y="4538175"/>
              <a:ext cx="2256300" cy="225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090886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Six 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>
            <a:spLocks noGrp="1"/>
          </p:cNvSpPr>
          <p:nvPr>
            <p:ph type="subTitle" idx="1"/>
          </p:nvPr>
        </p:nvSpPr>
        <p:spPr>
          <a:xfrm>
            <a:off x="1383033" y="3184000"/>
            <a:ext cx="2521200" cy="71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subTitle" idx="2"/>
          </p:nvPr>
        </p:nvSpPr>
        <p:spPr>
          <a:xfrm>
            <a:off x="4835407" y="3184000"/>
            <a:ext cx="2521200" cy="71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3"/>
          </p:nvPr>
        </p:nvSpPr>
        <p:spPr>
          <a:xfrm>
            <a:off x="8505800" y="3184000"/>
            <a:ext cx="2521200" cy="71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4"/>
          </p:nvPr>
        </p:nvSpPr>
        <p:spPr>
          <a:xfrm>
            <a:off x="1383033" y="5539871"/>
            <a:ext cx="2521200" cy="71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subTitle" idx="5"/>
          </p:nvPr>
        </p:nvSpPr>
        <p:spPr>
          <a:xfrm>
            <a:off x="4835407" y="5539871"/>
            <a:ext cx="2521200" cy="71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6"/>
          </p:nvPr>
        </p:nvSpPr>
        <p:spPr>
          <a:xfrm>
            <a:off x="8505800" y="5539871"/>
            <a:ext cx="2521200" cy="71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2073200" y="592607"/>
            <a:ext cx="804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title" idx="7"/>
          </p:nvPr>
        </p:nvSpPr>
        <p:spPr>
          <a:xfrm>
            <a:off x="1125867" y="2695244"/>
            <a:ext cx="303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title" idx="8"/>
          </p:nvPr>
        </p:nvSpPr>
        <p:spPr>
          <a:xfrm>
            <a:off x="4578191" y="2695244"/>
            <a:ext cx="303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title" idx="9"/>
          </p:nvPr>
        </p:nvSpPr>
        <p:spPr>
          <a:xfrm>
            <a:off x="8248563" y="2695244"/>
            <a:ext cx="303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title" idx="13"/>
          </p:nvPr>
        </p:nvSpPr>
        <p:spPr>
          <a:xfrm>
            <a:off x="1125867" y="5050920"/>
            <a:ext cx="303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14"/>
          </p:nvPr>
        </p:nvSpPr>
        <p:spPr>
          <a:xfrm>
            <a:off x="4578191" y="5050920"/>
            <a:ext cx="303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15"/>
          </p:nvPr>
        </p:nvSpPr>
        <p:spPr>
          <a:xfrm>
            <a:off x="8030533" y="5050933"/>
            <a:ext cx="3445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-289433" y="-387167"/>
            <a:ext cx="1532400" cy="1532400"/>
          </a:xfrm>
          <a:prstGeom prst="ellipse">
            <a:avLst/>
          </a:prstGeom>
          <a:solidFill>
            <a:srgbClr val="9DD4D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14"/>
          <p:cNvSpPr/>
          <p:nvPr/>
        </p:nvSpPr>
        <p:spPr>
          <a:xfrm>
            <a:off x="-427167" y="492120"/>
            <a:ext cx="1118800" cy="1118800"/>
          </a:xfrm>
          <a:prstGeom prst="ellipse">
            <a:avLst/>
          </a:prstGeom>
          <a:solidFill>
            <a:srgbClr val="9DD4D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14"/>
          <p:cNvSpPr/>
          <p:nvPr/>
        </p:nvSpPr>
        <p:spPr>
          <a:xfrm>
            <a:off x="911400" y="-478272"/>
            <a:ext cx="694800" cy="694800"/>
          </a:xfrm>
          <a:prstGeom prst="ellipse">
            <a:avLst/>
          </a:prstGeom>
          <a:solidFill>
            <a:srgbClr val="9DD4D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14"/>
          <p:cNvSpPr/>
          <p:nvPr/>
        </p:nvSpPr>
        <p:spPr>
          <a:xfrm>
            <a:off x="10959900" y="-562067"/>
            <a:ext cx="1266400" cy="1265600"/>
          </a:xfrm>
          <a:prstGeom prst="ellipse">
            <a:avLst/>
          </a:prstGeom>
          <a:solidFill>
            <a:srgbClr val="F5A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14"/>
          <p:cNvSpPr/>
          <p:nvPr/>
        </p:nvSpPr>
        <p:spPr>
          <a:xfrm>
            <a:off x="11297167" y="216533"/>
            <a:ext cx="1532400" cy="1532400"/>
          </a:xfrm>
          <a:prstGeom prst="ellipse">
            <a:avLst/>
          </a:prstGeom>
          <a:solidFill>
            <a:srgbClr val="F5A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p14"/>
          <p:cNvSpPr/>
          <p:nvPr/>
        </p:nvSpPr>
        <p:spPr>
          <a:xfrm>
            <a:off x="10370467" y="-406667"/>
            <a:ext cx="714800" cy="714800"/>
          </a:xfrm>
          <a:prstGeom prst="ellipse">
            <a:avLst/>
          </a:prstGeom>
          <a:solidFill>
            <a:srgbClr val="F5A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965317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Thanks + Credits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2809033" y="528393"/>
            <a:ext cx="6573600" cy="1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666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4093133" y="2058557"/>
            <a:ext cx="3990800" cy="15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2690267" y="5002723"/>
            <a:ext cx="68116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sz="1333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8" name="Google Shape;138;p15"/>
          <p:cNvGrpSpPr/>
          <p:nvPr/>
        </p:nvGrpSpPr>
        <p:grpSpPr>
          <a:xfrm>
            <a:off x="-1713712" y="-938007"/>
            <a:ext cx="3884389" cy="8162052"/>
            <a:chOff x="-1098200" y="-1105875"/>
            <a:chExt cx="2576538" cy="5413938"/>
          </a:xfrm>
        </p:grpSpPr>
        <p:sp>
          <p:nvSpPr>
            <p:cNvPr id="139" name="Google Shape;139;p15"/>
            <p:cNvSpPr/>
            <p:nvPr/>
          </p:nvSpPr>
          <p:spPr>
            <a:xfrm>
              <a:off x="-351662" y="-1105875"/>
              <a:ext cx="1830000" cy="183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-1098200" y="-72401"/>
              <a:ext cx="1830000" cy="183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-61975" y="1360375"/>
              <a:ext cx="890100" cy="89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-797588" y="1964668"/>
              <a:ext cx="1829700" cy="182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243349" y="3402288"/>
              <a:ext cx="802200" cy="802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-283851" y="3505863"/>
              <a:ext cx="802200" cy="802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5" name="Google Shape;145;p15"/>
          <p:cNvGrpSpPr/>
          <p:nvPr/>
        </p:nvGrpSpPr>
        <p:grpSpPr>
          <a:xfrm>
            <a:off x="10021451" y="-1474487"/>
            <a:ext cx="3592952" cy="9049396"/>
            <a:chOff x="7766020" y="-1019125"/>
            <a:chExt cx="2351614" cy="5922897"/>
          </a:xfrm>
        </p:grpSpPr>
        <p:grpSp>
          <p:nvGrpSpPr>
            <p:cNvPr id="146" name="Google Shape;146;p15"/>
            <p:cNvGrpSpPr/>
            <p:nvPr/>
          </p:nvGrpSpPr>
          <p:grpSpPr>
            <a:xfrm rot="10800000">
              <a:off x="7766020" y="-1019125"/>
              <a:ext cx="2351614" cy="5922897"/>
              <a:chOff x="-1098200" y="-72401"/>
              <a:chExt cx="2351614" cy="5922897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-1098200" y="-72401"/>
                <a:ext cx="1830000" cy="183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-265885" y="1115024"/>
                <a:ext cx="1297800" cy="1297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-601086" y="2161170"/>
                <a:ext cx="1436700" cy="143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243349" y="3402288"/>
                <a:ext cx="802200" cy="802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-595186" y="4001896"/>
                <a:ext cx="1848600" cy="184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-283851" y="3505863"/>
                <a:ext cx="802200" cy="802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53" name="Google Shape;153;p15"/>
            <p:cNvSpPr/>
            <p:nvPr/>
          </p:nvSpPr>
          <p:spPr>
            <a:xfrm rot="10800000">
              <a:off x="7973884" y="4047335"/>
              <a:ext cx="802200" cy="802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641294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">
  <p:cSld name="Design 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1160467" y="1028792"/>
            <a:ext cx="9848400" cy="1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ubTitle" idx="1"/>
          </p:nvPr>
        </p:nvSpPr>
        <p:spPr>
          <a:xfrm>
            <a:off x="4005333" y="3110732"/>
            <a:ext cx="4146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title" idx="2"/>
          </p:nvPr>
        </p:nvSpPr>
        <p:spPr>
          <a:xfrm>
            <a:off x="3630900" y="2402367"/>
            <a:ext cx="48960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158" name="Google Shape;158;p16"/>
          <p:cNvGrpSpPr/>
          <p:nvPr/>
        </p:nvGrpSpPr>
        <p:grpSpPr>
          <a:xfrm>
            <a:off x="-814666" y="-948427"/>
            <a:ext cx="13534793" cy="2788041"/>
            <a:chOff x="-611000" y="-721680"/>
            <a:chExt cx="10151095" cy="2091031"/>
          </a:xfrm>
        </p:grpSpPr>
        <p:sp>
          <p:nvSpPr>
            <p:cNvPr id="159" name="Google Shape;159;p16"/>
            <p:cNvSpPr/>
            <p:nvPr/>
          </p:nvSpPr>
          <p:spPr>
            <a:xfrm>
              <a:off x="-611000" y="-545125"/>
              <a:ext cx="1588200" cy="158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666425" y="-545125"/>
              <a:ext cx="939600" cy="93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16"/>
            <p:cNvSpPr/>
            <p:nvPr/>
          </p:nvSpPr>
          <p:spPr>
            <a:xfrm rot="-5400000">
              <a:off x="7830995" y="-721680"/>
              <a:ext cx="1709100" cy="170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16"/>
            <p:cNvSpPr/>
            <p:nvPr/>
          </p:nvSpPr>
          <p:spPr>
            <a:xfrm rot="-5400000">
              <a:off x="8761847" y="705151"/>
              <a:ext cx="664200" cy="664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4790943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">
  <p:cSld name="Design 2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subTitle" idx="1"/>
          </p:nvPr>
        </p:nvSpPr>
        <p:spPr>
          <a:xfrm>
            <a:off x="2546169" y="3110739"/>
            <a:ext cx="4146800" cy="8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2171733" y="2402367"/>
            <a:ext cx="48960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2"/>
          </p:nvPr>
        </p:nvSpPr>
        <p:spPr>
          <a:xfrm>
            <a:off x="1160467" y="1028792"/>
            <a:ext cx="9848400" cy="1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167" name="Google Shape;167;p17"/>
          <p:cNvGrpSpPr/>
          <p:nvPr/>
        </p:nvGrpSpPr>
        <p:grpSpPr>
          <a:xfrm>
            <a:off x="-749433" y="-796728"/>
            <a:ext cx="13616313" cy="8216527"/>
            <a:chOff x="-562075" y="-597546"/>
            <a:chExt cx="10212235" cy="6162395"/>
          </a:xfrm>
        </p:grpSpPr>
        <p:sp>
          <p:nvSpPr>
            <p:cNvPr id="168" name="Google Shape;168;p17"/>
            <p:cNvSpPr/>
            <p:nvPr/>
          </p:nvSpPr>
          <p:spPr>
            <a:xfrm rot="-5400000">
              <a:off x="-273749" y="-127206"/>
              <a:ext cx="750000" cy="75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17"/>
            <p:cNvSpPr/>
            <p:nvPr/>
          </p:nvSpPr>
          <p:spPr>
            <a:xfrm rot="-5400000">
              <a:off x="-328950" y="486975"/>
              <a:ext cx="860400" cy="860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17"/>
            <p:cNvSpPr/>
            <p:nvPr/>
          </p:nvSpPr>
          <p:spPr>
            <a:xfrm rot="-5400000">
              <a:off x="8700892" y="3762279"/>
              <a:ext cx="850800" cy="850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17"/>
            <p:cNvSpPr/>
            <p:nvPr/>
          </p:nvSpPr>
          <p:spPr>
            <a:xfrm rot="-5400000">
              <a:off x="8203525" y="4294507"/>
              <a:ext cx="975900" cy="975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17"/>
            <p:cNvSpPr/>
            <p:nvPr/>
          </p:nvSpPr>
          <p:spPr>
            <a:xfrm rot="-5400000">
              <a:off x="8700892" y="4714049"/>
              <a:ext cx="850800" cy="850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17"/>
            <p:cNvSpPr/>
            <p:nvPr/>
          </p:nvSpPr>
          <p:spPr>
            <a:xfrm rot="-5400000">
              <a:off x="-62151" y="-597546"/>
              <a:ext cx="1261800" cy="1261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8185920" y="-334184"/>
              <a:ext cx="750000" cy="75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-562075" y="4260775"/>
              <a:ext cx="1254600" cy="125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8388360" y="-122586"/>
              <a:ext cx="1261800" cy="1261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612085" y="4690555"/>
              <a:ext cx="660900" cy="660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861057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3">
  <p:cSld name="Design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subTitle" idx="1"/>
          </p:nvPr>
        </p:nvSpPr>
        <p:spPr>
          <a:xfrm>
            <a:off x="5489469" y="3110739"/>
            <a:ext cx="4146800" cy="8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5115033" y="2402367"/>
            <a:ext cx="48960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title" idx="2"/>
          </p:nvPr>
        </p:nvSpPr>
        <p:spPr>
          <a:xfrm>
            <a:off x="1160467" y="1028792"/>
            <a:ext cx="9848400" cy="1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182" name="Google Shape;182;p18"/>
          <p:cNvGrpSpPr/>
          <p:nvPr/>
        </p:nvGrpSpPr>
        <p:grpSpPr>
          <a:xfrm>
            <a:off x="-845366" y="-924366"/>
            <a:ext cx="14747215" cy="8871804"/>
            <a:chOff x="-634025" y="-693275"/>
            <a:chExt cx="11060411" cy="6653853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160625" y="4398175"/>
              <a:ext cx="1562400" cy="156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438436" y="3144774"/>
              <a:ext cx="1988100" cy="1987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18"/>
            <p:cNvSpPr/>
            <p:nvPr/>
          </p:nvSpPr>
          <p:spPr>
            <a:xfrm rot="-5400000">
              <a:off x="8554275" y="260508"/>
              <a:ext cx="1043700" cy="1043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18"/>
            <p:cNvSpPr/>
            <p:nvPr/>
          </p:nvSpPr>
          <p:spPr>
            <a:xfrm rot="-5400000">
              <a:off x="-634025" y="-693275"/>
              <a:ext cx="1584300" cy="1584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18"/>
            <p:cNvSpPr/>
            <p:nvPr/>
          </p:nvSpPr>
          <p:spPr>
            <a:xfrm rot="-5400000">
              <a:off x="-468035" y="4282677"/>
              <a:ext cx="1677900" cy="167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18"/>
            <p:cNvSpPr/>
            <p:nvPr/>
          </p:nvSpPr>
          <p:spPr>
            <a:xfrm rot="-5400000">
              <a:off x="-422015" y="3820854"/>
              <a:ext cx="880800" cy="880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18"/>
            <p:cNvSpPr/>
            <p:nvPr/>
          </p:nvSpPr>
          <p:spPr>
            <a:xfrm rot="-5400000">
              <a:off x="653928" y="-625835"/>
              <a:ext cx="1059300" cy="1059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18"/>
            <p:cNvSpPr/>
            <p:nvPr/>
          </p:nvSpPr>
          <p:spPr>
            <a:xfrm rot="-5400000">
              <a:off x="7888125" y="-625975"/>
              <a:ext cx="1317900" cy="131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214527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4">
  <p:cSld name="Design 4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9"/>
          <p:cNvGrpSpPr/>
          <p:nvPr/>
        </p:nvGrpSpPr>
        <p:grpSpPr>
          <a:xfrm>
            <a:off x="-891903" y="-1124888"/>
            <a:ext cx="3138625" cy="3620015"/>
            <a:chOff x="-668928" y="-843666"/>
            <a:chExt cx="2353969" cy="2715011"/>
          </a:xfrm>
        </p:grpSpPr>
        <p:sp>
          <p:nvSpPr>
            <p:cNvPr id="193" name="Google Shape;193;p19"/>
            <p:cNvSpPr/>
            <p:nvPr/>
          </p:nvSpPr>
          <p:spPr>
            <a:xfrm rot="-5941798">
              <a:off x="-595706" y="-262578"/>
              <a:ext cx="1013055" cy="10130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19"/>
            <p:cNvSpPr/>
            <p:nvPr/>
          </p:nvSpPr>
          <p:spPr>
            <a:xfrm rot="-5941771">
              <a:off x="-517303" y="625143"/>
              <a:ext cx="1162202" cy="1162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19"/>
            <p:cNvSpPr/>
            <p:nvPr/>
          </p:nvSpPr>
          <p:spPr>
            <a:xfrm rot="-5942203">
              <a:off x="-109143" y="-722650"/>
              <a:ext cx="1673168" cy="16731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10402902" y="4655809"/>
            <a:ext cx="2675553" cy="3338892"/>
            <a:chOff x="7802176" y="3491856"/>
            <a:chExt cx="2006665" cy="2504169"/>
          </a:xfrm>
        </p:grpSpPr>
        <p:sp>
          <p:nvSpPr>
            <p:cNvPr id="197" name="Google Shape;197;p19"/>
            <p:cNvSpPr/>
            <p:nvPr/>
          </p:nvSpPr>
          <p:spPr>
            <a:xfrm rot="-5400000">
              <a:off x="8773541" y="3491856"/>
              <a:ext cx="1035300" cy="103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19"/>
            <p:cNvSpPr/>
            <p:nvPr/>
          </p:nvSpPr>
          <p:spPr>
            <a:xfrm rot="-5400000">
              <a:off x="7802176" y="4115024"/>
              <a:ext cx="1881000" cy="18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3636633" y="2402367"/>
            <a:ext cx="48960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title" idx="2"/>
          </p:nvPr>
        </p:nvSpPr>
        <p:spPr>
          <a:xfrm>
            <a:off x="1160467" y="1028792"/>
            <a:ext cx="9848400" cy="1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1"/>
          </p:nvPr>
        </p:nvSpPr>
        <p:spPr>
          <a:xfrm>
            <a:off x="4368667" y="3110733"/>
            <a:ext cx="3431600" cy="1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91436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5">
  <p:cSld name="Design 5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>
            <a:spLocks noGrp="1"/>
          </p:cNvSpPr>
          <p:nvPr>
            <p:ph type="subTitle" idx="1"/>
          </p:nvPr>
        </p:nvSpPr>
        <p:spPr>
          <a:xfrm>
            <a:off x="4011067" y="3110732"/>
            <a:ext cx="41468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title"/>
          </p:nvPr>
        </p:nvSpPr>
        <p:spPr>
          <a:xfrm>
            <a:off x="3636633" y="2402367"/>
            <a:ext cx="48960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title" idx="2"/>
          </p:nvPr>
        </p:nvSpPr>
        <p:spPr>
          <a:xfrm>
            <a:off x="1160467" y="1028792"/>
            <a:ext cx="9848400" cy="1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-1047033" y="-1172025"/>
            <a:ext cx="13948560" cy="3761825"/>
            <a:chOff x="-785275" y="-879019"/>
            <a:chExt cx="10461420" cy="2821369"/>
          </a:xfrm>
        </p:grpSpPr>
        <p:sp>
          <p:nvSpPr>
            <p:cNvPr id="207" name="Google Shape;207;p20"/>
            <p:cNvSpPr/>
            <p:nvPr/>
          </p:nvSpPr>
          <p:spPr>
            <a:xfrm rot="-5400000">
              <a:off x="7255175" y="-879019"/>
              <a:ext cx="1595100" cy="1595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20"/>
            <p:cNvSpPr/>
            <p:nvPr/>
          </p:nvSpPr>
          <p:spPr>
            <a:xfrm rot="-5400000">
              <a:off x="8486645" y="-73500"/>
              <a:ext cx="1189500" cy="1189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20"/>
            <p:cNvSpPr/>
            <p:nvPr/>
          </p:nvSpPr>
          <p:spPr>
            <a:xfrm rot="-5400000">
              <a:off x="8850275" y="968975"/>
              <a:ext cx="565200" cy="565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20"/>
            <p:cNvSpPr/>
            <p:nvPr/>
          </p:nvSpPr>
          <p:spPr>
            <a:xfrm rot="-5400000">
              <a:off x="-368975" y="-121213"/>
              <a:ext cx="837300" cy="83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20"/>
            <p:cNvSpPr/>
            <p:nvPr/>
          </p:nvSpPr>
          <p:spPr>
            <a:xfrm rot="-5400000">
              <a:off x="1155850" y="-373821"/>
              <a:ext cx="584700" cy="584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20"/>
            <p:cNvSpPr/>
            <p:nvPr/>
          </p:nvSpPr>
          <p:spPr>
            <a:xfrm rot="-5400000">
              <a:off x="144425" y="-349950"/>
              <a:ext cx="1140300" cy="1140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20"/>
            <p:cNvSpPr/>
            <p:nvPr/>
          </p:nvSpPr>
          <p:spPr>
            <a:xfrm rot="-5400000">
              <a:off x="-785275" y="442050"/>
              <a:ext cx="1500300" cy="1500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660022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6">
  <p:cSld name="Design 6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>
            <a:spLocks noGrp="1"/>
          </p:cNvSpPr>
          <p:nvPr>
            <p:ph type="subTitle" idx="1"/>
          </p:nvPr>
        </p:nvSpPr>
        <p:spPr>
          <a:xfrm>
            <a:off x="4368667" y="3110733"/>
            <a:ext cx="3431600" cy="1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3636633" y="2402367"/>
            <a:ext cx="48960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title" idx="2"/>
          </p:nvPr>
        </p:nvSpPr>
        <p:spPr>
          <a:xfrm>
            <a:off x="1160467" y="1028792"/>
            <a:ext cx="9848400" cy="1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18" name="Google Shape;218;p21"/>
          <p:cNvGrpSpPr/>
          <p:nvPr/>
        </p:nvGrpSpPr>
        <p:grpSpPr>
          <a:xfrm>
            <a:off x="10311855" y="-965500"/>
            <a:ext cx="2713712" cy="3591773"/>
            <a:chOff x="7733891" y="-724125"/>
            <a:chExt cx="2035284" cy="2693830"/>
          </a:xfrm>
        </p:grpSpPr>
        <p:sp>
          <p:nvSpPr>
            <p:cNvPr id="219" name="Google Shape;219;p21"/>
            <p:cNvSpPr/>
            <p:nvPr/>
          </p:nvSpPr>
          <p:spPr>
            <a:xfrm rot="5400000">
              <a:off x="7734041" y="-724275"/>
              <a:ext cx="1099500" cy="1099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1"/>
            <p:cNvSpPr/>
            <p:nvPr/>
          </p:nvSpPr>
          <p:spPr>
            <a:xfrm rot="5400000">
              <a:off x="8312824" y="-169797"/>
              <a:ext cx="1456500" cy="145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1"/>
            <p:cNvSpPr/>
            <p:nvPr/>
          </p:nvSpPr>
          <p:spPr>
            <a:xfrm rot="5400000">
              <a:off x="8809345" y="1106305"/>
              <a:ext cx="863400" cy="86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-1310634" y="4362444"/>
            <a:ext cx="3534715" cy="3330389"/>
            <a:chOff x="-982975" y="3271833"/>
            <a:chExt cx="2651036" cy="2497792"/>
          </a:xfrm>
        </p:grpSpPr>
        <p:sp>
          <p:nvSpPr>
            <p:cNvPr id="223" name="Google Shape;223;p21"/>
            <p:cNvSpPr/>
            <p:nvPr/>
          </p:nvSpPr>
          <p:spPr>
            <a:xfrm rot="-5400000">
              <a:off x="-982975" y="3271833"/>
              <a:ext cx="1661700" cy="166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21"/>
            <p:cNvSpPr/>
            <p:nvPr/>
          </p:nvSpPr>
          <p:spPr>
            <a:xfrm rot="-5400000">
              <a:off x="-185013" y="4528225"/>
              <a:ext cx="1241400" cy="124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21"/>
            <p:cNvSpPr/>
            <p:nvPr/>
          </p:nvSpPr>
          <p:spPr>
            <a:xfrm rot="-5400000">
              <a:off x="942961" y="4720922"/>
              <a:ext cx="725100" cy="72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2958013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7">
  <p:cSld name="Design 7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2"/>
          <p:cNvGrpSpPr/>
          <p:nvPr/>
        </p:nvGrpSpPr>
        <p:grpSpPr>
          <a:xfrm>
            <a:off x="-994233" y="4358767"/>
            <a:ext cx="3034900" cy="3432400"/>
            <a:chOff x="-745675" y="3269075"/>
            <a:chExt cx="2276175" cy="2574300"/>
          </a:xfrm>
        </p:grpSpPr>
        <p:sp>
          <p:nvSpPr>
            <p:cNvPr id="228" name="Google Shape;228;p22"/>
            <p:cNvSpPr/>
            <p:nvPr/>
          </p:nvSpPr>
          <p:spPr>
            <a:xfrm>
              <a:off x="-745675" y="3269075"/>
              <a:ext cx="1512600" cy="1512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-295075" y="4382775"/>
              <a:ext cx="1062000" cy="1061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468500" y="4781675"/>
              <a:ext cx="1062000" cy="1061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1" name="Google Shape;231;p22"/>
          <p:cNvGrpSpPr/>
          <p:nvPr/>
        </p:nvGrpSpPr>
        <p:grpSpPr>
          <a:xfrm>
            <a:off x="-1656648" y="-1024673"/>
            <a:ext cx="3203960" cy="4005925"/>
            <a:chOff x="-1222225" y="-641575"/>
            <a:chExt cx="2196700" cy="2746544"/>
          </a:xfrm>
        </p:grpSpPr>
        <p:sp>
          <p:nvSpPr>
            <p:cNvPr id="232" name="Google Shape;232;p22"/>
            <p:cNvSpPr/>
            <p:nvPr/>
          </p:nvSpPr>
          <p:spPr>
            <a:xfrm>
              <a:off x="-538125" y="-641575"/>
              <a:ext cx="1512600" cy="151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-1222225" y="212675"/>
              <a:ext cx="1512600" cy="151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-337993" y="1356169"/>
              <a:ext cx="748800" cy="74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35" name="Google Shape;235;p22"/>
          <p:cNvSpPr txBox="1">
            <a:spLocks noGrp="1"/>
          </p:cNvSpPr>
          <p:nvPr>
            <p:ph type="title"/>
          </p:nvPr>
        </p:nvSpPr>
        <p:spPr>
          <a:xfrm>
            <a:off x="1468133" y="1171619"/>
            <a:ext cx="6028800" cy="13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2414433" y="3255499"/>
            <a:ext cx="4146800" cy="1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title" idx="2"/>
          </p:nvPr>
        </p:nvSpPr>
        <p:spPr>
          <a:xfrm>
            <a:off x="2150367" y="2640100"/>
            <a:ext cx="46752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 rot="-2983079">
            <a:off x="9610401" y="-297898"/>
            <a:ext cx="825303" cy="8247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9" name="Google Shape;239;p22"/>
          <p:cNvSpPr/>
          <p:nvPr/>
        </p:nvSpPr>
        <p:spPr>
          <a:xfrm rot="-2983747">
            <a:off x="10129652" y="-494516"/>
            <a:ext cx="1286505" cy="12859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22"/>
          <p:cNvSpPr/>
          <p:nvPr/>
        </p:nvSpPr>
        <p:spPr>
          <a:xfrm rot="-2983001">
            <a:off x="10956541" y="-226802"/>
            <a:ext cx="1719851" cy="171933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420958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8">
  <p:cSld name="Design 8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2585467" y="1157800"/>
            <a:ext cx="7010000" cy="14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3" name="Google Shape;243;p23"/>
          <p:cNvSpPr txBox="1">
            <a:spLocks noGrp="1"/>
          </p:cNvSpPr>
          <p:nvPr>
            <p:ph type="subTitle" idx="1"/>
          </p:nvPr>
        </p:nvSpPr>
        <p:spPr>
          <a:xfrm>
            <a:off x="4022467" y="3255499"/>
            <a:ext cx="4146800" cy="1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title" idx="2"/>
          </p:nvPr>
        </p:nvSpPr>
        <p:spPr>
          <a:xfrm>
            <a:off x="3758400" y="2640100"/>
            <a:ext cx="46752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667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245" name="Google Shape;245;p23"/>
          <p:cNvGrpSpPr/>
          <p:nvPr/>
        </p:nvGrpSpPr>
        <p:grpSpPr>
          <a:xfrm rot="9000073">
            <a:off x="9578415" y="-1464165"/>
            <a:ext cx="3195976" cy="3747501"/>
            <a:chOff x="-638175" y="3290095"/>
            <a:chExt cx="2195761" cy="2574681"/>
          </a:xfrm>
        </p:grpSpPr>
        <p:sp>
          <p:nvSpPr>
            <p:cNvPr id="246" name="Google Shape;246;p23"/>
            <p:cNvSpPr/>
            <p:nvPr/>
          </p:nvSpPr>
          <p:spPr>
            <a:xfrm>
              <a:off x="-638175" y="3290095"/>
              <a:ext cx="1512600" cy="151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61911" y="4495169"/>
              <a:ext cx="579900" cy="57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468286" y="4775775"/>
              <a:ext cx="1089300" cy="1089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9" name="Google Shape;249;p23"/>
          <p:cNvGrpSpPr/>
          <p:nvPr/>
        </p:nvGrpSpPr>
        <p:grpSpPr>
          <a:xfrm rot="2043268">
            <a:off x="-918177" y="-1503434"/>
            <a:ext cx="3218800" cy="3961628"/>
            <a:chOff x="-1222225" y="-641575"/>
            <a:chExt cx="2196700" cy="2703650"/>
          </a:xfrm>
        </p:grpSpPr>
        <p:sp>
          <p:nvSpPr>
            <p:cNvPr id="250" name="Google Shape;250;p23"/>
            <p:cNvSpPr/>
            <p:nvPr/>
          </p:nvSpPr>
          <p:spPr>
            <a:xfrm>
              <a:off x="-538125" y="-641575"/>
              <a:ext cx="1512600" cy="151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-1222225" y="212675"/>
              <a:ext cx="1512600" cy="151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-295075" y="1399075"/>
              <a:ext cx="663000" cy="663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972235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accen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2077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accent3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4643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5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1132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04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800" y="593367"/>
            <a:ext cx="10290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ngolin"/>
              <a:buNone/>
              <a:defRPr sz="2800" b="1">
                <a:solidFill>
                  <a:schemeClr val="dk1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800" y="1536633"/>
            <a:ext cx="10290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●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○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■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●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○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■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●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○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loo 2"/>
              <a:buChar char="■"/>
              <a:defRPr sz="16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213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10176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9600" y="721367"/>
            <a:ext cx="10128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Delius Unicase"/>
              <a:buNone/>
              <a:defRPr sz="3500" b="1">
                <a:solidFill>
                  <a:schemeClr val="accent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Delius Unicase"/>
              <a:buNone/>
              <a:defRPr sz="3800" b="1">
                <a:solidFill>
                  <a:schemeClr val="dk1"/>
                </a:solidFill>
                <a:latin typeface="Delius Unicase"/>
                <a:ea typeface="Delius Unicase"/>
                <a:cs typeface="Delius Unicase"/>
                <a:sym typeface="Delius Unicas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9600" y="1536633"/>
            <a:ext cx="1025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819991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58" name="Google Shape;258;p27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08018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chart" Target="../charts/char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Vector Premium | Niños felices muestra manos arriba y saludando hola, niños  niño y niña hola gesto, aislado en blanco ilustración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8" y="3102733"/>
            <a:ext cx="5962650" cy="376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misc333 (1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6826" y="4047239"/>
            <a:ext cx="346787" cy="346787"/>
          </a:xfrm>
          <a:prstGeom prst="rect">
            <a:avLst/>
          </a:prstGeom>
        </p:spPr>
      </p:pic>
      <p:grpSp>
        <p:nvGrpSpPr>
          <p:cNvPr id="8" name="boton">
            <a:extLst>
              <a:ext uri="{FF2B5EF4-FFF2-40B4-BE49-F238E27FC236}">
                <a16:creationId xmlns:a16="http://schemas.microsoft.com/office/drawing/2014/main" id="{D4DD1E87-5571-4192-B99F-B3AD75B15D31}"/>
              </a:ext>
            </a:extLst>
          </p:cNvPr>
          <p:cNvGrpSpPr/>
          <p:nvPr/>
        </p:nvGrpSpPr>
        <p:grpSpPr>
          <a:xfrm>
            <a:off x="757079" y="1942524"/>
            <a:ext cx="1953730" cy="1810874"/>
            <a:chOff x="757079" y="1942524"/>
            <a:chExt cx="1953730" cy="1810874"/>
          </a:xfrm>
        </p:grpSpPr>
        <p:grpSp>
          <p:nvGrpSpPr>
            <p:cNvPr id="15" name="BOTÓN"/>
            <p:cNvGrpSpPr/>
            <p:nvPr/>
          </p:nvGrpSpPr>
          <p:grpSpPr>
            <a:xfrm>
              <a:off x="757079" y="1942524"/>
              <a:ext cx="1953730" cy="1810874"/>
              <a:chOff x="822113" y="4218753"/>
              <a:chExt cx="2535155" cy="2460822"/>
            </a:xfrm>
          </p:grpSpPr>
          <p:sp>
            <p:nvSpPr>
              <p:cNvPr id="13" name="Elipse 12"/>
              <p:cNvSpPr/>
              <p:nvPr/>
            </p:nvSpPr>
            <p:spPr>
              <a:xfrm>
                <a:off x="822113" y="4218753"/>
                <a:ext cx="2535155" cy="2460822"/>
              </a:xfrm>
              <a:prstGeom prst="ellipse">
                <a:avLst/>
              </a:prstGeom>
              <a:solidFill>
                <a:schemeClr val="bg1"/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4" name="Elipse 13"/>
              <p:cNvSpPr/>
              <p:nvPr/>
            </p:nvSpPr>
            <p:spPr>
              <a:xfrm>
                <a:off x="1068481" y="4484366"/>
                <a:ext cx="2051280" cy="1929595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17" name="CuadroTexto 16"/>
            <p:cNvSpPr txBox="1"/>
            <p:nvPr/>
          </p:nvSpPr>
          <p:spPr>
            <a:xfrm>
              <a:off x="965183" y="2702623"/>
              <a:ext cx="15057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b="1" cap="all" dirty="0">
                  <a:latin typeface="Comic Sans MS" panose="030F0702030302020204" pitchFamily="66" charset="0"/>
                  <a:ea typeface="Anjelika Rose" panose="02000603000000000000" pitchFamily="2" charset="0"/>
                </a:rPr>
                <a:t>Botón</a:t>
              </a:r>
              <a:r>
                <a:rPr lang="es-MX" b="1" dirty="0">
                  <a:latin typeface="Comic Sans MS" panose="030F0702030302020204" pitchFamily="66" charset="0"/>
                </a:rPr>
                <a:t> </a:t>
              </a:r>
            </a:p>
          </p:txBody>
        </p:sp>
      </p:grpSp>
      <p:sp>
        <p:nvSpPr>
          <p:cNvPr id="18" name="CuadroTexto 17"/>
          <p:cNvSpPr txBox="1"/>
          <p:nvPr/>
        </p:nvSpPr>
        <p:spPr>
          <a:xfrm>
            <a:off x="277804" y="322627"/>
            <a:ext cx="4386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cap="all" dirty="0">
                <a:latin typeface="Comic Sans MS" panose="030F0702030302020204" pitchFamily="66" charset="0"/>
                <a:ea typeface="Anjelika Rose Thin" panose="02000603000000000000" pitchFamily="2" charset="0"/>
              </a:rPr>
              <a:t>Ruleta de</a:t>
            </a:r>
            <a:r>
              <a:rPr lang="es-MX" sz="3200" b="1" cap="all" dirty="0">
                <a:latin typeface="Comic Sans MS" panose="030F0702030302020204" pitchFamily="66" charset="0"/>
                <a:ea typeface="Anjelika Rose Thin" panose="02000603000000000000" pitchFamily="2" charset="0"/>
              </a:rPr>
              <a:t> </a:t>
            </a:r>
            <a:r>
              <a:rPr lang="es-MX" sz="4400" b="1" cap="all" dirty="0">
                <a:latin typeface="Comic Sans MS" panose="030F0702030302020204" pitchFamily="66" charset="0"/>
                <a:ea typeface="Anjelika Rose Thin" panose="02000603000000000000" pitchFamily="2" charset="0"/>
              </a:rPr>
              <a:t>bienvenida</a:t>
            </a:r>
            <a:r>
              <a:rPr lang="es-MX" sz="3200" b="1" cap="all" dirty="0">
                <a:latin typeface="Comic Sans MS" panose="030F0702030302020204" pitchFamily="66" charset="0"/>
                <a:ea typeface="Anjelika Rose Thin" panose="02000603000000000000" pitchFamily="2" charset="0"/>
              </a:rPr>
              <a:t>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2E4AA69-BA38-48C2-9633-E63056785B1B}"/>
              </a:ext>
            </a:extLst>
          </p:cNvPr>
          <p:cNvGrpSpPr/>
          <p:nvPr/>
        </p:nvGrpSpPr>
        <p:grpSpPr>
          <a:xfrm>
            <a:off x="4992521" y="0"/>
            <a:ext cx="7556701" cy="6982595"/>
            <a:chOff x="4635299" y="-65980"/>
            <a:chExt cx="7556701" cy="6982595"/>
          </a:xfrm>
        </p:grpSpPr>
        <p:graphicFrame>
          <p:nvGraphicFramePr>
            <p:cNvPr id="4" name="Gráfico 3">
              <a:extLst>
                <a:ext uri="{FF2B5EF4-FFF2-40B4-BE49-F238E27FC236}">
                  <a16:creationId xmlns:a16="http://schemas.microsoft.com/office/drawing/2014/main" id="{8B9BBDC6-CE73-4BAB-B49B-C9ED0CD014E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47271316"/>
                </p:ext>
              </p:extLst>
            </p:nvPr>
          </p:nvGraphicFramePr>
          <p:xfrm>
            <a:off x="4635299" y="-65980"/>
            <a:ext cx="7556701" cy="69825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391517E1-6BF2-45DD-AA76-5BFE7189B4C8}"/>
                </a:ext>
              </a:extLst>
            </p:cNvPr>
            <p:cNvGrpSpPr/>
            <p:nvPr/>
          </p:nvGrpSpPr>
          <p:grpSpPr>
            <a:xfrm>
              <a:off x="5335608" y="520754"/>
              <a:ext cx="5916774" cy="6127894"/>
              <a:chOff x="-360666" y="1084147"/>
              <a:chExt cx="5997706" cy="4962077"/>
            </a:xfrm>
          </p:grpSpPr>
          <p:sp>
            <p:nvSpPr>
              <p:cNvPr id="20" name="CuadroTexto 2">
                <a:extLst>
                  <a:ext uri="{FF2B5EF4-FFF2-40B4-BE49-F238E27FC236}">
                    <a16:creationId xmlns:a16="http://schemas.microsoft.com/office/drawing/2014/main" id="{BA3F0710-E059-440A-A5C1-3C95F16419A4}"/>
                  </a:ext>
                </a:extLst>
              </p:cNvPr>
              <p:cNvSpPr txBox="1"/>
              <p:nvPr/>
            </p:nvSpPr>
            <p:spPr>
              <a:xfrm rot="16200000">
                <a:off x="1888213" y="4548466"/>
                <a:ext cx="1954832" cy="1040684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Mi comida favorita es…</a:t>
                </a:r>
              </a:p>
            </p:txBody>
          </p:sp>
          <p:sp>
            <p:nvSpPr>
              <p:cNvPr id="21" name="CuadroTexto 1">
                <a:extLst>
                  <a:ext uri="{FF2B5EF4-FFF2-40B4-BE49-F238E27FC236}">
                    <a16:creationId xmlns:a16="http://schemas.microsoft.com/office/drawing/2014/main" id="{9EE18CC9-C8C6-40D6-9E27-4A8E0BC68C23}"/>
                  </a:ext>
                </a:extLst>
              </p:cNvPr>
              <p:cNvSpPr txBox="1"/>
              <p:nvPr/>
            </p:nvSpPr>
            <p:spPr>
              <a:xfrm rot="6952726">
                <a:off x="2797476" y="1427856"/>
                <a:ext cx="1728102" cy="1040684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Mi animal favorito es …</a:t>
                </a:r>
              </a:p>
            </p:txBody>
          </p:sp>
          <p:sp>
            <p:nvSpPr>
              <p:cNvPr id="22" name="CuadroTexto 1">
                <a:extLst>
                  <a:ext uri="{FF2B5EF4-FFF2-40B4-BE49-F238E27FC236}">
                    <a16:creationId xmlns:a16="http://schemas.microsoft.com/office/drawing/2014/main" id="{C3201302-7CB5-4BBC-A928-8622EE64288B}"/>
                  </a:ext>
                </a:extLst>
              </p:cNvPr>
              <p:cNvSpPr txBox="1"/>
              <p:nvPr/>
            </p:nvSpPr>
            <p:spPr>
              <a:xfrm rot="526708">
                <a:off x="-360666" y="2728851"/>
                <a:ext cx="2120063" cy="741538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Mi película favorita es…</a:t>
                </a:r>
              </a:p>
            </p:txBody>
          </p:sp>
          <p:sp>
            <p:nvSpPr>
              <p:cNvPr id="23" name="CuadroTexto 1">
                <a:extLst>
                  <a:ext uri="{FF2B5EF4-FFF2-40B4-BE49-F238E27FC236}">
                    <a16:creationId xmlns:a16="http://schemas.microsoft.com/office/drawing/2014/main" id="{DCBB13BF-06CD-4102-8515-E771241C64E6}"/>
                  </a:ext>
                </a:extLst>
              </p:cNvPr>
              <p:cNvSpPr txBox="1"/>
              <p:nvPr/>
            </p:nvSpPr>
            <p:spPr>
              <a:xfrm rot="19081442">
                <a:off x="119831" y="4102370"/>
                <a:ext cx="2083332" cy="74072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Mi color favorito es…</a:t>
                </a:r>
              </a:p>
            </p:txBody>
          </p:sp>
          <p:sp>
            <p:nvSpPr>
              <p:cNvPr id="24" name="CuadroTexto 1">
                <a:extLst>
                  <a:ext uri="{FF2B5EF4-FFF2-40B4-BE49-F238E27FC236}">
                    <a16:creationId xmlns:a16="http://schemas.microsoft.com/office/drawing/2014/main" id="{03ABE0AC-E91B-42C0-943B-AD4329FC2DFC}"/>
                  </a:ext>
                </a:extLst>
              </p:cNvPr>
              <p:cNvSpPr txBox="1"/>
              <p:nvPr/>
            </p:nvSpPr>
            <p:spPr>
              <a:xfrm rot="3667787">
                <a:off x="1023362" y="1563979"/>
                <a:ext cx="1773914" cy="104068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Soy feliz cuando…</a:t>
                </a:r>
              </a:p>
            </p:txBody>
          </p:sp>
          <p:sp>
            <p:nvSpPr>
              <p:cNvPr id="25" name="CuadroTexto 1">
                <a:extLst>
                  <a:ext uri="{FF2B5EF4-FFF2-40B4-BE49-F238E27FC236}">
                    <a16:creationId xmlns:a16="http://schemas.microsoft.com/office/drawing/2014/main" id="{62686D92-1198-40A7-AEC9-F73DDFDECED5}"/>
                  </a:ext>
                </a:extLst>
              </p:cNvPr>
              <p:cNvSpPr txBox="1"/>
              <p:nvPr/>
            </p:nvSpPr>
            <p:spPr>
              <a:xfrm rot="13346306">
                <a:off x="3102190" y="3935158"/>
                <a:ext cx="2393304" cy="1028029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Lo que más me gusta hacer es…</a:t>
                </a:r>
              </a:p>
            </p:txBody>
          </p:sp>
          <p:sp>
            <p:nvSpPr>
              <p:cNvPr id="26" name="CuadroTexto 1">
                <a:extLst>
                  <a:ext uri="{FF2B5EF4-FFF2-40B4-BE49-F238E27FC236}">
                    <a16:creationId xmlns:a16="http://schemas.microsoft.com/office/drawing/2014/main" id="{84D71958-F3E9-4D84-996C-CC2EB8E1F6A9}"/>
                  </a:ext>
                </a:extLst>
              </p:cNvPr>
              <p:cNvSpPr txBox="1"/>
              <p:nvPr/>
            </p:nvSpPr>
            <p:spPr>
              <a:xfrm rot="9451329">
                <a:off x="4040318" y="2585102"/>
                <a:ext cx="1596722" cy="758559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sz="2400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Hoy me siento…</a:t>
                </a:r>
              </a:p>
            </p:txBody>
          </p:sp>
        </p:grpSp>
      </p:grpSp>
      <p:pic>
        <p:nvPicPr>
          <p:cNvPr id="1026" name="Picture 2" descr="Flecha Derecho PNG transparente - Stick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751" y="2306258"/>
            <a:ext cx="2330450" cy="106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97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audio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96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nglish Vocabulary Workshop by Slidesgo">
  <a:themeElements>
    <a:clrScheme name="Simple Light">
      <a:dk1>
        <a:srgbClr val="003849"/>
      </a:dk1>
      <a:lt1>
        <a:srgbClr val="FFFFFF"/>
      </a:lt1>
      <a:dk2>
        <a:srgbClr val="A775FE"/>
      </a:dk2>
      <a:lt2>
        <a:srgbClr val="E3E7EA"/>
      </a:lt2>
      <a:accent1>
        <a:srgbClr val="FFC86D"/>
      </a:accent1>
      <a:accent2>
        <a:srgbClr val="FEB444"/>
      </a:accent2>
      <a:accent3>
        <a:srgbClr val="FE8966"/>
      </a:accent3>
      <a:accent4>
        <a:srgbClr val="FD6A5E"/>
      </a:accent4>
      <a:accent5>
        <a:srgbClr val="9FE4F5"/>
      </a:accent5>
      <a:accent6>
        <a:srgbClr val="6ED0E7"/>
      </a:accent6>
      <a:hlink>
        <a:srgbClr val="0038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chool End of the Year Awards by Slidesgo">
  <a:themeElements>
    <a:clrScheme name="Simple Light">
      <a:dk1>
        <a:srgbClr val="262624"/>
      </a:dk1>
      <a:lt1>
        <a:srgbClr val="FFFFFF"/>
      </a:lt1>
      <a:dk2>
        <a:srgbClr val="262624"/>
      </a:dk2>
      <a:lt2>
        <a:srgbClr val="FFFFFF"/>
      </a:lt2>
      <a:accent1>
        <a:srgbClr val="9DD4D6"/>
      </a:accent1>
      <a:accent2>
        <a:srgbClr val="71AAAA"/>
      </a:accent2>
      <a:accent3>
        <a:srgbClr val="F5AFA5"/>
      </a:accent3>
      <a:accent4>
        <a:srgbClr val="EE7A65"/>
      </a:accent4>
      <a:accent5>
        <a:srgbClr val="FBCA63"/>
      </a:accent5>
      <a:accent6>
        <a:srgbClr val="F2B03B"/>
      </a:accent6>
      <a:hlink>
        <a:srgbClr val="2626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