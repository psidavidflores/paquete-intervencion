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6858000" cy="9144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7" d="100"/>
          <a:sy n="57" d="100"/>
        </p:scale>
        <p:origin x="-2148" y="24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D0A0E-E59E-4FEA-9C64-40BE7C1374D5}" type="datetimeFigureOut">
              <a:rPr lang="es-CL" smtClean="0"/>
              <a:t>18-04-2018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A839-7413-4211-8F3E-2B4567E02D4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58494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D0A0E-E59E-4FEA-9C64-40BE7C1374D5}" type="datetimeFigureOut">
              <a:rPr lang="es-CL" smtClean="0"/>
              <a:t>18-04-2018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A839-7413-4211-8F3E-2B4567E02D4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54664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D0A0E-E59E-4FEA-9C64-40BE7C1374D5}" type="datetimeFigureOut">
              <a:rPr lang="es-CL" smtClean="0"/>
              <a:t>18-04-2018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A839-7413-4211-8F3E-2B4567E02D4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094161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D0A0E-E59E-4FEA-9C64-40BE7C1374D5}" type="datetimeFigureOut">
              <a:rPr lang="es-CL" smtClean="0"/>
              <a:t>18-04-2018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A839-7413-4211-8F3E-2B4567E02D4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27912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D0A0E-E59E-4FEA-9C64-40BE7C1374D5}" type="datetimeFigureOut">
              <a:rPr lang="es-CL" smtClean="0"/>
              <a:t>18-04-2018</a:t>
            </a:fld>
            <a:endParaRPr lang="es-CL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A839-7413-4211-8F3E-2B4567E02D4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4322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D0A0E-E59E-4FEA-9C64-40BE7C1374D5}" type="datetimeFigureOut">
              <a:rPr lang="es-CL" smtClean="0"/>
              <a:t>18-04-2018</a:t>
            </a:fld>
            <a:endParaRPr lang="es-CL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A839-7413-4211-8F3E-2B4567E02D4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18760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D0A0E-E59E-4FEA-9C64-40BE7C1374D5}" type="datetimeFigureOut">
              <a:rPr lang="es-CL" smtClean="0"/>
              <a:t>18-04-2018</a:t>
            </a:fld>
            <a:endParaRPr lang="es-CL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A839-7413-4211-8F3E-2B4567E02D4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99551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D0A0E-E59E-4FEA-9C64-40BE7C1374D5}" type="datetimeFigureOut">
              <a:rPr lang="es-CL" smtClean="0"/>
              <a:t>18-04-2018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A839-7413-4211-8F3E-2B4567E02D4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02012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D0A0E-E59E-4FEA-9C64-40BE7C1374D5}" type="datetimeFigureOut">
              <a:rPr lang="es-CL" smtClean="0"/>
              <a:t>18-04-2018</a:t>
            </a:fld>
            <a:endParaRPr lang="es-CL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A839-7413-4211-8F3E-2B4567E02D4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18046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D0A0E-E59E-4FEA-9C64-40BE7C1374D5}" type="datetimeFigureOut">
              <a:rPr lang="es-CL" smtClean="0"/>
              <a:t>18-04-2018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A839-7413-4211-8F3E-2B4567E02D4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22372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D0A0E-E59E-4FEA-9C64-40BE7C1374D5}" type="datetimeFigureOut">
              <a:rPr lang="es-CL" smtClean="0"/>
              <a:t>18-04-2018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9A839-7413-4211-8F3E-2B4567E02D4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16089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L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L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8D0A0E-E59E-4FEA-9C64-40BE7C1374D5}" type="datetimeFigureOut">
              <a:rPr lang="es-CL" smtClean="0"/>
              <a:t>18-04-2018</a:t>
            </a:fld>
            <a:endParaRPr lang="es-CL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99A839-7413-4211-8F3E-2B4567E02D4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12855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8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88" y="107504"/>
            <a:ext cx="6799988" cy="4377492"/>
          </a:xfrm>
          <a:prstGeom prst="rect">
            <a:avLst/>
          </a:prstGeom>
        </p:spPr>
      </p:pic>
      <p:pic>
        <p:nvPicPr>
          <p:cNvPr id="4" name="3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00" y="4621945"/>
            <a:ext cx="6799988" cy="4313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756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8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88" y="150004"/>
            <a:ext cx="6799988" cy="4292492"/>
          </a:xfrm>
          <a:prstGeom prst="rect">
            <a:avLst/>
          </a:prstGeom>
        </p:spPr>
      </p:pic>
      <p:pic>
        <p:nvPicPr>
          <p:cNvPr id="4" name="3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31" y="4621945"/>
            <a:ext cx="6636526" cy="4313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522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8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88" y="107504"/>
            <a:ext cx="6799987" cy="4377492"/>
          </a:xfrm>
          <a:prstGeom prst="rect">
            <a:avLst/>
          </a:prstGeom>
        </p:spPr>
      </p:pic>
      <p:pic>
        <p:nvPicPr>
          <p:cNvPr id="4" name="3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67" y="4621945"/>
            <a:ext cx="6766654" cy="4313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522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8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88" y="107504"/>
            <a:ext cx="6799987" cy="4377492"/>
          </a:xfrm>
          <a:prstGeom prst="rect">
            <a:avLst/>
          </a:prstGeom>
        </p:spPr>
      </p:pic>
      <p:pic>
        <p:nvPicPr>
          <p:cNvPr id="4" name="3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31" y="4621945"/>
            <a:ext cx="6636526" cy="4313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522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8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88" y="118129"/>
            <a:ext cx="6799988" cy="4356242"/>
          </a:xfrm>
          <a:prstGeom prst="rect">
            <a:avLst/>
          </a:prstGeom>
        </p:spPr>
      </p:pic>
      <p:pic>
        <p:nvPicPr>
          <p:cNvPr id="4" name="3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15" y="4621945"/>
            <a:ext cx="6700958" cy="4313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5225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8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88" y="107504"/>
            <a:ext cx="6799987" cy="4377492"/>
          </a:xfrm>
          <a:prstGeom prst="rect">
            <a:avLst/>
          </a:prstGeom>
        </p:spPr>
      </p:pic>
      <p:pic>
        <p:nvPicPr>
          <p:cNvPr id="4" name="3 Imagen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15" y="4621945"/>
            <a:ext cx="6700958" cy="4313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522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8 Imagen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88" y="150004"/>
            <a:ext cx="6799988" cy="4292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52259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Presentación en pantalla (4:3)</PresentationFormat>
  <Paragraphs>0</Paragraphs>
  <Slides>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8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</dc:creator>
  <cp:lastModifiedBy>Angela jiji</cp:lastModifiedBy>
  <cp:revision>6</cp:revision>
  <dcterms:created xsi:type="dcterms:W3CDTF">2018-04-18T18:42:13Z</dcterms:created>
  <dcterms:modified xsi:type="dcterms:W3CDTF">2018-04-18T19:34:57Z</dcterms:modified>
</cp:coreProperties>
</file>