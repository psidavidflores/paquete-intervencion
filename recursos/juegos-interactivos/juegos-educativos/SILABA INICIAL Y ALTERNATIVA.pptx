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71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5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D9B6-C028-4B18-AF85-8F1AC509BD87}" type="datetimeFigureOut">
              <a:rPr lang="es-CL" smtClean="0"/>
              <a:t>20-02-2020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EF942-AA93-4AA6-B46D-CF58AAB23E3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39037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D9B6-C028-4B18-AF85-8F1AC509BD87}" type="datetimeFigureOut">
              <a:rPr lang="es-CL" smtClean="0"/>
              <a:t>20-02-2020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EF942-AA93-4AA6-B46D-CF58AAB23E3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62294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D9B6-C028-4B18-AF85-8F1AC509BD87}" type="datetimeFigureOut">
              <a:rPr lang="es-CL" smtClean="0"/>
              <a:t>20-02-2020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EF942-AA93-4AA6-B46D-CF58AAB23E3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97702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D9B6-C028-4B18-AF85-8F1AC509BD87}" type="datetimeFigureOut">
              <a:rPr lang="es-CL" smtClean="0"/>
              <a:t>20-02-2020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EF942-AA93-4AA6-B46D-CF58AAB23E3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34553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D9B6-C028-4B18-AF85-8F1AC509BD87}" type="datetimeFigureOut">
              <a:rPr lang="es-CL" smtClean="0"/>
              <a:t>20-02-2020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EF942-AA93-4AA6-B46D-CF58AAB23E3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02307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D9B6-C028-4B18-AF85-8F1AC509BD87}" type="datetimeFigureOut">
              <a:rPr lang="es-CL" smtClean="0"/>
              <a:t>20-02-2020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EF942-AA93-4AA6-B46D-CF58AAB23E3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64746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D9B6-C028-4B18-AF85-8F1AC509BD87}" type="datetimeFigureOut">
              <a:rPr lang="es-CL" smtClean="0"/>
              <a:t>20-02-2020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EF942-AA93-4AA6-B46D-CF58AAB23E3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1832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D9B6-C028-4B18-AF85-8F1AC509BD87}" type="datetimeFigureOut">
              <a:rPr lang="es-CL" smtClean="0"/>
              <a:t>20-02-2020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EF942-AA93-4AA6-B46D-CF58AAB23E3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92854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D9B6-C028-4B18-AF85-8F1AC509BD87}" type="datetimeFigureOut">
              <a:rPr lang="es-CL" smtClean="0"/>
              <a:t>20-02-2020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EF942-AA93-4AA6-B46D-CF58AAB23E3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1697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D9B6-C028-4B18-AF85-8F1AC509BD87}" type="datetimeFigureOut">
              <a:rPr lang="es-CL" smtClean="0"/>
              <a:t>20-02-2020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EF942-AA93-4AA6-B46D-CF58AAB23E3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5066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0D9B6-C028-4B18-AF85-8F1AC509BD87}" type="datetimeFigureOut">
              <a:rPr lang="es-CL" smtClean="0"/>
              <a:t>20-02-2020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EF942-AA93-4AA6-B46D-CF58AAB23E3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61909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0D9B6-C028-4B18-AF85-8F1AC509BD87}" type="datetimeFigureOut">
              <a:rPr lang="es-CL" smtClean="0"/>
              <a:t>20-02-2020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EF942-AA93-4AA6-B46D-CF58AAB23E3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71338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CD606B5-4DFE-4A0A-9F46-9ED9886CB80E}"/>
              </a:ext>
            </a:extLst>
          </p:cNvPr>
          <p:cNvSpPr/>
          <p:nvPr/>
        </p:nvSpPr>
        <p:spPr>
          <a:xfrm>
            <a:off x="1064117" y="714467"/>
            <a:ext cx="57435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Hoy Aprenderemos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D873F16-1A13-4B17-B2D6-357EFC692FB3}"/>
              </a:ext>
            </a:extLst>
          </p:cNvPr>
          <p:cNvSpPr/>
          <p:nvPr/>
        </p:nvSpPr>
        <p:spPr>
          <a:xfrm>
            <a:off x="1092521" y="2344483"/>
            <a:ext cx="6958957" cy="923330"/>
          </a:xfrm>
          <a:prstGeom prst="rect">
            <a:avLst/>
          </a:prstGeom>
          <a:noFill/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cap="none" spc="0" dirty="0">
                <a:ln/>
                <a:solidFill>
                  <a:schemeClr val="accent4"/>
                </a:solidFill>
                <a:effectLst/>
                <a:latin typeface="Berlin Sans FB Demi" panose="020E0802020502020306" pitchFamily="34" charset="0"/>
              </a:rPr>
              <a:t>Segmentación silábica</a:t>
            </a:r>
          </a:p>
        </p:txBody>
      </p:sp>
    </p:spTree>
    <p:extLst>
      <p:ext uri="{BB962C8B-B14F-4D97-AF65-F5344CB8AC3E}">
        <p14:creationId xmlns:p14="http://schemas.microsoft.com/office/powerpoint/2010/main" val="2209348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49D1D85-EA13-4ACD-8755-0BA9FD663EC8}"/>
              </a:ext>
            </a:extLst>
          </p:cNvPr>
          <p:cNvSpPr txBox="1"/>
          <p:nvPr/>
        </p:nvSpPr>
        <p:spPr>
          <a:xfrm>
            <a:off x="874643" y="1126435"/>
            <a:ext cx="7673009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ES" b="1" dirty="0"/>
              <a:t>Actividad:  </a:t>
            </a:r>
            <a:r>
              <a:rPr lang="es-ES" i="1" dirty="0"/>
              <a:t>Cuenta cuentas sílabas tiene cada objeto y únelos al número</a:t>
            </a:r>
            <a:r>
              <a:rPr lang="es-ES" dirty="0"/>
              <a:t>. Ten cuidado hay algunos distractores. </a:t>
            </a:r>
            <a:endParaRPr lang="es-CL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26F734D-090B-48CF-9EFC-03DFE5E15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147" y="4063216"/>
            <a:ext cx="1806229" cy="166834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974BBD3-CF50-49F5-8EF4-C606AF0C1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292" y="4034839"/>
            <a:ext cx="1544708" cy="150733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5FC40F5B-CE63-4CA6-9F2A-002F3C312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795" y="4128259"/>
            <a:ext cx="1617361" cy="150733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A5627134-2B43-4D11-A2F8-08623FB4C9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0993" y="4089023"/>
            <a:ext cx="1546572" cy="154657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4E6B052-7EC6-42D3-A096-5C11927393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0851" y="2003035"/>
            <a:ext cx="261937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047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3B7FAC5-6C92-4C30-B1E6-CF917B4F8720}"/>
              </a:ext>
            </a:extLst>
          </p:cNvPr>
          <p:cNvSpPr txBox="1"/>
          <p:nvPr/>
        </p:nvSpPr>
        <p:spPr>
          <a:xfrm>
            <a:off x="874643" y="1126435"/>
            <a:ext cx="7673009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ES" b="1" dirty="0"/>
              <a:t>Actividad:  </a:t>
            </a:r>
            <a:r>
              <a:rPr lang="es-ES" i="1" dirty="0"/>
              <a:t>Cuenta cuentas sílabas tiene cada objeto y únelos al número</a:t>
            </a:r>
            <a:r>
              <a:rPr lang="es-ES" dirty="0"/>
              <a:t>. Ten cuidado hay algunos distractores. </a:t>
            </a:r>
            <a:endParaRPr lang="es-CL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FFCADFF-6B1F-450D-A31A-772E171A3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780" y="3858820"/>
            <a:ext cx="1984986" cy="184867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A12A295-F96E-4A22-8345-9F26C65A4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526" y="4058591"/>
            <a:ext cx="1923138" cy="154620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1A7C2C7-00F3-43ED-B7E4-AE5D80DAE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8883" y="4305206"/>
            <a:ext cx="1744526" cy="176799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69593EC-E546-43AF-852B-68B38F7CB4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7576" y="1968427"/>
            <a:ext cx="1147141" cy="1635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261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75C401C-B7F7-4D7B-AF04-2D15504B3CDC}"/>
              </a:ext>
            </a:extLst>
          </p:cNvPr>
          <p:cNvSpPr txBox="1"/>
          <p:nvPr/>
        </p:nvSpPr>
        <p:spPr>
          <a:xfrm>
            <a:off x="874643" y="1126435"/>
            <a:ext cx="7673009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ES" b="1" dirty="0"/>
              <a:t>Actividad:  </a:t>
            </a:r>
            <a:r>
              <a:rPr lang="es-ES" i="1" dirty="0"/>
              <a:t>Cuenta cuentas sílabas tiene cada objeto y únelos al número</a:t>
            </a:r>
            <a:r>
              <a:rPr lang="es-ES" dirty="0"/>
              <a:t>. Ten cuidado hay algunos distractores. </a:t>
            </a:r>
            <a:endParaRPr lang="es-CL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3F7CA40-E76A-436C-BEC2-AE1362726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100" y="1970432"/>
            <a:ext cx="1797571" cy="172692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1492CB2-B0A7-4D17-A896-776E627EF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811" y="2081006"/>
            <a:ext cx="2476500" cy="184785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7D1289B-3B0A-475E-8D9B-D8D8E00C6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0955" y="3697356"/>
            <a:ext cx="1797571" cy="249340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B98B9D5-CEB2-4DE9-B4FF-5DA021DD61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8811" y="4106104"/>
            <a:ext cx="1625461" cy="162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125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B9BE418-BC3B-42C4-A502-C313E6962650}"/>
              </a:ext>
            </a:extLst>
          </p:cNvPr>
          <p:cNvSpPr txBox="1"/>
          <p:nvPr/>
        </p:nvSpPr>
        <p:spPr>
          <a:xfrm>
            <a:off x="874643" y="1126435"/>
            <a:ext cx="7673009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ES" b="1" dirty="0"/>
              <a:t>Actividad:  </a:t>
            </a:r>
            <a:r>
              <a:rPr lang="es-ES" i="1" dirty="0"/>
              <a:t>Cuenta cuentas sílabas tiene cada objeto y únelos al número</a:t>
            </a:r>
            <a:r>
              <a:rPr lang="es-ES" dirty="0"/>
              <a:t>. Ten cuidado hay algunos distractores. </a:t>
            </a:r>
            <a:endParaRPr lang="es-CL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5D34889-DB12-4339-8F59-69947EE4BD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226" b="9969"/>
          <a:stretch/>
        </p:blipFill>
        <p:spPr>
          <a:xfrm>
            <a:off x="3584713" y="1931504"/>
            <a:ext cx="2438400" cy="149749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9C8E930-79FC-44FA-99A6-B8BC737D70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517" r="23160"/>
          <a:stretch/>
        </p:blipFill>
        <p:spPr>
          <a:xfrm>
            <a:off x="1510748" y="3836090"/>
            <a:ext cx="1457739" cy="206437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CEC65B1-EE7C-496A-967C-CCFAE12DD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3113" y="3934933"/>
            <a:ext cx="1866692" cy="186669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D666775-2511-401A-B780-8047DC4F3E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4237" y="3934933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868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AD8EEC1-58E6-4107-9A6D-E4C60FC5B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118" y="1040792"/>
            <a:ext cx="7724301" cy="77425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ED10AE2-00F0-43FB-B0FA-B80F57EB1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4360" y="1851494"/>
            <a:ext cx="2419350" cy="189547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B25147B-CED8-49A4-8677-1A9B4D4112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7507" y="3717152"/>
            <a:ext cx="2419350" cy="189547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67AC6D4-5DCC-450F-9D25-243D3158BB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3710" y="4117531"/>
            <a:ext cx="1908313" cy="149509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DC2B7AE-831B-4308-A6E6-B5A429E30D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0585" y="3793516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566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951CFDE-CD1E-44E3-9805-727DB5D59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371" y="1067297"/>
            <a:ext cx="7724301" cy="77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658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89683FB-829D-4CA0-AE3C-B42CC3C1F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371" y="1093800"/>
            <a:ext cx="7724301" cy="77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20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329BD58-3B94-4A6A-9374-AA944772320E}"/>
              </a:ext>
            </a:extLst>
          </p:cNvPr>
          <p:cNvSpPr txBox="1"/>
          <p:nvPr/>
        </p:nvSpPr>
        <p:spPr>
          <a:xfrm>
            <a:off x="874643" y="1126435"/>
            <a:ext cx="7673009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ES" b="1" dirty="0"/>
              <a:t>Actividad:  </a:t>
            </a:r>
            <a:r>
              <a:rPr lang="es-ES" i="1" dirty="0"/>
              <a:t>Cuenta cuentas sílabas tiene cada objeto y únelos al número</a:t>
            </a:r>
            <a:r>
              <a:rPr lang="es-ES" dirty="0"/>
              <a:t>. Ten cuidado hay algunos distractores.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585328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16BE4B9-A82C-4056-85DC-EB8989FD27A7}"/>
              </a:ext>
            </a:extLst>
          </p:cNvPr>
          <p:cNvSpPr txBox="1"/>
          <p:nvPr/>
        </p:nvSpPr>
        <p:spPr>
          <a:xfrm>
            <a:off x="874643" y="1126435"/>
            <a:ext cx="7673009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ES" b="1" dirty="0"/>
              <a:t>Actividad:  </a:t>
            </a:r>
            <a:r>
              <a:rPr lang="es-ES" i="1" dirty="0"/>
              <a:t>Cuenta cuentas sílabas tiene cada objeto y únelos al número</a:t>
            </a:r>
            <a:r>
              <a:rPr lang="es-ES" dirty="0"/>
              <a:t>. Ten cuidado hay algunos distractores.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569114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0A8AAEA-9836-4381-B8FA-1834A5E8A41A}"/>
              </a:ext>
            </a:extLst>
          </p:cNvPr>
          <p:cNvSpPr txBox="1"/>
          <p:nvPr/>
        </p:nvSpPr>
        <p:spPr>
          <a:xfrm>
            <a:off x="874643" y="1126435"/>
            <a:ext cx="7673009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ES" b="1" dirty="0"/>
              <a:t>Actividad:  </a:t>
            </a:r>
            <a:r>
              <a:rPr lang="es-ES" i="1" dirty="0"/>
              <a:t>Cuenta cuentas sílabas tiene cada objeto y únelos al número</a:t>
            </a:r>
            <a:r>
              <a:rPr lang="es-ES" dirty="0"/>
              <a:t>. Ten cuidado hay algunos distractores.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630645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E32F304-34EB-412F-9B9B-844BB416B036}"/>
              </a:ext>
            </a:extLst>
          </p:cNvPr>
          <p:cNvSpPr txBox="1"/>
          <p:nvPr/>
        </p:nvSpPr>
        <p:spPr>
          <a:xfrm>
            <a:off x="874643" y="1126435"/>
            <a:ext cx="7673009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ES" b="1" dirty="0"/>
              <a:t>Actividad:  </a:t>
            </a:r>
            <a:r>
              <a:rPr lang="es-ES" i="1" dirty="0"/>
              <a:t>Cuenta cuentas sílabas tiene cada objeto y únelos al número</a:t>
            </a:r>
            <a:r>
              <a:rPr lang="es-ES" dirty="0"/>
              <a:t>. Ten cuidado hay algunos distractores.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980170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07F9811-B385-4F35-A632-CE0F760F1289}"/>
              </a:ext>
            </a:extLst>
          </p:cNvPr>
          <p:cNvSpPr txBox="1"/>
          <p:nvPr/>
        </p:nvSpPr>
        <p:spPr>
          <a:xfrm>
            <a:off x="874643" y="1126435"/>
            <a:ext cx="7673009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ES" b="1" dirty="0"/>
              <a:t>Actividad:  </a:t>
            </a:r>
            <a:r>
              <a:rPr lang="es-ES" i="1" dirty="0"/>
              <a:t>Cuenta cuentas sílabas tiene cada objeto y únelos al número</a:t>
            </a:r>
            <a:r>
              <a:rPr lang="es-ES" dirty="0"/>
              <a:t>. Ten cuidado hay algunos distractores.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24556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664CC35-2DE7-41E8-9D44-65744BC371E4}"/>
              </a:ext>
            </a:extLst>
          </p:cNvPr>
          <p:cNvSpPr txBox="1"/>
          <p:nvPr/>
        </p:nvSpPr>
        <p:spPr>
          <a:xfrm>
            <a:off x="874643" y="1126435"/>
            <a:ext cx="7673009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ES" b="1" dirty="0"/>
              <a:t>Actividad:  </a:t>
            </a:r>
            <a:r>
              <a:rPr lang="es-ES" i="1" dirty="0"/>
              <a:t>Cuenta cuentas sílabas tiene cada objeto y únelos al número</a:t>
            </a:r>
            <a:r>
              <a:rPr lang="es-ES" dirty="0"/>
              <a:t>. Ten cuidado hay algunos distractores.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411378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995B7C2-9B30-441D-BCFB-DC6C18719C76}"/>
              </a:ext>
            </a:extLst>
          </p:cNvPr>
          <p:cNvSpPr txBox="1"/>
          <p:nvPr/>
        </p:nvSpPr>
        <p:spPr>
          <a:xfrm>
            <a:off x="874643" y="1126435"/>
            <a:ext cx="7673009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ES" b="1" dirty="0"/>
              <a:t>Actividad:  </a:t>
            </a:r>
            <a:r>
              <a:rPr lang="es-ES" i="1" dirty="0"/>
              <a:t>Cuenta cuentas sílabas tiene cada objeto y únelos al número</a:t>
            </a:r>
            <a:r>
              <a:rPr lang="es-ES" dirty="0"/>
              <a:t>. Ten cuidado hay algunos distractores.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17222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5AEDD62-070D-4D33-A277-F3429FA92A5F}"/>
              </a:ext>
            </a:extLst>
          </p:cNvPr>
          <p:cNvSpPr txBox="1"/>
          <p:nvPr/>
        </p:nvSpPr>
        <p:spPr>
          <a:xfrm>
            <a:off x="874643" y="1126435"/>
            <a:ext cx="7673009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s-ES" b="1" dirty="0"/>
              <a:t>Actividad:  </a:t>
            </a:r>
            <a:r>
              <a:rPr lang="es-ES" i="1" dirty="0"/>
              <a:t>Cuenta cuentas sílabas tiene cada objeto y únelos al número</a:t>
            </a:r>
            <a:r>
              <a:rPr lang="es-ES" dirty="0"/>
              <a:t>. Ten cuidado hay algunos distractores.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517868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</TotalTime>
  <Words>232</Words>
  <Application>Microsoft Office PowerPoint</Application>
  <PresentationFormat>Presentación en pantalla (4:3)</PresentationFormat>
  <Paragraphs>14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Berlin Sans FB Demi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</dc:creator>
  <cp:lastModifiedBy>Manuel</cp:lastModifiedBy>
  <cp:revision>7</cp:revision>
  <dcterms:created xsi:type="dcterms:W3CDTF">2020-02-20T03:24:17Z</dcterms:created>
  <dcterms:modified xsi:type="dcterms:W3CDTF">2020-02-20T05:27:07Z</dcterms:modified>
</cp:coreProperties>
</file>