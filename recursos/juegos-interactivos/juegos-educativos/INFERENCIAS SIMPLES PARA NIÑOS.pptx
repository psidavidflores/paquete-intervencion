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8" roundtripDataSignature="AMtx7mhdZyQ+cu9ZfEUuDVaeTk+NB+Rw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f0f9992c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cf0f9992c3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cf0f9992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cf0f9992c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gif"/><Relationship Id="rId5" Type="http://schemas.openxmlformats.org/officeDocument/2006/relationships/image" Target="../media/image5.jpg"/><Relationship Id="rId6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3.jpg"/><Relationship Id="rId5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8.jp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6.jpg"/><Relationship Id="rId5" Type="http://schemas.openxmlformats.org/officeDocument/2006/relationships/image" Target="../media/image1.jp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.jpg"/><Relationship Id="rId5" Type="http://schemas.openxmlformats.org/officeDocument/2006/relationships/image" Target="../media/image10.jpg"/><Relationship Id="rId6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2.jpg"/><Relationship Id="rId5" Type="http://schemas.openxmlformats.org/officeDocument/2006/relationships/image" Target="../media/image25.jp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4.jpg"/><Relationship Id="rId6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7.jpg"/><Relationship Id="rId5" Type="http://schemas.openxmlformats.org/officeDocument/2006/relationships/image" Target="../media/image21.png"/><Relationship Id="rId6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relacionada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"/>
          <p:cNvSpPr/>
          <p:nvPr/>
        </p:nvSpPr>
        <p:spPr>
          <a:xfrm>
            <a:off x="161197" y="33937"/>
            <a:ext cx="438761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Hoy aprenderemos: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23528" y="5772294"/>
            <a:ext cx="8568951" cy="92333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Realizar inferencias simples</a:t>
            </a:r>
            <a:endParaRPr b="1" i="0" sz="5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1259632" y="1268760"/>
            <a:ext cx="7056784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Felipe y Andrés jugaron hacer castillos de arena a la orilla del mar.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¿ De qué estación del año hablamos?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verano color"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2390" y="3309926"/>
            <a:ext cx="2286000" cy="2238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nube y lluvia"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8390" y="3645022"/>
            <a:ext cx="2039267" cy="1903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primavera color" id="97" name="Google Shape;9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0152" y="3298419"/>
            <a:ext cx="1993854" cy="210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03" name="Google Shape;103;p3"/>
          <p:cNvSpPr txBox="1"/>
          <p:nvPr/>
        </p:nvSpPr>
        <p:spPr>
          <a:xfrm>
            <a:off x="1245421" y="1052736"/>
            <a:ext cx="7056784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Marcos después de correr varios minutos tenía mucha sed y preparó algo para beber.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¿Qué preparó Marcos?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vaso agua" id="104" name="Google Shape;104;p3"/>
          <p:cNvPicPr preferRelativeResize="0"/>
          <p:nvPr/>
        </p:nvPicPr>
        <p:blipFill rotWithShape="1">
          <a:blip r:embed="rId4">
            <a:alphaModFix/>
          </a:blip>
          <a:srcRect b="13046" l="0" r="0" t="0"/>
          <a:stretch/>
        </p:blipFill>
        <p:spPr>
          <a:xfrm>
            <a:off x="1691680" y="3429000"/>
            <a:ext cx="2336359" cy="2160240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dibujo de ensalada" id="105" name="Google Shape;10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2040" y="3366120"/>
            <a:ext cx="2687674" cy="2223120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1331640" y="1052735"/>
            <a:ext cx="682654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Camila al salir de casa sintió mucho frío y se abrigó.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¿ Qué se puso Camila?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parka" id="114" name="Google Shape;114;p4"/>
          <p:cNvPicPr preferRelativeResize="0"/>
          <p:nvPr/>
        </p:nvPicPr>
        <p:blipFill rotWithShape="1">
          <a:blip r:embed="rId4">
            <a:alphaModFix/>
          </a:blip>
          <a:srcRect b="7025" l="21548" r="16633" t="5701"/>
          <a:stretch/>
        </p:blipFill>
        <p:spPr>
          <a:xfrm>
            <a:off x="1366067" y="3161600"/>
            <a:ext cx="2243515" cy="2481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vestido" id="115" name="Google Shape;115;p4"/>
          <p:cNvPicPr preferRelativeResize="0"/>
          <p:nvPr/>
        </p:nvPicPr>
        <p:blipFill rotWithShape="1">
          <a:blip r:embed="rId5">
            <a:alphaModFix/>
          </a:blip>
          <a:srcRect b="5788" l="32429" r="31692" t="5888"/>
          <a:stretch/>
        </p:blipFill>
        <p:spPr>
          <a:xfrm>
            <a:off x="3609582" y="3114837"/>
            <a:ext cx="1435223" cy="2767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sombrero" id="116" name="Google Shape;11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4805" y="3403528"/>
            <a:ext cx="2857499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1403648" y="1052736"/>
            <a:ext cx="6552728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Josefa trabaja en un restaurante. Ella cocina unos ricos platos para sus clientes.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 ¿  Qué oficio tiene Josefa? </a:t>
            </a:r>
            <a:endParaRPr b="1"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cocinera" id="125" name="Google Shape;1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3647" y="2858808"/>
            <a:ext cx="1800201" cy="2751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veterinaria" id="126" name="Google Shape;126;p5"/>
          <p:cNvPicPr preferRelativeResize="0"/>
          <p:nvPr/>
        </p:nvPicPr>
        <p:blipFill rotWithShape="1">
          <a:blip r:embed="rId5">
            <a:alphaModFix/>
          </a:blip>
          <a:srcRect b="16119" l="3740" r="7732" t="12315"/>
          <a:stretch/>
        </p:blipFill>
        <p:spPr>
          <a:xfrm>
            <a:off x="3206049" y="3300442"/>
            <a:ext cx="2414555" cy="2334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peluquera" id="127" name="Google Shape;127;p5"/>
          <p:cNvPicPr preferRelativeResize="0"/>
          <p:nvPr/>
        </p:nvPicPr>
        <p:blipFill rotWithShape="1">
          <a:blip r:embed="rId6">
            <a:alphaModFix/>
          </a:blip>
          <a:srcRect b="0" l="21985" r="22258" t="3872"/>
          <a:stretch/>
        </p:blipFill>
        <p:spPr>
          <a:xfrm>
            <a:off x="6060848" y="3030685"/>
            <a:ext cx="1895528" cy="2559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1223628" y="1052736"/>
            <a:ext cx="6912768" cy="273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Fernanda cada vez que viaja le  gusta tomar unas fotografías de los paisajes.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¿ Qué objeto utiliza Fernanda para sus  sacar sus fotografías? </a:t>
            </a:r>
            <a:endParaRPr b="1" sz="32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camara fotografica" id="136" name="Google Shape;1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3844" y="3812016"/>
            <a:ext cx="2043786" cy="20437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paragua" id="137" name="Google Shape;137;p6"/>
          <p:cNvPicPr preferRelativeResize="0"/>
          <p:nvPr/>
        </p:nvPicPr>
        <p:blipFill rotWithShape="1">
          <a:blip r:embed="rId5">
            <a:alphaModFix/>
          </a:blip>
          <a:srcRect b="9429" l="0" r="0" t="10214"/>
          <a:stretch/>
        </p:blipFill>
        <p:spPr>
          <a:xfrm>
            <a:off x="3707904" y="3936184"/>
            <a:ext cx="2135007" cy="1715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computador" id="138" name="Google Shape;1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8164" y="4016018"/>
            <a:ext cx="2088232" cy="1635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/>
          <p:nvPr/>
        </p:nvSpPr>
        <p:spPr>
          <a:xfrm>
            <a:off x="1223628" y="1052736"/>
            <a:ext cx="691276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animal que tiene una gran melena y vive en la selva.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¿ Qué animal es?</a:t>
            </a:r>
            <a:endParaRPr b="1" sz="32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leon"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982" y="2209945"/>
            <a:ext cx="2412268" cy="1834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cocodrilo" id="148" name="Google Shape;14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4975" y="3102103"/>
            <a:ext cx="2874380" cy="1757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49" name="Google Shape;14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8977" y="4044193"/>
            <a:ext cx="2063140" cy="192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 txBox="1"/>
          <p:nvPr/>
        </p:nvSpPr>
        <p:spPr>
          <a:xfrm>
            <a:off x="1223628" y="1052736"/>
            <a:ext cx="6912768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Escribo una carta para mis abuelitos que están lejos de casa.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¿ Qué necesito para poder escribir en la carta?</a:t>
            </a:r>
            <a:endParaRPr b="1" sz="32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158" name="Google Shape;1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0113" y="4077071"/>
            <a:ext cx="1945742" cy="1459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auto" id="159" name="Google Shape;1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2524" y="3356992"/>
            <a:ext cx="2294976" cy="1797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60" name="Google Shape;160;p8"/>
          <p:cNvPicPr preferRelativeResize="0"/>
          <p:nvPr/>
        </p:nvPicPr>
        <p:blipFill rotWithShape="1">
          <a:blip r:embed="rId6">
            <a:alphaModFix/>
          </a:blip>
          <a:srcRect b="28620" l="8101" r="6280" t="22040"/>
          <a:stretch/>
        </p:blipFill>
        <p:spPr>
          <a:xfrm>
            <a:off x="5827500" y="3903475"/>
            <a:ext cx="2160240" cy="1806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1223628" y="1052736"/>
            <a:ext cx="6912768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Nosotros asistimos todos los días a clases de la señorita Carmen para que ella nos enseñé a leer.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 ¿Qué profesión tiene la señorita     Carmen? </a:t>
            </a:r>
            <a:endParaRPr b="1" sz="32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169" name="Google Shape;16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3757" y="3607281"/>
            <a:ext cx="2417023" cy="19819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70" name="Google Shape;17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2889" y="3607280"/>
            <a:ext cx="1800868" cy="2260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cocinera" id="171" name="Google Shape;17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0152" y="3607280"/>
            <a:ext cx="1833988" cy="2246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 txBox="1"/>
          <p:nvPr/>
        </p:nvSpPr>
        <p:spPr>
          <a:xfrm>
            <a:off x="1223628" y="1052736"/>
            <a:ext cx="6912768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Su cuerpo es peludito, es muy buen saltarín, come y come zanahoria hasta el fin.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 ¿ Qué animal es?</a:t>
            </a:r>
            <a:endParaRPr/>
          </a:p>
        </p:txBody>
      </p:sp>
      <p:pic>
        <p:nvPicPr>
          <p:cNvPr descr="Resultado de imagen para dibujo de conejito color" id="180" name="Google Shape;1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5656" y="3200970"/>
            <a:ext cx="1698657" cy="23762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81" name="Google Shape;181;p10"/>
          <p:cNvPicPr preferRelativeResize="0"/>
          <p:nvPr/>
        </p:nvPicPr>
        <p:blipFill rotWithShape="1">
          <a:blip r:embed="rId5">
            <a:alphaModFix/>
          </a:blip>
          <a:srcRect b="0" l="0" r="16545" t="0"/>
          <a:stretch/>
        </p:blipFill>
        <p:spPr>
          <a:xfrm>
            <a:off x="3190725" y="3274098"/>
            <a:ext cx="2355851" cy="2492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perro color" id="182" name="Google Shape;18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4326" y="3274098"/>
            <a:ext cx="2095500" cy="2323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cf0f9992c3_0_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8" name="Google Shape;188;gcf0f9992c3_0_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89" name="Google Shape;189;gcf0f9992c3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cf0f9992c3_0_15"/>
          <p:cNvSpPr txBox="1"/>
          <p:nvPr/>
        </p:nvSpPr>
        <p:spPr>
          <a:xfrm>
            <a:off x="1223628" y="1052736"/>
            <a:ext cx="6912900" cy="2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cf0f9992c3_0_15"/>
          <p:cNvSpPr txBox="1"/>
          <p:nvPr/>
        </p:nvSpPr>
        <p:spPr>
          <a:xfrm>
            <a:off x="1751675" y="1421175"/>
            <a:ext cx="5965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Estoy </a:t>
            </a:r>
            <a:r>
              <a:rPr lang="es-CL" sz="32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tomando</a:t>
            </a:r>
            <a:r>
              <a:rPr lang="es-CL" sz="32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 mi leche, un pan tostado y un yogurt.</a:t>
            </a:r>
            <a:endParaRPr sz="32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¿Qué momento del día es?</a:t>
            </a:r>
            <a:endParaRPr sz="32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cf0f9992c3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1663" y="3087000"/>
            <a:ext cx="2399626" cy="279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cf0f9992c3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8600" y="3331500"/>
            <a:ext cx="2468875" cy="24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cf0f9992c3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9" name="Google Shape;199;gcf0f9992c3_0_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00" name="Google Shape;200;gcf0f9992c3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cf0f9992c3_0_5"/>
          <p:cNvSpPr txBox="1"/>
          <p:nvPr/>
        </p:nvSpPr>
        <p:spPr>
          <a:xfrm>
            <a:off x="1223628" y="1052736"/>
            <a:ext cx="6912900" cy="2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cf0f9992c3_0_5"/>
          <p:cNvSpPr txBox="1"/>
          <p:nvPr/>
        </p:nvSpPr>
        <p:spPr>
          <a:xfrm>
            <a:off x="1900400" y="1252675"/>
            <a:ext cx="586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00FF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Me puse mi parka y las botas de agua para salir a la calle.</a:t>
            </a:r>
            <a:endParaRPr sz="3200">
              <a:solidFill>
                <a:srgbClr val="00FF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00FF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¿Cómo estaba el clima?</a:t>
            </a:r>
            <a:endParaRPr sz="3200">
              <a:solidFill>
                <a:srgbClr val="00FF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gcf0f9992c3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4575" y="3822850"/>
            <a:ext cx="2303450" cy="230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cf0f9992c3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5832" y="2793701"/>
            <a:ext cx="2611099" cy="213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cf0f9992c3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1325" y="3897200"/>
            <a:ext cx="1930699" cy="193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2019-03-22T19:10:02Z</dcterms:created>
  <dc:creator>Manuel Alvarado</dc:creator>
</cp:coreProperties>
</file>