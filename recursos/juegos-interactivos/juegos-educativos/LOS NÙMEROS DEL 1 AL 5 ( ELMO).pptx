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8" r:id="rId4"/>
    <p:sldId id="267" r:id="rId5"/>
    <p:sldId id="266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3C682-5A7C-4239-9FF1-E23701BA2C8A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4F61A-FE6B-4733-B9B8-7EA5EF63D60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75136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3C682-5A7C-4239-9FF1-E23701BA2C8A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4F61A-FE6B-4733-B9B8-7EA5EF63D60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92921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3C682-5A7C-4239-9FF1-E23701BA2C8A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4F61A-FE6B-4733-B9B8-7EA5EF63D60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69726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3C682-5A7C-4239-9FF1-E23701BA2C8A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4F61A-FE6B-4733-B9B8-7EA5EF63D60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2031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3C682-5A7C-4239-9FF1-E23701BA2C8A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4F61A-FE6B-4733-B9B8-7EA5EF63D60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09998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3C682-5A7C-4239-9FF1-E23701BA2C8A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4F61A-FE6B-4733-B9B8-7EA5EF63D60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15639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3C682-5A7C-4239-9FF1-E23701BA2C8A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4F61A-FE6B-4733-B9B8-7EA5EF63D60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93443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3C682-5A7C-4239-9FF1-E23701BA2C8A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4F61A-FE6B-4733-B9B8-7EA5EF63D60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93585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3C682-5A7C-4239-9FF1-E23701BA2C8A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4F61A-FE6B-4733-B9B8-7EA5EF63D60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76348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3C682-5A7C-4239-9FF1-E23701BA2C8A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4F61A-FE6B-4733-B9B8-7EA5EF63D60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36503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3C682-5A7C-4239-9FF1-E23701BA2C8A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4F61A-FE6B-4733-B9B8-7EA5EF63D60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50460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A3C682-5A7C-4239-9FF1-E23701BA2C8A}" type="datetimeFigureOut">
              <a:rPr lang="es-CL" smtClean="0"/>
              <a:t>17-06-2019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84F61A-FE6B-4733-B9B8-7EA5EF63D60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98771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46" y="0"/>
            <a:ext cx="9127054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 bwMode="auto">
          <a:xfrm>
            <a:off x="4831521" y="3789040"/>
            <a:ext cx="4312479" cy="1617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Imagen relacionad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2953499"/>
            <a:ext cx="2016224" cy="2954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4367444" y="2044005"/>
            <a:ext cx="450302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0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Hoy aprenderemos: </a:t>
            </a:r>
            <a:endParaRPr lang="es-ES" sz="40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6" name="5 Rectángulo"/>
          <p:cNvSpPr/>
          <p:nvPr/>
        </p:nvSpPr>
        <p:spPr>
          <a:xfrm>
            <a:off x="4319070" y="2751891"/>
            <a:ext cx="462261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oper Black" pitchFamily="18" charset="0"/>
              </a:rPr>
              <a:t>Los números</a:t>
            </a:r>
            <a:endParaRPr lang="es-ES" sz="5400" b="1" cap="none" spc="0" dirty="0">
              <a:ln w="1905"/>
              <a:solidFill>
                <a:srgbClr val="FF000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Cooper Black" pitchFamily="18" charset="0"/>
            </a:endParaRPr>
          </a:p>
        </p:txBody>
      </p:sp>
      <p:sp>
        <p:nvSpPr>
          <p:cNvPr id="9" name="8 Llamada ovalada"/>
          <p:cNvSpPr/>
          <p:nvPr/>
        </p:nvSpPr>
        <p:spPr>
          <a:xfrm>
            <a:off x="611560" y="1628800"/>
            <a:ext cx="3024336" cy="1123091"/>
          </a:xfrm>
          <a:prstGeom prst="wedgeEllipseCallout">
            <a:avLst>
              <a:gd name="adj1" fmla="val 25136"/>
              <a:gd name="adj2" fmla="val 78715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b="1" dirty="0" smtClean="0">
                <a:solidFill>
                  <a:schemeClr val="tx1"/>
                </a:solidFill>
              </a:rPr>
              <a:t>Que divertido es aprender los número del 1 al 5</a:t>
            </a:r>
            <a:endParaRPr lang="es-CL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0563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46" y="0"/>
            <a:ext cx="9127054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 descr="Resultado de imagen para dibujo de los numeros del 1 al 5 a color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075" b="50000"/>
          <a:stretch/>
        </p:blipFill>
        <p:spPr bwMode="auto">
          <a:xfrm>
            <a:off x="1115616" y="1976041"/>
            <a:ext cx="2423562" cy="2789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Resultado de imagen para dibujo de elm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2204864"/>
            <a:ext cx="3052323" cy="3325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4908055" y="1052736"/>
            <a:ext cx="326544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200" b="1" cap="none" spc="0" dirty="0" smtClean="0">
                <a:ln w="1905"/>
                <a:solidFill>
                  <a:srgbClr val="FFFF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Qué número es?</a:t>
            </a:r>
            <a:endParaRPr lang="es-ES" sz="3200" b="1" cap="none" spc="0" dirty="0">
              <a:ln w="1905"/>
              <a:solidFill>
                <a:srgbClr val="FFFF0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65553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46" y="0"/>
            <a:ext cx="9127054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4" descr="Resultado de imagen para dibujo de los numeros del 1 al 5 a color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60" r="59952" b="50000"/>
          <a:stretch/>
        </p:blipFill>
        <p:spPr bwMode="auto">
          <a:xfrm>
            <a:off x="1187624" y="1949747"/>
            <a:ext cx="2448272" cy="2588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Imagen relacionad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2268181"/>
            <a:ext cx="1584176" cy="2321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Imagen relacionad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8264" y="2268181"/>
            <a:ext cx="1933575" cy="2833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4908055" y="1052736"/>
            <a:ext cx="326544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200" b="1" cap="none" spc="0" dirty="0" smtClean="0">
                <a:ln w="1905"/>
                <a:solidFill>
                  <a:srgbClr val="FFFF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Qué número es?</a:t>
            </a:r>
            <a:endParaRPr lang="es-ES" sz="3200" b="1" cap="none" spc="0" dirty="0">
              <a:ln w="1905"/>
              <a:solidFill>
                <a:srgbClr val="FFFF0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652119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46" y="0"/>
            <a:ext cx="9127054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4" descr="Resultado de imagen para dibujo de los numeros del 1 al 5 a color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154" r="40276" b="50000"/>
          <a:stretch/>
        </p:blipFill>
        <p:spPr bwMode="auto">
          <a:xfrm>
            <a:off x="1403648" y="1954117"/>
            <a:ext cx="2376264" cy="2649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4" name="Picture 2" descr="Resultado de imagen para dibujo de elm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1954117"/>
            <a:ext cx="2942421" cy="1738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Resultado de imagen para dibujo de elmo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3919085"/>
            <a:ext cx="2315000" cy="1368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Resultado de imagen para dibujo de elmo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272" y="3464902"/>
            <a:ext cx="1926006" cy="1692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4908055" y="1052736"/>
            <a:ext cx="326544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200" b="1" cap="none" spc="0" dirty="0" smtClean="0">
                <a:ln w="1905"/>
                <a:solidFill>
                  <a:srgbClr val="FFFF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Qué número es?</a:t>
            </a:r>
            <a:endParaRPr lang="es-ES" sz="3200" b="1" cap="none" spc="0" dirty="0">
              <a:ln w="1905"/>
              <a:solidFill>
                <a:srgbClr val="FFFF0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65211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46" y="0"/>
            <a:ext cx="9127054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4" descr="Resultado de imagen para dibujo de los numeros del 1 al 5 a color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711" r="21145" b="50000"/>
          <a:stretch/>
        </p:blipFill>
        <p:spPr bwMode="auto">
          <a:xfrm>
            <a:off x="1187624" y="2008063"/>
            <a:ext cx="2448272" cy="2655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8" name="Picture 2" descr="Imagen relacionad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2172452"/>
            <a:ext cx="1899150" cy="1800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Imagen relacionad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8016" y="2104219"/>
            <a:ext cx="1954552" cy="1852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Imagen relacionad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3972914"/>
            <a:ext cx="1913361" cy="1813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Imagen relacionada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4063338"/>
            <a:ext cx="1782009" cy="1689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8 Rectángulo"/>
          <p:cNvSpPr/>
          <p:nvPr/>
        </p:nvSpPr>
        <p:spPr>
          <a:xfrm>
            <a:off x="4908055" y="1052736"/>
            <a:ext cx="326544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200" b="1" cap="none" spc="0" dirty="0" smtClean="0">
                <a:ln w="1905"/>
                <a:solidFill>
                  <a:srgbClr val="FFFF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Qué número es?</a:t>
            </a:r>
            <a:endParaRPr lang="es-ES" sz="3200" b="1" cap="none" spc="0" dirty="0">
              <a:ln w="1905"/>
              <a:solidFill>
                <a:srgbClr val="FFFF0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65211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46" y="0"/>
            <a:ext cx="9127054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4" descr="Resultado de imagen para dibujo de los numeros del 1 al 5 a color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611" b="50000"/>
          <a:stretch/>
        </p:blipFill>
        <p:spPr bwMode="auto">
          <a:xfrm>
            <a:off x="1043606" y="2220503"/>
            <a:ext cx="2812197" cy="2880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Imagen relacionad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4653" y="2060849"/>
            <a:ext cx="1429515" cy="1429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Imagen relacionad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4383" y="2129039"/>
            <a:ext cx="1429515" cy="1429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Imagen relacionad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5081" y="4365104"/>
            <a:ext cx="1429515" cy="1429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Imagen relacionad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2531" y="4386064"/>
            <a:ext cx="1429515" cy="1429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Imagen relacionad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4596" y="3253273"/>
            <a:ext cx="1429515" cy="1429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11 Rectángulo"/>
          <p:cNvSpPr/>
          <p:nvPr/>
        </p:nvSpPr>
        <p:spPr>
          <a:xfrm>
            <a:off x="4908055" y="1052736"/>
            <a:ext cx="326544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200" b="1" cap="none" spc="0" dirty="0" smtClean="0">
                <a:ln w="1905"/>
                <a:solidFill>
                  <a:srgbClr val="FFFF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Qué número es?</a:t>
            </a:r>
            <a:endParaRPr lang="es-ES" sz="3200" b="1" cap="none" spc="0" dirty="0">
              <a:ln w="1905"/>
              <a:solidFill>
                <a:srgbClr val="FFFF0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652119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46" y="0"/>
            <a:ext cx="9127054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4908055" y="1052736"/>
            <a:ext cx="326544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200" b="1" cap="none" spc="0" dirty="0" smtClean="0">
                <a:ln w="1905"/>
                <a:solidFill>
                  <a:srgbClr val="FFFF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Qué número es?</a:t>
            </a:r>
            <a:endParaRPr lang="es-ES" sz="3200" b="1" cap="none" spc="0" dirty="0">
              <a:ln w="1905"/>
              <a:solidFill>
                <a:srgbClr val="FFFF0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6" name="Picture 4" descr="Resultado de imagen para dibujo de los numeros del 1 al 5 a color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075" b="50000"/>
          <a:stretch/>
        </p:blipFill>
        <p:spPr bwMode="auto">
          <a:xfrm>
            <a:off x="1115616" y="1976041"/>
            <a:ext cx="2423562" cy="2789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6 CuadroTexto"/>
          <p:cNvSpPr txBox="1"/>
          <p:nvPr/>
        </p:nvSpPr>
        <p:spPr>
          <a:xfrm>
            <a:off x="4283968" y="2204864"/>
            <a:ext cx="4536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 smtClean="0"/>
              <a:t>Actividad:  </a:t>
            </a:r>
            <a:r>
              <a:rPr lang="es-CL" dirty="0" smtClean="0"/>
              <a:t>Encierra la cantidad de galletas según el número. </a:t>
            </a:r>
            <a:endParaRPr lang="es-CL" dirty="0"/>
          </a:p>
        </p:txBody>
      </p:sp>
      <p:pic>
        <p:nvPicPr>
          <p:cNvPr id="18434" name="Picture 2" descr="Imagen relacionad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0008" y="3021169"/>
            <a:ext cx="1741577" cy="1744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Imagen relacionada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8202" y="3412506"/>
            <a:ext cx="1363199" cy="1365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3048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46" y="0"/>
            <a:ext cx="9127054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4908055" y="1052736"/>
            <a:ext cx="326544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200" b="1" cap="none" spc="0" dirty="0" smtClean="0">
                <a:ln w="1905"/>
                <a:solidFill>
                  <a:srgbClr val="FFFF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Qué número es?</a:t>
            </a:r>
            <a:endParaRPr lang="es-ES" sz="3200" b="1" cap="none" spc="0" dirty="0">
              <a:ln w="1905"/>
              <a:solidFill>
                <a:srgbClr val="FFFF0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6" name="Picture 2" descr="Imagen relacionad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8976" y="2822833"/>
            <a:ext cx="1923384" cy="1212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Imagen relacionad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280" y="4040844"/>
            <a:ext cx="1728192" cy="1393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Imagen relacionada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7285" y="4035166"/>
            <a:ext cx="1632723" cy="1399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Resultado de imagen para dibujo de los numeros del 1 al 5 a color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60" r="59952" b="50000"/>
          <a:stretch/>
        </p:blipFill>
        <p:spPr bwMode="auto">
          <a:xfrm>
            <a:off x="1883976" y="2602800"/>
            <a:ext cx="1751919" cy="1852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Resultado de imagen para dibujo de los numeros del 1 al 5 a color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154" r="40276" b="50000"/>
          <a:stretch/>
        </p:blipFill>
        <p:spPr bwMode="auto">
          <a:xfrm>
            <a:off x="2080463" y="4410100"/>
            <a:ext cx="1569999" cy="1572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10 CuadroTexto"/>
          <p:cNvSpPr txBox="1"/>
          <p:nvPr/>
        </p:nvSpPr>
        <p:spPr>
          <a:xfrm>
            <a:off x="4283968" y="1967482"/>
            <a:ext cx="48600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 smtClean="0"/>
              <a:t>Actividad: </a:t>
            </a:r>
            <a:r>
              <a:rPr lang="es-CL" dirty="0" smtClean="0"/>
              <a:t>Cuenta la cantidad de galletas y marca con una ( x) el número que corresponda.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934980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46" y="0"/>
            <a:ext cx="9127054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4908055" y="1052736"/>
            <a:ext cx="326544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200" b="1" cap="none" spc="0" dirty="0" smtClean="0">
                <a:ln w="1905"/>
                <a:solidFill>
                  <a:srgbClr val="FFFF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Qué número es?</a:t>
            </a:r>
            <a:endParaRPr lang="es-ES" sz="3200" b="1" cap="none" spc="0" dirty="0">
              <a:ln w="1905"/>
              <a:solidFill>
                <a:srgbClr val="FFFF0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6" name="Picture 4" descr="Resultado de imagen para dibujo de los numeros del 1 al 5 a color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711" r="21145" b="50000"/>
          <a:stretch/>
        </p:blipFill>
        <p:spPr bwMode="auto">
          <a:xfrm>
            <a:off x="1191250" y="2276872"/>
            <a:ext cx="2448272" cy="2655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Imagen relacionad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1482" y="2740726"/>
            <a:ext cx="1649299" cy="1039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Imagen relacionad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9264" y="3892510"/>
            <a:ext cx="1649299" cy="1039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Imagen relacionad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6132" y="4846661"/>
            <a:ext cx="1649299" cy="1039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Imagen relacionad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0395" y="2634673"/>
            <a:ext cx="1649299" cy="1039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Imagen relacionad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0765" y="3807087"/>
            <a:ext cx="1649299" cy="1039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Imagen relacionad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0362" y="4846661"/>
            <a:ext cx="1649299" cy="1039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12 CuadroTexto"/>
          <p:cNvSpPr txBox="1"/>
          <p:nvPr/>
        </p:nvSpPr>
        <p:spPr>
          <a:xfrm>
            <a:off x="4106588" y="1953706"/>
            <a:ext cx="4536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 smtClean="0"/>
              <a:t>Actividad:  </a:t>
            </a:r>
            <a:r>
              <a:rPr lang="es-CL" dirty="0" smtClean="0"/>
              <a:t>Encierra la cantidad de galletas según el número. 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4348278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46" y="0"/>
            <a:ext cx="9127054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4908055" y="1052736"/>
            <a:ext cx="326544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200" b="1" cap="none" spc="0" dirty="0" smtClean="0">
                <a:ln w="1905"/>
                <a:solidFill>
                  <a:srgbClr val="FFFF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Qué número es?</a:t>
            </a:r>
            <a:endParaRPr lang="es-ES" sz="3200" b="1" cap="none" spc="0" dirty="0">
              <a:ln w="1905"/>
              <a:solidFill>
                <a:srgbClr val="FFFF0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6" name="Picture 4" descr="Resultado de imagen para dibujo de los numeros del 1 al 5 a color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611" b="50000"/>
          <a:stretch/>
        </p:blipFill>
        <p:spPr bwMode="auto">
          <a:xfrm>
            <a:off x="1331640" y="2420888"/>
            <a:ext cx="2592290" cy="2655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6 CuadroTexto"/>
          <p:cNvSpPr txBox="1"/>
          <p:nvPr/>
        </p:nvSpPr>
        <p:spPr>
          <a:xfrm>
            <a:off x="4283968" y="1967482"/>
            <a:ext cx="48600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 smtClean="0"/>
              <a:t>Actividad: </a:t>
            </a:r>
            <a:r>
              <a:rPr lang="es-CL" dirty="0" smtClean="0"/>
              <a:t>Dibuja la cantidad de galletas según el número indicado. 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8937321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46" y="0"/>
            <a:ext cx="9127054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4908055" y="1052736"/>
            <a:ext cx="326544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200" b="1" cap="none" spc="0" dirty="0" smtClean="0">
                <a:ln w="1905"/>
                <a:solidFill>
                  <a:srgbClr val="FFFF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Qué número es?</a:t>
            </a:r>
            <a:endParaRPr lang="es-ES" sz="3200" b="1" cap="none" spc="0" dirty="0">
              <a:ln w="1905"/>
              <a:solidFill>
                <a:srgbClr val="FFFF0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6" name="Picture 4" descr="Resultado de imagen para dibujo de los numeros del 1 al 5 a color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154" r="40276" b="50000"/>
          <a:stretch/>
        </p:blipFill>
        <p:spPr bwMode="auto">
          <a:xfrm>
            <a:off x="1418393" y="2276872"/>
            <a:ext cx="2376264" cy="2649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6 CuadroTexto"/>
          <p:cNvSpPr txBox="1"/>
          <p:nvPr/>
        </p:nvSpPr>
        <p:spPr>
          <a:xfrm>
            <a:off x="4106588" y="1953706"/>
            <a:ext cx="4536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 smtClean="0"/>
              <a:t>Actividad:  </a:t>
            </a:r>
            <a:r>
              <a:rPr lang="es-CL" dirty="0" smtClean="0"/>
              <a:t>Encierra la cantidad de </a:t>
            </a:r>
            <a:r>
              <a:rPr lang="es-CL" dirty="0"/>
              <a:t>E</a:t>
            </a:r>
            <a:r>
              <a:rPr lang="es-CL" dirty="0" smtClean="0"/>
              <a:t>lmo según el número. </a:t>
            </a:r>
            <a:endParaRPr lang="es-CL" dirty="0"/>
          </a:p>
        </p:txBody>
      </p:sp>
      <p:pic>
        <p:nvPicPr>
          <p:cNvPr id="14338" name="Picture 2" descr="Resultado de imagen para elmo dibuj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733" y="2579433"/>
            <a:ext cx="1547812" cy="1547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0" name="Picture 4" descr="Resultado de imagen para elmo dibuj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1685" y="3008263"/>
            <a:ext cx="1358001" cy="13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Resultado de imagen para elmo dibuj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1544" y="4280394"/>
            <a:ext cx="1358001" cy="13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Resultado de imagen para elmo dibuj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3636" y="4303020"/>
            <a:ext cx="1358001" cy="13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Resultado de imagen para elmo dibuj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5310" y="2579433"/>
            <a:ext cx="1358001" cy="13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Resultado de imagen para elmo dibuj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0437" y="4304481"/>
            <a:ext cx="1358001" cy="13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60864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46" y="0"/>
            <a:ext cx="9127054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4908055" y="1052736"/>
            <a:ext cx="326544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200" b="1" cap="none" spc="0" dirty="0" smtClean="0">
                <a:ln w="1905"/>
                <a:solidFill>
                  <a:srgbClr val="FFFF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Qué número es?</a:t>
            </a:r>
            <a:endParaRPr lang="es-ES" sz="3200" b="1" cap="none" spc="0" dirty="0">
              <a:ln w="1905"/>
              <a:solidFill>
                <a:srgbClr val="FFFF0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6" name="Picture 4" descr="Resultado de imagen para dibujo de los numeros del 1 al 5 a color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711" r="21145" b="50000"/>
          <a:stretch/>
        </p:blipFill>
        <p:spPr bwMode="auto">
          <a:xfrm>
            <a:off x="1331640" y="2564904"/>
            <a:ext cx="2448272" cy="2655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6 CuadroTexto"/>
          <p:cNvSpPr txBox="1"/>
          <p:nvPr/>
        </p:nvSpPr>
        <p:spPr>
          <a:xfrm>
            <a:off x="4106588" y="1953706"/>
            <a:ext cx="4536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 smtClean="0"/>
              <a:t>Actividad:  </a:t>
            </a:r>
            <a:r>
              <a:rPr lang="es-CL" dirty="0" smtClean="0"/>
              <a:t>Encierra la cantidad de </a:t>
            </a:r>
            <a:r>
              <a:rPr lang="es-CL" dirty="0"/>
              <a:t>E</a:t>
            </a:r>
            <a:r>
              <a:rPr lang="es-CL" dirty="0" smtClean="0"/>
              <a:t>lmo según el número. </a:t>
            </a:r>
            <a:endParaRPr lang="es-CL" dirty="0"/>
          </a:p>
        </p:txBody>
      </p:sp>
      <p:pic>
        <p:nvPicPr>
          <p:cNvPr id="8" name="Picture 2" descr="Resultado de imagen para elmo dibuj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5088" y="2580686"/>
            <a:ext cx="1547812" cy="1547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sultado de imagen para elmo dibuj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3815" y="2667796"/>
            <a:ext cx="1373592" cy="1373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sultado de imagen para elmo dibuj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3815" y="4153719"/>
            <a:ext cx="1547812" cy="1547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sultado de imagen para elmo dibuj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7470" y="4207890"/>
            <a:ext cx="1703307" cy="1547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Resultado de imagen para elmo dibuj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5721" y="3198616"/>
            <a:ext cx="1387788" cy="1387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17067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46" y="0"/>
            <a:ext cx="9127054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4908055" y="1052736"/>
            <a:ext cx="326544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200" b="1" cap="none" spc="0" dirty="0" smtClean="0">
                <a:ln w="1905"/>
                <a:solidFill>
                  <a:srgbClr val="FFFF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Qué número es?</a:t>
            </a:r>
            <a:endParaRPr lang="es-ES" sz="3200" b="1" cap="none" spc="0" dirty="0">
              <a:ln w="1905"/>
              <a:solidFill>
                <a:srgbClr val="FFFF0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7" name="Picture 4" descr="Resultado de imagen para dibujo de los numeros del 1 al 5 a color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60" r="59952" b="50000"/>
          <a:stretch/>
        </p:blipFill>
        <p:spPr bwMode="auto">
          <a:xfrm>
            <a:off x="1883977" y="2602801"/>
            <a:ext cx="1607904" cy="1700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Resultado de imagen para dibujo de los numeros del 1 al 5 a color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154" t="4822" r="40276" b="50000"/>
          <a:stretch/>
        </p:blipFill>
        <p:spPr bwMode="auto">
          <a:xfrm>
            <a:off x="1982271" y="4302888"/>
            <a:ext cx="1526913" cy="1696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sultado de imagen para elmo dibuj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5694" y="4145579"/>
            <a:ext cx="1704207" cy="1704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sultado de imagen para elmo dibuj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8172" y="2782028"/>
            <a:ext cx="1559291" cy="1559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sultado de imagen para elmo dibuj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7958" y="4193906"/>
            <a:ext cx="1657761" cy="1539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11 CuadroTexto"/>
          <p:cNvSpPr txBox="1"/>
          <p:nvPr/>
        </p:nvSpPr>
        <p:spPr>
          <a:xfrm>
            <a:off x="4283968" y="2123121"/>
            <a:ext cx="48600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 smtClean="0"/>
              <a:t>Actividad: </a:t>
            </a:r>
            <a:r>
              <a:rPr lang="es-CL" dirty="0" smtClean="0"/>
              <a:t>Cuenta la cantidad de galletas y marca con una ( x) el número que corresponda.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1301449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46" y="0"/>
            <a:ext cx="9127054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4908055" y="1052736"/>
            <a:ext cx="326544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200" b="1" cap="none" spc="0" dirty="0" smtClean="0">
                <a:ln w="1905"/>
                <a:solidFill>
                  <a:srgbClr val="FFFF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Qué número es?</a:t>
            </a:r>
            <a:endParaRPr lang="es-ES" sz="3200" b="1" cap="none" spc="0" dirty="0">
              <a:ln w="1905"/>
              <a:solidFill>
                <a:srgbClr val="FFFF0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6" name="Picture 4" descr="Resultado de imagen para dibujo de los numeros del 1 al 5 a color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711" r="21145" b="50000"/>
          <a:stretch/>
        </p:blipFill>
        <p:spPr bwMode="auto">
          <a:xfrm>
            <a:off x="1331640" y="2564904"/>
            <a:ext cx="2448272" cy="2655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Resultado de imagen para elmo dibuj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9878" y="3056186"/>
            <a:ext cx="1547812" cy="1547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sultado de imagen para elmo dibuj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0820" y="3034690"/>
            <a:ext cx="1587563" cy="158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9 CuadroTexto"/>
          <p:cNvSpPr txBox="1"/>
          <p:nvPr/>
        </p:nvSpPr>
        <p:spPr>
          <a:xfrm>
            <a:off x="4283968" y="2132856"/>
            <a:ext cx="48600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 smtClean="0"/>
              <a:t>Actividad:  </a:t>
            </a:r>
            <a:r>
              <a:rPr lang="es-CL" dirty="0" smtClean="0"/>
              <a:t>Con la ayuda de tu profesor/a identifica cuántos Elmo faltan para completar la cantidad indicada.  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6382583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46" y="0"/>
            <a:ext cx="9127054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 descr="Resultado de imagen para dibujo de los numeros del 1 al 5 a color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611" b="50000"/>
          <a:stretch/>
        </p:blipFill>
        <p:spPr bwMode="auto">
          <a:xfrm>
            <a:off x="1403648" y="3037561"/>
            <a:ext cx="2350720" cy="2407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CuadroTexto"/>
          <p:cNvSpPr txBox="1"/>
          <p:nvPr/>
        </p:nvSpPr>
        <p:spPr>
          <a:xfrm>
            <a:off x="4283968" y="2132856"/>
            <a:ext cx="48600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 smtClean="0"/>
              <a:t>Actividad:  </a:t>
            </a:r>
            <a:r>
              <a:rPr lang="es-CL" dirty="0" smtClean="0"/>
              <a:t>Con la ayuda de tu profesor/a identifica cuántos Elmo faltan para completar la cantidad indicada.  </a:t>
            </a:r>
            <a:endParaRPr lang="es-CL" dirty="0"/>
          </a:p>
        </p:txBody>
      </p:sp>
      <p:pic>
        <p:nvPicPr>
          <p:cNvPr id="7" name="Picture 2" descr="Resultado de imagen para elmo dibuj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9878" y="3056186"/>
            <a:ext cx="1308918" cy="1308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Resultado de imagen para elmo dibuj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8796" y="3056186"/>
            <a:ext cx="1308918" cy="1308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sultado de imagen para elmo dibuj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328" y="3093971"/>
            <a:ext cx="1308918" cy="1308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567246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210</Words>
  <Application>Microsoft Office PowerPoint</Application>
  <PresentationFormat>Presentación en pantalla (4:3)</PresentationFormat>
  <Paragraphs>25</Paragraphs>
  <Slides>15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6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Alvarado</dc:creator>
  <cp:lastModifiedBy>Manuel Alvarado</cp:lastModifiedBy>
  <cp:revision>6</cp:revision>
  <dcterms:created xsi:type="dcterms:W3CDTF">2019-06-17T20:54:23Z</dcterms:created>
  <dcterms:modified xsi:type="dcterms:W3CDTF">2019-06-17T22:28:03Z</dcterms:modified>
</cp:coreProperties>
</file>