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2851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9633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08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7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2156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7492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180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656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7860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36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112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5CC1B-8063-44F9-A9E3-3E13EA09607E}" type="datetimeFigureOut">
              <a:rPr lang="es-CL" smtClean="0"/>
              <a:t>27-12-2019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7B427-4220-494A-B1AA-BCAC6F5FF6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769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210"/>
            <a:ext cx="9144000" cy="6872209"/>
          </a:xfrm>
          <a:prstGeom prst="rect">
            <a:avLst/>
          </a:prstGeom>
          <a:solidFill>
            <a:srgbClr val="FF0000"/>
          </a:solidFill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3 Rectángulo"/>
          <p:cNvSpPr/>
          <p:nvPr/>
        </p:nvSpPr>
        <p:spPr>
          <a:xfrm>
            <a:off x="1763688" y="1135836"/>
            <a:ext cx="4692054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solidFill>
                  <a:srgbClr val="FFFF00"/>
                </a:solidFill>
                <a:latin typeface="Gloucester MT Extra Condensed" pitchFamily="18" charset="0"/>
              </a:rPr>
              <a:t>Jugando con las sílabas</a:t>
            </a:r>
            <a:endParaRPr lang="es-ES" sz="5400" b="1" cap="none" spc="0" dirty="0">
              <a:ln w="11430"/>
              <a:solidFill>
                <a:srgbClr val="FFFF00"/>
              </a:solidFill>
              <a:latin typeface="Gloucester MT Extra Condensed" pitchFamily="18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655676" y="2708920"/>
            <a:ext cx="49080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 smtClean="0">
                <a:latin typeface="Gabriola" pitchFamily="82" charset="0"/>
              </a:rPr>
              <a:t>ÀMBITO: Comunicación Integral </a:t>
            </a:r>
          </a:p>
          <a:p>
            <a:pPr algn="ctr"/>
            <a:r>
              <a:rPr lang="es-CL" sz="3200" b="1" dirty="0" smtClean="0">
                <a:latin typeface="Gabriola" pitchFamily="82" charset="0"/>
              </a:rPr>
              <a:t>NÙCLEO: Lenguaje Verbal </a:t>
            </a:r>
            <a:endParaRPr lang="es-CL" sz="3200" b="1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08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73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887561"/>
            <a:ext cx="2736304" cy="299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1115616" y="1340768"/>
            <a:ext cx="72008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OBJETIVO DE APRENDIZAJE:  </a:t>
            </a:r>
          </a:p>
          <a:p>
            <a:endParaRPr lang="es-CL" b="1" dirty="0" smtClean="0"/>
          </a:p>
          <a:p>
            <a:r>
              <a:rPr lang="es-CL" sz="2000" dirty="0" smtClean="0">
                <a:latin typeface="Arial" pitchFamily="34" charset="0"/>
                <a:cs typeface="Arial" pitchFamily="34" charset="0"/>
              </a:rPr>
              <a:t>Descubrir en contextos lúdicos fonológicos de palabras conocidas, tales como conteo de palabras segmentación y conteo de sílabas de sonidos finales e iniciales.   </a:t>
            </a:r>
          </a:p>
          <a:p>
            <a:endParaRPr lang="es-CL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4572000" y="3436752"/>
            <a:ext cx="3312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Separa en sílabas la palabra presentada y marca con una (x) el número que corresponda a la cantidad. 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128168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3" name="AutoShape 2" descr="Resultado de imagen para dibujo de so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4" descr="Resultado de imagen para dibujo de sol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102" name="Picture 6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0" t="6602" r="12403" b="5992"/>
          <a:stretch/>
        </p:blipFill>
        <p:spPr bwMode="auto">
          <a:xfrm>
            <a:off x="2915816" y="1844824"/>
            <a:ext cx="3552021" cy="320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240087" y="5030197"/>
            <a:ext cx="12731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SOL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12976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27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472911" y="5151440"/>
            <a:ext cx="25737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CHOCLO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246" name="Picture 6" descr="Resultado de imagen para dibujo de CHOCL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8" t="6684" r="23887" b="17193"/>
          <a:stretch/>
        </p:blipFill>
        <p:spPr bwMode="auto">
          <a:xfrm>
            <a:off x="3114700" y="1916832"/>
            <a:ext cx="3022814" cy="323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7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12976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23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4020476" y="5030197"/>
            <a:ext cx="17123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TREN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403" y="1998480"/>
            <a:ext cx="4159717" cy="285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7020272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12976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021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039568" y="5030197"/>
            <a:ext cx="3674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PRIMAVERA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4" name="AutoShape 2" descr="Resultado de imagen para dibujo de PRIMAVE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Resultado de imagen para dibujo de PRIMAVER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198" name="Picture 6" descr="Resultado de imagen para dibujo de PRIMAVERA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8" t="9169" r="9820" b="11644"/>
          <a:stretch/>
        </p:blipFill>
        <p:spPr bwMode="auto">
          <a:xfrm>
            <a:off x="2800159" y="2243858"/>
            <a:ext cx="4152964" cy="253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12976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52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333108" y="5030197"/>
            <a:ext cx="3087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MAPACHE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717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9" y="1988840"/>
            <a:ext cx="3888432" cy="321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12976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13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073231" y="5030197"/>
            <a:ext cx="36068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UNICORNIO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6146" name="Picture 2" descr="Resultado de imagen para dibujo de UNICORNI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" t="10372" r="4181" b="11984"/>
          <a:stretch/>
        </p:blipFill>
        <p:spPr bwMode="auto">
          <a:xfrm>
            <a:off x="2483768" y="1762655"/>
            <a:ext cx="4302371" cy="339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12976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46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726323" y="5030197"/>
            <a:ext cx="23006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ÀRBOL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5122" name="Picture 2" descr="Resultado de imagen para DIBUJO DE ARBO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8" t="1608" r="18648"/>
          <a:stretch/>
        </p:blipFill>
        <p:spPr bwMode="auto">
          <a:xfrm>
            <a:off x="2915816" y="1988840"/>
            <a:ext cx="357554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12976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387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2752853" y="5030197"/>
            <a:ext cx="424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HIPOPOTAMO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5362" name="Picture 2" descr="Resultado de imagen para DIBUJO DE HIPOPOTAM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6"/>
          <a:stretch/>
        </p:blipFill>
        <p:spPr bwMode="auto">
          <a:xfrm>
            <a:off x="2535319" y="2060848"/>
            <a:ext cx="4307227" cy="307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7035095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12976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33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3318841" y="5030197"/>
            <a:ext cx="31155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CAMELLO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4338" name="Picture 2" descr="Resultado de imagen para DIBUJO DE CAMELL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14" r="23537"/>
          <a:stretch/>
        </p:blipFill>
        <p:spPr bwMode="auto">
          <a:xfrm>
            <a:off x="3024999" y="1959224"/>
            <a:ext cx="3703282" cy="3070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12976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52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3620527" y="5030197"/>
            <a:ext cx="25122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ORUGA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3314" name="Picture 2" descr="Resultado de imagen para DIBUJO DE ORUG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858997"/>
            <a:ext cx="4032448" cy="3240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12976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916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4056799" y="5030197"/>
            <a:ext cx="16396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PALA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2292" name="Picture 4" descr="Resultado de imagen para DIBUJO DE pal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17" r="27369"/>
          <a:stretch/>
        </p:blipFill>
        <p:spPr bwMode="auto">
          <a:xfrm rot="3833722">
            <a:off x="3931905" y="1638381"/>
            <a:ext cx="1530220" cy="419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475657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501522" y="3426743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593058" y="4862053"/>
            <a:ext cx="942262" cy="127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47120" y="3250590"/>
            <a:ext cx="1190065" cy="1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72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3453974" y="5030197"/>
            <a:ext cx="28453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CARTERA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1266" name="Picture 2" descr="Resultado de imagen para DIBUJO DE carter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8" b="6681"/>
          <a:stretch/>
        </p:blipFill>
        <p:spPr bwMode="auto">
          <a:xfrm>
            <a:off x="2883314" y="1844823"/>
            <a:ext cx="3992941" cy="3185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197185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233947" y="3307614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310494" y="4895463"/>
            <a:ext cx="880703" cy="119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72397" y="3323423"/>
            <a:ext cx="1094618" cy="141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23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6" descr="Resultado de imagen para numeros 1 a 10 colo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3" name="Picture 4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t="24822" r="63520" b="49585"/>
          <a:stretch/>
        </p:blipFill>
        <p:spPr bwMode="auto">
          <a:xfrm>
            <a:off x="1197185" y="1844824"/>
            <a:ext cx="792088" cy="16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1" t="23080" r="42897" b="50102"/>
          <a:stretch/>
        </p:blipFill>
        <p:spPr bwMode="auto">
          <a:xfrm>
            <a:off x="1233947" y="3307614"/>
            <a:ext cx="1033798" cy="137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6" t="24134" r="24896" b="50502"/>
          <a:stretch/>
        </p:blipFill>
        <p:spPr bwMode="auto">
          <a:xfrm>
            <a:off x="1310494" y="4895463"/>
            <a:ext cx="880703" cy="119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1" t="24917" r="3624" b="50000"/>
          <a:stretch/>
        </p:blipFill>
        <p:spPr bwMode="auto">
          <a:xfrm>
            <a:off x="6847120" y="1863078"/>
            <a:ext cx="1085227" cy="134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51455" r="77767" b="23455"/>
          <a:stretch/>
        </p:blipFill>
        <p:spPr bwMode="auto">
          <a:xfrm>
            <a:off x="6872397" y="3323423"/>
            <a:ext cx="1094618" cy="141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4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4" t="52180" r="61663" b="24485"/>
          <a:stretch/>
        </p:blipFill>
        <p:spPr bwMode="auto">
          <a:xfrm>
            <a:off x="7008139" y="4808165"/>
            <a:ext cx="958876" cy="136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29 Rectángulo"/>
          <p:cNvSpPr/>
          <p:nvPr/>
        </p:nvSpPr>
        <p:spPr>
          <a:xfrm>
            <a:off x="1053734" y="1075383"/>
            <a:ext cx="6878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Cuántas sílabas tiene?</a:t>
            </a:r>
            <a:endParaRPr lang="es-ES" sz="4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1044" name="Picture 20" descr="Resultado de imagen para maleta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836" y="2143327"/>
            <a:ext cx="3084408" cy="253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31 Rectángulo"/>
          <p:cNvSpPr/>
          <p:nvPr/>
        </p:nvSpPr>
        <p:spPr>
          <a:xfrm>
            <a:off x="3453974" y="5030197"/>
            <a:ext cx="28453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CARTERA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02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142</Words>
  <Application>Microsoft Office PowerPoint</Application>
  <PresentationFormat>Presentación en pantalla (4:3)</PresentationFormat>
  <Paragraphs>33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10</cp:revision>
  <dcterms:created xsi:type="dcterms:W3CDTF">2019-12-27T16:04:05Z</dcterms:created>
  <dcterms:modified xsi:type="dcterms:W3CDTF">2019-12-27T23:10:12Z</dcterms:modified>
</cp:coreProperties>
</file>