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83" r:id="rId3"/>
    <p:sldId id="285" r:id="rId4"/>
    <p:sldId id="284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62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3" r:id="rId33"/>
    <p:sldId id="312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1" r:id="rId52"/>
    <p:sldId id="332" r:id="rId53"/>
    <p:sldId id="333" r:id="rId54"/>
    <p:sldId id="334" r:id="rId55"/>
    <p:sldId id="335" r:id="rId56"/>
    <p:sldId id="336" r:id="rId57"/>
    <p:sldId id="337" r:id="rId58"/>
    <p:sldId id="338" r:id="rId59"/>
    <p:sldId id="339" r:id="rId60"/>
    <p:sldId id="340" r:id="rId61"/>
    <p:sldId id="341" r:id="rId62"/>
    <p:sldId id="342" r:id="rId63"/>
    <p:sldId id="343" r:id="rId64"/>
    <p:sldId id="344" r:id="rId65"/>
    <p:sldId id="345" r:id="rId66"/>
  </p:sldIdLst>
  <p:sldSz cx="6858000" cy="9144000" type="letter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225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viewProps" Target="viewProps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theme" Target="theme/theme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presProps" Target="presProps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400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558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6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847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245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9039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392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079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044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264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212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7504D-82C4-45AC-B29A-566729D76A44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29A44-7F68-46B7-951E-C77D72EEE9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378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11" Type="http://schemas.openxmlformats.org/officeDocument/2006/relationships/image" Target="../media/image8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11" Type="http://schemas.openxmlformats.org/officeDocument/2006/relationships/image" Target="../media/image8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11" Type="http://schemas.openxmlformats.org/officeDocument/2006/relationships/image" Target="../media/image8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2.wav" /><Relationship Id="rId7" Type="http://schemas.openxmlformats.org/officeDocument/2006/relationships/image" Target="../media/image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11" Type="http://schemas.openxmlformats.org/officeDocument/2006/relationships/image" Target="../media/image8.gif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 /><Relationship Id="rId3" Type="http://schemas.openxmlformats.org/officeDocument/2006/relationships/image" Target="../media/image1.png" /><Relationship Id="rId7" Type="http://schemas.openxmlformats.org/officeDocument/2006/relationships/image" Target="../media/image5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gif" /><Relationship Id="rId5" Type="http://schemas.openxmlformats.org/officeDocument/2006/relationships/image" Target="../media/image3.gif" /><Relationship Id="rId4" Type="http://schemas.openxmlformats.org/officeDocument/2006/relationships/image" Target="../media/image2.gif" /><Relationship Id="rId9" Type="http://schemas.openxmlformats.org/officeDocument/2006/relationships/image" Target="../media/image7.gif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 /><Relationship Id="rId3" Type="http://schemas.openxmlformats.org/officeDocument/2006/relationships/image" Target="../media/image1.png" /><Relationship Id="rId7" Type="http://schemas.openxmlformats.org/officeDocument/2006/relationships/image" Target="../media/image5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gif" /><Relationship Id="rId5" Type="http://schemas.openxmlformats.org/officeDocument/2006/relationships/image" Target="../media/image3.gif" /><Relationship Id="rId10" Type="http://schemas.openxmlformats.org/officeDocument/2006/relationships/image" Target="../media/image8.gif" /><Relationship Id="rId4" Type="http://schemas.openxmlformats.org/officeDocument/2006/relationships/image" Target="../media/image2.gif" /><Relationship Id="rId9" Type="http://schemas.openxmlformats.org/officeDocument/2006/relationships/image" Target="../media/image7.gif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 /><Relationship Id="rId3" Type="http://schemas.openxmlformats.org/officeDocument/2006/relationships/audio" Target="../media/audio1.wav" /><Relationship Id="rId7" Type="http://schemas.openxmlformats.org/officeDocument/2006/relationships/image" Target="../media/image4.gif" /><Relationship Id="rId2" Type="http://schemas.openxmlformats.org/officeDocument/2006/relationships/audio" Target="../media/audio4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.gif" /><Relationship Id="rId11" Type="http://schemas.openxmlformats.org/officeDocument/2006/relationships/audio" Target="../media/audio4.wav" /><Relationship Id="rId5" Type="http://schemas.openxmlformats.org/officeDocument/2006/relationships/image" Target="../media/image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6.gif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11" Type="http://schemas.openxmlformats.org/officeDocument/2006/relationships/image" Target="../media/image8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11" Type="http://schemas.openxmlformats.org/officeDocument/2006/relationships/image" Target="../media/image8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11" Type="http://schemas.openxmlformats.org/officeDocument/2006/relationships/image" Target="../media/image8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2.wav" /><Relationship Id="rId7" Type="http://schemas.openxmlformats.org/officeDocument/2006/relationships/image" Target="../media/image1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11" Type="http://schemas.openxmlformats.org/officeDocument/2006/relationships/image" Target="../media/image8.gif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 /><Relationship Id="rId3" Type="http://schemas.openxmlformats.org/officeDocument/2006/relationships/image" Target="../media/image1.png" /><Relationship Id="rId7" Type="http://schemas.openxmlformats.org/officeDocument/2006/relationships/image" Target="../media/image1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gif" /><Relationship Id="rId5" Type="http://schemas.openxmlformats.org/officeDocument/2006/relationships/image" Target="../media/image12.gif" /><Relationship Id="rId4" Type="http://schemas.openxmlformats.org/officeDocument/2006/relationships/image" Target="../media/image11.gif" /><Relationship Id="rId9" Type="http://schemas.openxmlformats.org/officeDocument/2006/relationships/image" Target="../media/image7.gif" 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 /><Relationship Id="rId3" Type="http://schemas.openxmlformats.org/officeDocument/2006/relationships/image" Target="../media/image1.png" /><Relationship Id="rId7" Type="http://schemas.openxmlformats.org/officeDocument/2006/relationships/image" Target="../media/image1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gif" /><Relationship Id="rId5" Type="http://schemas.openxmlformats.org/officeDocument/2006/relationships/image" Target="../media/image12.gif" /><Relationship Id="rId10" Type="http://schemas.openxmlformats.org/officeDocument/2006/relationships/image" Target="../media/image8.gif" /><Relationship Id="rId4" Type="http://schemas.openxmlformats.org/officeDocument/2006/relationships/image" Target="../media/image11.gif" /><Relationship Id="rId9" Type="http://schemas.openxmlformats.org/officeDocument/2006/relationships/image" Target="../media/image7.gif" 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 /><Relationship Id="rId3" Type="http://schemas.openxmlformats.org/officeDocument/2006/relationships/audio" Target="../media/audio1.wav" /><Relationship Id="rId7" Type="http://schemas.openxmlformats.org/officeDocument/2006/relationships/image" Target="../media/image13.gif" /><Relationship Id="rId2" Type="http://schemas.openxmlformats.org/officeDocument/2006/relationships/audio" Target="../media/audio4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gif" /><Relationship Id="rId11" Type="http://schemas.openxmlformats.org/officeDocument/2006/relationships/audio" Target="../media/audio4.wav" /><Relationship Id="rId5" Type="http://schemas.openxmlformats.org/officeDocument/2006/relationships/image" Target="../media/image11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15.gif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12" Type="http://schemas.openxmlformats.org/officeDocument/2006/relationships/image" Target="../media/image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12" Type="http://schemas.openxmlformats.org/officeDocument/2006/relationships/image" Target="../media/image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12" Type="http://schemas.openxmlformats.org/officeDocument/2006/relationships/image" Target="../media/image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2.wav" /><Relationship Id="rId7" Type="http://schemas.openxmlformats.org/officeDocument/2006/relationships/image" Target="../media/image18.gif" /><Relationship Id="rId12" Type="http://schemas.openxmlformats.org/officeDocument/2006/relationships/image" Target="../media/image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 /><Relationship Id="rId3" Type="http://schemas.openxmlformats.org/officeDocument/2006/relationships/image" Target="../media/image1.png" /><Relationship Id="rId7" Type="http://schemas.openxmlformats.org/officeDocument/2006/relationships/image" Target="../media/image19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.gif" /><Relationship Id="rId5" Type="http://schemas.openxmlformats.org/officeDocument/2006/relationships/image" Target="../media/image17.gif" /><Relationship Id="rId10" Type="http://schemas.openxmlformats.org/officeDocument/2006/relationships/image" Target="../media/image7.gif" /><Relationship Id="rId4" Type="http://schemas.openxmlformats.org/officeDocument/2006/relationships/image" Target="../media/image16.jpeg" /><Relationship Id="rId9" Type="http://schemas.openxmlformats.org/officeDocument/2006/relationships/image" Target="../media/image21.gif" 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 /><Relationship Id="rId3" Type="http://schemas.openxmlformats.org/officeDocument/2006/relationships/image" Target="../media/image1.png" /><Relationship Id="rId7" Type="http://schemas.openxmlformats.org/officeDocument/2006/relationships/image" Target="../media/image19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8.gif" /><Relationship Id="rId11" Type="http://schemas.openxmlformats.org/officeDocument/2006/relationships/image" Target="../media/image8.gif" /><Relationship Id="rId5" Type="http://schemas.openxmlformats.org/officeDocument/2006/relationships/image" Target="../media/image17.gif" /><Relationship Id="rId10" Type="http://schemas.openxmlformats.org/officeDocument/2006/relationships/image" Target="../media/image7.gif" /><Relationship Id="rId4" Type="http://schemas.openxmlformats.org/officeDocument/2006/relationships/image" Target="../media/image16.jpeg" /><Relationship Id="rId9" Type="http://schemas.openxmlformats.org/officeDocument/2006/relationships/image" Target="../media/image21.gif" 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 /><Relationship Id="rId3" Type="http://schemas.openxmlformats.org/officeDocument/2006/relationships/audio" Target="../media/audio1.wav" /><Relationship Id="rId7" Type="http://schemas.openxmlformats.org/officeDocument/2006/relationships/image" Target="../media/image18.gif" /><Relationship Id="rId2" Type="http://schemas.openxmlformats.org/officeDocument/2006/relationships/audio" Target="../media/audio4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gif" /><Relationship Id="rId11" Type="http://schemas.openxmlformats.org/officeDocument/2006/relationships/audio" Target="../media/audio4.wav" /><Relationship Id="rId5" Type="http://schemas.openxmlformats.org/officeDocument/2006/relationships/image" Target="../media/image16.jpeg" /><Relationship Id="rId10" Type="http://schemas.openxmlformats.org/officeDocument/2006/relationships/image" Target="../media/image21.gif" /><Relationship Id="rId4" Type="http://schemas.openxmlformats.org/officeDocument/2006/relationships/image" Target="../media/image1.png" /><Relationship Id="rId9" Type="http://schemas.openxmlformats.org/officeDocument/2006/relationships/image" Target="../media/image20.gif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 /><Relationship Id="rId3" Type="http://schemas.openxmlformats.org/officeDocument/2006/relationships/audio" Target="../media/audio2.wav" /><Relationship Id="rId7" Type="http://schemas.openxmlformats.org/officeDocument/2006/relationships/image" Target="../media/image23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2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6.gif" /><Relationship Id="rId4" Type="http://schemas.openxmlformats.org/officeDocument/2006/relationships/image" Target="../media/image1.png" /><Relationship Id="rId9" Type="http://schemas.openxmlformats.org/officeDocument/2006/relationships/image" Target="../media/image25.gif" 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 /><Relationship Id="rId3" Type="http://schemas.openxmlformats.org/officeDocument/2006/relationships/audio" Target="../media/audio2.wav" /><Relationship Id="rId7" Type="http://schemas.openxmlformats.org/officeDocument/2006/relationships/image" Target="../media/image23.gif" /><Relationship Id="rId12" Type="http://schemas.openxmlformats.org/officeDocument/2006/relationships/image" Target="../media/image8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2.gif" /><Relationship Id="rId11" Type="http://schemas.openxmlformats.org/officeDocument/2006/relationships/image" Target="../media/image7.gif" /><Relationship Id="rId5" Type="http://schemas.openxmlformats.org/officeDocument/2006/relationships/image" Target="../media/image16.jpeg" /><Relationship Id="rId10" Type="http://schemas.openxmlformats.org/officeDocument/2006/relationships/image" Target="../media/image26.gif" /><Relationship Id="rId4" Type="http://schemas.openxmlformats.org/officeDocument/2006/relationships/image" Target="../media/image1.png" /><Relationship Id="rId9" Type="http://schemas.openxmlformats.org/officeDocument/2006/relationships/image" Target="../media/image25.gif" 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11" Type="http://schemas.openxmlformats.org/officeDocument/2006/relationships/image" Target="../media/image8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11" Type="http://schemas.openxmlformats.org/officeDocument/2006/relationships/image" Target="../media/image8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11" Type="http://schemas.openxmlformats.org/officeDocument/2006/relationships/image" Target="../media/image8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11" Type="http://schemas.openxmlformats.org/officeDocument/2006/relationships/image" Target="../media/image8.gif" /><Relationship Id="rId5" Type="http://schemas.openxmlformats.org/officeDocument/2006/relationships/image" Target="../media/image22.gif" /><Relationship Id="rId10" Type="http://schemas.openxmlformats.org/officeDocument/2006/relationships/image" Target="../media/image7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gif" /><Relationship Id="rId3" Type="http://schemas.openxmlformats.org/officeDocument/2006/relationships/audio" Target="../media/audio2.wav" /><Relationship Id="rId7" Type="http://schemas.openxmlformats.org/officeDocument/2006/relationships/image" Target="../media/image24.gif" /><Relationship Id="rId2" Type="http://schemas.openxmlformats.org/officeDocument/2006/relationships/audio" Target="../media/audio1.wav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gif" /><Relationship Id="rId5" Type="http://schemas.openxmlformats.org/officeDocument/2006/relationships/image" Target="../media/image22.gif" /><Relationship Id="rId4" Type="http://schemas.openxmlformats.org/officeDocument/2006/relationships/image" Target="../media/image1.png" /><Relationship Id="rId9" Type="http://schemas.openxmlformats.org/officeDocument/2006/relationships/image" Target="../media/image26.gif" 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 /><Relationship Id="rId2" Type="http://schemas.openxmlformats.org/officeDocument/2006/relationships/audio" Target="../media/audio3.wav" /><Relationship Id="rId1" Type="http://schemas.openxmlformats.org/officeDocument/2006/relationships/slideLayout" Target="../slideLayouts/slideLayout2.xml" /><Relationship Id="rId5" Type="http://schemas.openxmlformats.org/officeDocument/2006/relationships/audio" Target="../media/audio3.wav" /><Relationship Id="rId4" Type="http://schemas.openxmlformats.org/officeDocument/2006/relationships/image" Target="../media/image10.gi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063113"/>
              </p:ext>
            </p:extLst>
          </p:nvPr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761161" y="739684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KG Blank Space Sketch" panose="02000000000000000000" pitchFamily="2" charset="0"/>
              </a:rPr>
              <a:t>Elige la sílaba para completar la palabra</a:t>
            </a:r>
          </a:p>
        </p:txBody>
      </p:sp>
      <p:sp>
        <p:nvSpPr>
          <p:cNvPr id="16" name="Rectángulo 15"/>
          <p:cNvSpPr/>
          <p:nvPr/>
        </p:nvSpPr>
        <p:spPr>
          <a:xfrm>
            <a:off x="144232" y="7962117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44232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537601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362452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6744" y="483971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075746" y="106346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5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537601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362452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472312" y="932185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22589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1195" y="-1178166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33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537601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362452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099316" y="2442538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761161" y="739684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KG Blank Space Sketch" panose="02000000000000000000" pitchFamily="2" charset="0"/>
              </a:rPr>
              <a:t>Elige la sílaba para completar la palabra</a:t>
            </a:r>
          </a:p>
        </p:txBody>
      </p:sp>
    </p:spTree>
    <p:extLst>
      <p:ext uri="{BB962C8B-B14F-4D97-AF65-F5344CB8AC3E}">
        <p14:creationId xmlns:p14="http://schemas.microsoft.com/office/powerpoint/2010/main" val="238116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362452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460522" y="2253094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pic>
        <p:nvPicPr>
          <p:cNvPr id="39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uadroTexto 39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50470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1195" y="-1178166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84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4362452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143175" y="378234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761161" y="739684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KG Blank Space Sketch" panose="02000000000000000000" pitchFamily="2" charset="0"/>
              </a:rPr>
              <a:t>Elige la sílaba para completar la palabra</a:t>
            </a:r>
          </a:p>
        </p:txBody>
      </p:sp>
    </p:spTree>
    <p:extLst>
      <p:ext uri="{BB962C8B-B14F-4D97-AF65-F5344CB8AC3E}">
        <p14:creationId xmlns:p14="http://schemas.microsoft.com/office/powerpoint/2010/main" val="283215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511306" y="365500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80157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1195" y="-1178166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37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5750385" y="807709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066804" y="4975674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680946" y="3687661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mono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761161" y="739684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KG Blank Space Sketch" panose="02000000000000000000" pitchFamily="2" charset="0"/>
              </a:rPr>
              <a:t>Elige la sílaba para completar la palabra</a:t>
            </a:r>
          </a:p>
        </p:txBody>
      </p:sp>
    </p:spTree>
    <p:extLst>
      <p:ext uri="{BB962C8B-B14F-4D97-AF65-F5344CB8AC3E}">
        <p14:creationId xmlns:p14="http://schemas.microsoft.com/office/powerpoint/2010/main" val="1867413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54446" y="50230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4025269" y="499342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680946" y="3687661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mono</a:t>
            </a:r>
          </a:p>
        </p:txBody>
      </p:sp>
      <p:pic>
        <p:nvPicPr>
          <p:cNvPr id="41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537509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1195" y="-1178166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04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041192" y="809342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54446" y="50230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117971" y="6258744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680946" y="3687661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mono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453928" y="4993920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muñeca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761161" y="739684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KG Blank Space Sketch" panose="02000000000000000000" pitchFamily="2" charset="0"/>
              </a:rPr>
              <a:t>Elige la sílaba para completar la palabra</a:t>
            </a:r>
          </a:p>
        </p:txBody>
      </p:sp>
    </p:spTree>
    <p:extLst>
      <p:ext uri="{BB962C8B-B14F-4D97-AF65-F5344CB8AC3E}">
        <p14:creationId xmlns:p14="http://schemas.microsoft.com/office/powerpoint/2010/main" val="92517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02046" y="626703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54446" y="50230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530362" y="6238971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680946" y="3687661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mono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453928" y="4993920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muñeca</a:t>
            </a:r>
          </a:p>
        </p:txBody>
      </p:sp>
      <p:pic>
        <p:nvPicPr>
          <p:cNvPr id="42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73531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1195" y="-1178166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0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885111" y="8755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885111" y="9687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7030A0"/>
                </a:solidFill>
                <a:latin typeface="KG Blank Space Sketch" panose="02000000000000000000" pitchFamily="2" charset="0"/>
              </a:rPr>
              <a:t>ma</a:t>
            </a:r>
            <a:endParaRPr lang="es-MX" sz="3600" dirty="0">
              <a:solidFill>
                <a:srgbClr val="7030A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888635" y="227096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me</a:t>
            </a:r>
          </a:p>
        </p:txBody>
      </p:sp>
      <p:sp>
        <p:nvSpPr>
          <p:cNvPr id="66" name="CuadroTexto 65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2002046" y="626703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mi</a:t>
            </a:r>
          </a:p>
        </p:txBody>
      </p:sp>
      <p:sp>
        <p:nvSpPr>
          <p:cNvPr id="67" name="CuadroTexto 6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894221" y="371788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1">
                    <a:lumMod val="75000"/>
                  </a:schemeClr>
                </a:solidFill>
                <a:latin typeface="KG Blank Space Sketch" panose="02000000000000000000" pitchFamily="2" charset="0"/>
              </a:rPr>
              <a:t>mo</a:t>
            </a:r>
            <a:endParaRPr lang="es-MX" sz="3600" dirty="0">
              <a:solidFill>
                <a:schemeClr val="accent1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54446" y="50230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mu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-12561" y="114299"/>
            <a:ext cx="1910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64003" y="561811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20" y="229283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no</a:t>
            </a: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ñeca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el</a:t>
            </a:r>
          </a:p>
        </p:txBody>
      </p:sp>
      <p:pic>
        <p:nvPicPr>
          <p:cNvPr id="1026" name="Picture 2" descr="Resultado de imagen para man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147" y="465028"/>
            <a:ext cx="1890346" cy="1530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mesa animad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1861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moño animada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65" y="3254831"/>
            <a:ext cx="1346129" cy="1331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muñeca animada gif"/>
          <p:cNvPicPr>
            <a:picLocks noChangeAspect="1" noChangeArrowheads="1" noCrop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93" y="4599736"/>
            <a:ext cx="1512728" cy="137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para miel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60" y="5950978"/>
            <a:ext cx="1383534" cy="127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530362" y="6238971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/>
          <p:cNvSpPr txBox="1"/>
          <p:nvPr/>
        </p:nvSpPr>
        <p:spPr>
          <a:xfrm>
            <a:off x="4615058" y="104435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mano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4656492" y="230336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mesa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680946" y="3687661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mono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326527" y="4993920"/>
            <a:ext cx="2335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´muñeca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4750914" y="6323375"/>
            <a:ext cx="2207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miel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166800" y="7473957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3309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>
        <p:sndAc>
          <p:stSnd>
            <p:snd r:embed="rId2" name="Efecto de sonido bien win ganador acierto.wav"/>
          </p:stSnd>
        </p:sndAc>
      </p:transition>
    </mc:Choice>
    <mc:Fallback xmlns="">
      <p:transition spd="slow" advClick="0" advTm="7000">
        <p:sndAc>
          <p:stSnd>
            <p:snd r:embed="rId11" name="Efecto de sonido bien win ganador acierto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0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44232" y="7962117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68958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59851" y="8076996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019981" y="64356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573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59851" y="8076996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591407" y="995524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31995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65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659851" y="8076996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080493" y="2175261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</p:spTree>
    <p:extLst>
      <p:ext uri="{BB962C8B-B14F-4D97-AF65-F5344CB8AC3E}">
        <p14:creationId xmlns:p14="http://schemas.microsoft.com/office/powerpoint/2010/main" val="96323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913374" y="2296516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56949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46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452979" y="3635567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</p:spTree>
    <p:extLst>
      <p:ext uri="{BB962C8B-B14F-4D97-AF65-F5344CB8AC3E}">
        <p14:creationId xmlns:p14="http://schemas.microsoft.com/office/powerpoint/2010/main" val="3740390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65694" y="3652304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</p:spTree>
    <p:extLst>
      <p:ext uri="{BB962C8B-B14F-4D97-AF65-F5344CB8AC3E}">
        <p14:creationId xmlns:p14="http://schemas.microsoft.com/office/powerpoint/2010/main" val="27390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92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372978" y="502641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671414" y="3713412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suma</a:t>
            </a:r>
          </a:p>
        </p:txBody>
      </p:sp>
    </p:spTree>
    <p:extLst>
      <p:ext uri="{BB962C8B-B14F-4D97-AF65-F5344CB8AC3E}">
        <p14:creationId xmlns:p14="http://schemas.microsoft.com/office/powerpoint/2010/main" val="1168866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9225" y="501101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36567" y="499342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671414" y="3713412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suma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2902447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54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9225" y="501101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475285" y="6174489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671414" y="3713412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suma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4826632" y="4953686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silla</a:t>
            </a:r>
          </a:p>
        </p:txBody>
      </p:sp>
    </p:spTree>
    <p:extLst>
      <p:ext uri="{BB962C8B-B14F-4D97-AF65-F5344CB8AC3E}">
        <p14:creationId xmlns:p14="http://schemas.microsoft.com/office/powerpoint/2010/main" val="365461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9225" y="501101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5026" y="627151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16704" y="623897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671414" y="3713412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suma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4826632" y="4953686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silla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654003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97518" y="100484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sa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91076" y="229157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se</a:t>
            </a:r>
          </a:p>
        </p:txBody>
      </p:sp>
      <p:sp>
        <p:nvSpPr>
          <p:cNvPr id="66" name="CuadroTexto 65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2109225" y="501101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C00000"/>
                </a:solidFill>
                <a:latin typeface="KG Blank Space Sketch" panose="02000000000000000000" pitchFamily="2" charset="0"/>
              </a:rPr>
              <a:t>si</a:t>
            </a:r>
          </a:p>
        </p:txBody>
      </p:sp>
      <p:sp>
        <p:nvSpPr>
          <p:cNvPr id="67" name="CuadroTexto 6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2055026" y="627151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3">
                    <a:lumMod val="50000"/>
                  </a:schemeClr>
                </a:solidFill>
                <a:latin typeface="KG Blank Space Sketch" panose="02000000000000000000" pitchFamily="2" charset="0"/>
              </a:rPr>
              <a:t>so</a:t>
            </a:r>
          </a:p>
        </p:txBody>
      </p:sp>
      <p:sp>
        <p:nvSpPr>
          <p:cNvPr id="68" name="CuadroTexto 67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2030556" y="36805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su</a:t>
            </a:r>
          </a:p>
        </p:txBody>
      </p:sp>
      <p:sp>
        <p:nvSpPr>
          <p:cNvPr id="69" name="CuadroTexto 68"/>
          <p:cNvSpPr txBox="1"/>
          <p:nvPr/>
        </p:nvSpPr>
        <p:spPr>
          <a:xfrm>
            <a:off x="6682" y="114299"/>
            <a:ext cx="1861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milla</a:t>
            </a: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026" name="Picture 2" descr="Resultado de imagen para sapo animada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60" y="558591"/>
            <a:ext cx="1552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n para semilla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8" y="1995834"/>
            <a:ext cx="1212412" cy="12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Resultado de imagen para suma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4" name="AutoShape 6" descr="Resultado de imagen para suma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5" name="AutoShape 8" descr="Resultado de imagen para suma 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2058" name="Picture 10" descr="Resultado de imagen para sumas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" y="3401692"/>
            <a:ext cx="1622916" cy="104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n relacionada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49" y="4640529"/>
            <a:ext cx="1612454" cy="122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sopa animada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" y="5972419"/>
            <a:ext cx="1530936" cy="123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16704" y="623897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sapo</a:t>
            </a:r>
          </a:p>
        </p:txBody>
      </p:sp>
      <p:sp>
        <p:nvSpPr>
          <p:cNvPr id="43" name="CuadroTexto 42"/>
          <p:cNvSpPr txBox="1"/>
          <p:nvPr/>
        </p:nvSpPr>
        <p:spPr>
          <a:xfrm>
            <a:off x="4483548" y="2310179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semilla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671414" y="3713412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suma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4826632" y="4953686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silla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52297" y="6305234"/>
            <a:ext cx="194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sopa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166800" y="7473957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330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>
        <p:sndAc>
          <p:stSnd>
            <p:snd r:embed="rId2" name="Efecto de sonido bien win ganador acierto.wav"/>
          </p:stSnd>
        </p:sndAc>
      </p:transition>
    </mc:Choice>
    <mc:Fallback xmlns="">
      <p:transition spd="slow" advClick="0" advTm="7000">
        <p:sndAc>
          <p:stSnd>
            <p:snd r:embed="rId11" name="Efecto de sonido bien win ganador acierto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6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44232" y="7962117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68958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342735" y="96549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72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22334" y="960423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255978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72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123741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483548" y="806610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104718" y="2261261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</p:spTree>
    <p:extLst>
      <p:ext uri="{BB962C8B-B14F-4D97-AF65-F5344CB8AC3E}">
        <p14:creationId xmlns:p14="http://schemas.microsoft.com/office/powerpoint/2010/main" val="3629957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3735280" y="7981273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882233" y="8085266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16705" y="2296561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pic>
        <p:nvPicPr>
          <p:cNvPr id="44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CuadroTexto 45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2935266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24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3735280" y="7981273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869309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237215" y="3649230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</p:spTree>
    <p:extLst>
      <p:ext uri="{BB962C8B-B14F-4D97-AF65-F5344CB8AC3E}">
        <p14:creationId xmlns:p14="http://schemas.microsoft.com/office/powerpoint/2010/main" val="1878101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19142" y="3684607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42126645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26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5882361" y="807699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226157" y="5070320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41015" y="3707851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pollo</a:t>
            </a:r>
          </a:p>
        </p:txBody>
      </p:sp>
    </p:spTree>
    <p:extLst>
      <p:ext uri="{BB962C8B-B14F-4D97-AF65-F5344CB8AC3E}">
        <p14:creationId xmlns:p14="http://schemas.microsoft.com/office/powerpoint/2010/main" val="4152615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505277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25494" y="4993422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41015" y="3707851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pollo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723588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06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642377" y="80553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505277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424055" y="6173878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41015" y="3707851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pollo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4726660" y="504749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puma</a:t>
            </a:r>
          </a:p>
        </p:txBody>
      </p:sp>
    </p:spTree>
    <p:extLst>
      <p:ext uri="{BB962C8B-B14F-4D97-AF65-F5344CB8AC3E}">
        <p14:creationId xmlns:p14="http://schemas.microsoft.com/office/powerpoint/2010/main" val="1436337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75112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997518" y="505277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86004" y="6226900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41015" y="3707851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pollo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4726660" y="504749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puma</a:t>
            </a:r>
          </a:p>
        </p:txBody>
      </p:sp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593051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88793" y="986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50"/>
                </a:solidFill>
                <a:latin typeface="KG Blank Space Sketch" panose="02000000000000000000" pitchFamily="2" charset="0"/>
              </a:rPr>
              <a:t>pa</a:t>
            </a:r>
            <a:endParaRPr lang="es-MX" sz="3600" dirty="0">
              <a:solidFill>
                <a:srgbClr val="00B05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5" name="CuadroTexto 64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75112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pe</a:t>
            </a:r>
          </a:p>
        </p:txBody>
      </p:sp>
      <p:sp>
        <p:nvSpPr>
          <p:cNvPr id="66" name="CuadroTexto 65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2053257" y="230166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0000"/>
                </a:solidFill>
                <a:latin typeface="KG Blank Space Sketch" panose="02000000000000000000" pitchFamily="2" charset="0"/>
              </a:rPr>
              <a:t>pi</a:t>
            </a:r>
          </a:p>
        </p:txBody>
      </p:sp>
      <p:sp>
        <p:nvSpPr>
          <p:cNvPr id="67" name="CuadroTexto 66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88793" y="3715091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rgbClr val="00B0F0"/>
                </a:solidFill>
                <a:latin typeface="KG Blank Space Sketch" panose="02000000000000000000" pitchFamily="2" charset="0"/>
              </a:rPr>
              <a:t>po</a:t>
            </a:r>
            <a:endParaRPr lang="es-MX" sz="3600" dirty="0">
              <a:solidFill>
                <a:srgbClr val="00B0F0"/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3" name="correcto   Efecto de sonido[1].wav"/>
            </a:hlinkClick>
          </p:cNvPr>
          <p:cNvSpPr txBox="1"/>
          <p:nvPr/>
        </p:nvSpPr>
        <p:spPr>
          <a:xfrm>
            <a:off x="1997518" y="5052770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accent2">
                    <a:lumMod val="75000"/>
                  </a:schemeClr>
                </a:solidFill>
                <a:latin typeface="KG Blank Space Sketch" panose="02000000000000000000" pitchFamily="2" charset="0"/>
              </a:rPr>
              <a:t>pu</a:t>
            </a:r>
            <a:endParaRPr lang="es-MX" sz="3600" dirty="0">
              <a:solidFill>
                <a:schemeClr val="accent2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14741" y="131659"/>
            <a:ext cx="2013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pá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zza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llo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sa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sultado de imagen para papá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0" y="637519"/>
            <a:ext cx="1639021" cy="14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pizza gif"/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" y="2009470"/>
            <a:ext cx="1534045" cy="124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Resultado de imagen para poll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76" name="Picture 8" descr="Resultado de imagen para poll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" y="3430271"/>
            <a:ext cx="1573760" cy="11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8202" y="4785541"/>
            <a:ext cx="1972163" cy="10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2" descr="Resultado de imagen para pesa animado 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182" name="Picture 14" descr="Resultado de imagen para pesa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" y="5203663"/>
            <a:ext cx="1694005" cy="181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687678" y="1033148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papá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1016" y="230810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pizza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4741015" y="3707851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pollo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4726660" y="504749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puma</a:t>
            </a:r>
          </a:p>
        </p:txBody>
      </p:sp>
      <p:sp>
        <p:nvSpPr>
          <p:cNvPr id="48" name="CuadroTexto 47"/>
          <p:cNvSpPr txBox="1"/>
          <p:nvPr/>
        </p:nvSpPr>
        <p:spPr>
          <a:xfrm>
            <a:off x="4726659" y="6408349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pesa</a:t>
            </a:r>
          </a:p>
        </p:txBody>
      </p:sp>
      <p:sp>
        <p:nvSpPr>
          <p:cNvPr id="49" name="CuadroTexto 48"/>
          <p:cNvSpPr txBox="1"/>
          <p:nvPr/>
        </p:nvSpPr>
        <p:spPr>
          <a:xfrm>
            <a:off x="166800" y="7473957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1583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>
        <p:sndAc>
          <p:stSnd>
            <p:snd r:embed="rId2" name="Efecto de sonido bien win ganador acierto.wav"/>
          </p:stSnd>
        </p:sndAc>
      </p:transition>
    </mc:Choice>
    <mc:Fallback xmlns="">
      <p:transition spd="slow" advClick="0" advTm="7000">
        <p:sndAc>
          <p:stSnd>
            <p:snd r:embed="rId11" name="Efecto de sonido bien win ganador acierto.wav"/>
          </p:stSnd>
        </p:sndAc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00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6" name="Rectángulo 15"/>
          <p:cNvSpPr/>
          <p:nvPr/>
        </p:nvSpPr>
        <p:spPr>
          <a:xfrm>
            <a:off x="144232" y="7962117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46974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750092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917279" y="8061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399598" y="968827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408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750092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5917279" y="8061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42" name="Picture 22" descr="La imagen puede contener: text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73" y="7364867"/>
            <a:ext cx="423759" cy="458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12005" y="951938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uadroTexto 40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535215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24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Rectángulo 62"/>
          <p:cNvSpPr/>
          <p:nvPr/>
        </p:nvSpPr>
        <p:spPr>
          <a:xfrm>
            <a:off x="573541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750092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5917279" y="80612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451389" y="2186520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</p:spTree>
    <p:extLst>
      <p:ext uri="{BB962C8B-B14F-4D97-AF65-F5344CB8AC3E}">
        <p14:creationId xmlns:p14="http://schemas.microsoft.com/office/powerpoint/2010/main" val="3128828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1750092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685646" y="2257518"/>
            <a:ext cx="867870" cy="72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pic>
        <p:nvPicPr>
          <p:cNvPr id="38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0119121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2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1" name="Rectángulo 60"/>
          <p:cNvSpPr/>
          <p:nvPr/>
        </p:nvSpPr>
        <p:spPr>
          <a:xfrm>
            <a:off x="153896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1750092" y="808784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282278" y="3547264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</p:spTree>
    <p:extLst>
      <p:ext uri="{BB962C8B-B14F-4D97-AF65-F5344CB8AC3E}">
        <p14:creationId xmlns:p14="http://schemas.microsoft.com/office/powerpoint/2010/main" val="34345283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</a:rPr>
              <a:t>lo</a:t>
            </a: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810067" y="3618643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pic>
        <p:nvPicPr>
          <p:cNvPr id="38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17054056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89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2" name="Rectángulo 61"/>
          <p:cNvSpPr/>
          <p:nvPr/>
        </p:nvSpPr>
        <p:spPr>
          <a:xfrm>
            <a:off x="4336595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4569721" y="806199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  <a:hlinkClick r:id="" action="ppaction://hlinkshowjump?jump=nextslide">
                  <a:snd r:embed="rId2" name="correcto   Efecto de sonido[1].wav"/>
                </a:hlinkClick>
              </a:rPr>
              <a:t>lo</a:t>
            </a:r>
            <a:endParaRPr lang="es-MX" sz="3600" dirty="0">
              <a:solidFill>
                <a:schemeClr val="accent6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353036" y="4952563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7740" y="371135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lego</a:t>
            </a:r>
          </a:p>
        </p:txBody>
      </p:sp>
    </p:spTree>
    <p:extLst>
      <p:ext uri="{BB962C8B-B14F-4D97-AF65-F5344CB8AC3E}">
        <p14:creationId xmlns:p14="http://schemas.microsoft.com/office/powerpoint/2010/main" val="29063000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2110429" y="503470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  <a:hlinkClick r:id="" action="ppaction://hlinkshowjump?jump=nextslide">
                  <a:snd r:embed="rId2" name="correcto   Efecto de sonido[1].wav"/>
                </a:hlinkClick>
              </a:rPr>
              <a:t>lo</a:t>
            </a:r>
            <a:endParaRPr lang="es-MX" sz="3600" dirty="0">
              <a:solidFill>
                <a:schemeClr val="accent6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744319" y="4903690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7740" y="371135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lego</a:t>
            </a:r>
          </a:p>
        </p:txBody>
      </p:sp>
      <p:pic>
        <p:nvPicPr>
          <p:cNvPr id="38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2793947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6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64" name="Rectángulo 63"/>
          <p:cNvSpPr/>
          <p:nvPr/>
        </p:nvSpPr>
        <p:spPr>
          <a:xfrm>
            <a:off x="2937780" y="7962115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3210142" y="8072214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2110429" y="503470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  <a:hlinkClick r:id="" action="ppaction://hlinkshowjump?jump=nextslide">
                  <a:snd r:embed="rId2" name="correcto   Efecto de sonido[1].wav"/>
                </a:hlinkClick>
              </a:rPr>
              <a:t>lo</a:t>
            </a:r>
            <a:endParaRPr lang="es-MX" sz="3600" dirty="0">
              <a:solidFill>
                <a:schemeClr val="accent6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1382361" y="6173138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7740" y="371135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lego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4783449" y="4992460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loro</a:t>
            </a:r>
          </a:p>
        </p:txBody>
      </p:sp>
    </p:spTree>
    <p:extLst>
      <p:ext uri="{BB962C8B-B14F-4D97-AF65-F5344CB8AC3E}">
        <p14:creationId xmlns:p14="http://schemas.microsoft.com/office/powerpoint/2010/main" val="2549875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27616" y="624010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2110429" y="503470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  <a:hlinkClick r:id="" action="ppaction://hlinkshowjump?jump=nextslide">
                  <a:snd r:embed="rId2" name="correcto   Efecto de sonido[1].wav"/>
                </a:hlinkClick>
              </a:rPr>
              <a:t>lo</a:t>
            </a:r>
            <a:endParaRPr lang="es-MX" sz="3600" dirty="0">
              <a:solidFill>
                <a:schemeClr val="accent6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Resultado de imagen para flecha animada 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7587">
            <a:off x="3928517" y="6166798"/>
            <a:ext cx="867870" cy="80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7740" y="371135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lego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4783449" y="4992460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loro</a:t>
            </a:r>
          </a:p>
        </p:txBody>
      </p:sp>
      <p:pic>
        <p:nvPicPr>
          <p:cNvPr id="38" name="Picture 2" descr="Resultado de imagen para boton gif"/>
          <p:cNvPicPr>
            <a:picLocks noChangeAspect="1" noChangeArrowheads="1" noCrop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912" y="7571938"/>
            <a:ext cx="1536642" cy="1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hlinkClick r:id="" action="ppaction://hlinkshowjump?jump=nextslide"/>
          </p:cNvPr>
          <p:cNvSpPr txBox="1"/>
          <p:nvPr/>
        </p:nvSpPr>
        <p:spPr>
          <a:xfrm>
            <a:off x="78915" y="7839884"/>
            <a:ext cx="13491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Century Gothic" panose="020B0502020202020204" pitchFamily="34" charset="0"/>
              </a:rPr>
              <a:t>Presiona aquí al terminar de copiar</a:t>
            </a:r>
          </a:p>
        </p:txBody>
      </p:sp>
    </p:spTree>
    <p:extLst>
      <p:ext uri="{BB962C8B-B14F-4D97-AF65-F5344CB8AC3E}">
        <p14:creationId xmlns:p14="http://schemas.microsoft.com/office/powerpoint/2010/main" val="30297858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/>
        </p:nvGraphicFramePr>
        <p:xfrm>
          <a:off x="78915" y="48983"/>
          <a:ext cx="6713769" cy="72009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6472">
                  <a:extLst>
                    <a:ext uri="{9D8B030D-6E8A-4147-A177-3AD203B41FA5}">
                      <a16:colId xmlns:a16="http://schemas.microsoft.com/office/drawing/2014/main" val="108373304"/>
                    </a:ext>
                  </a:extLst>
                </a:gridCol>
                <a:gridCol w="2477700">
                  <a:extLst>
                    <a:ext uri="{9D8B030D-6E8A-4147-A177-3AD203B41FA5}">
                      <a16:colId xmlns:a16="http://schemas.microsoft.com/office/drawing/2014/main" val="3331254314"/>
                    </a:ext>
                  </a:extLst>
                </a:gridCol>
                <a:gridCol w="2589597">
                  <a:extLst>
                    <a:ext uri="{9D8B030D-6E8A-4147-A177-3AD203B41FA5}">
                      <a16:colId xmlns:a16="http://schemas.microsoft.com/office/drawing/2014/main" val="2735801719"/>
                    </a:ext>
                  </a:extLst>
                </a:gridCol>
              </a:tblGrid>
              <a:tr h="602293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0993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213148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40884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402190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761447"/>
                  </a:ext>
                </a:extLst>
              </a:tr>
              <a:tr h="1319722"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704569"/>
                  </a:ext>
                </a:extLst>
              </a:tr>
            </a:tbl>
          </a:graphicData>
        </a:graphic>
      </p:graphicFrame>
      <p:sp>
        <p:nvSpPr>
          <p:cNvPr id="17" name="CuadroTexto 16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50173" y="963425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00B0F0"/>
                </a:solidFill>
                <a:latin typeface="KG Blank Space Sketch" panose="02000000000000000000" pitchFamily="2" charset="0"/>
              </a:rPr>
              <a:t>la</a:t>
            </a:r>
          </a:p>
        </p:txBody>
      </p:sp>
      <p:sp>
        <p:nvSpPr>
          <p:cNvPr id="65" name="CuadroTexto 64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074719" y="368755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7030A0"/>
                </a:solidFill>
                <a:latin typeface="KG Blank Space Sketch" panose="02000000000000000000" pitchFamily="2" charset="0"/>
              </a:rPr>
              <a:t>le</a:t>
            </a:r>
          </a:p>
        </p:txBody>
      </p:sp>
      <p:sp>
        <p:nvSpPr>
          <p:cNvPr id="66" name="CuadroTexto 65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27616" y="6240103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rgbClr val="FFC000"/>
                </a:solidFill>
                <a:latin typeface="KG Blank Space Sketch" panose="02000000000000000000" pitchFamily="2" charset="0"/>
              </a:rPr>
              <a:t>li</a:t>
            </a:r>
          </a:p>
        </p:txBody>
      </p:sp>
      <p:sp>
        <p:nvSpPr>
          <p:cNvPr id="67" name="CuadroTexto 66">
            <a:hlinkClick r:id="" action="ppaction://noaction">
              <a:snd r:embed="rId3" name="Fail! (sound effect).wav"/>
            </a:hlinkClick>
          </p:cNvPr>
          <p:cNvSpPr txBox="1"/>
          <p:nvPr/>
        </p:nvSpPr>
        <p:spPr>
          <a:xfrm>
            <a:off x="2110429" y="503470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solidFill>
                  <a:schemeClr val="accent6">
                    <a:lumMod val="75000"/>
                  </a:schemeClr>
                </a:solidFill>
                <a:latin typeface="KG Blank Space Sketch" panose="02000000000000000000" pitchFamily="2" charset="0"/>
                <a:hlinkClick r:id="" action="ppaction://hlinkshowjump?jump=nextslide">
                  <a:snd r:embed="rId2" name="correcto   Efecto de sonido[1].wav"/>
                </a:hlinkClick>
              </a:rPr>
              <a:t>lo</a:t>
            </a:r>
            <a:endParaRPr lang="es-MX" sz="3600" dirty="0">
              <a:solidFill>
                <a:schemeClr val="accent6">
                  <a:lumMod val="7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8" name="CuadroTexto 67">
            <a:hlinkClick r:id="" action="ppaction://hlinkshowjump?jump=nextslide">
              <a:snd r:embed="rId2" name="correcto   Efecto de sonido[1].wav"/>
            </a:hlinkClick>
          </p:cNvPr>
          <p:cNvSpPr txBox="1"/>
          <p:nvPr/>
        </p:nvSpPr>
        <p:spPr>
          <a:xfrm>
            <a:off x="2101210" y="2276338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solidFill>
                  <a:schemeClr val="bg2">
                    <a:lumMod val="25000"/>
                  </a:schemeClr>
                </a:solidFill>
                <a:latin typeface="KG Blank Space Sketch" panose="02000000000000000000" pitchFamily="2" charset="0"/>
              </a:rPr>
              <a:t>lu</a:t>
            </a:r>
            <a:endParaRPr lang="es-MX" sz="3600" dirty="0">
              <a:solidFill>
                <a:schemeClr val="bg2">
                  <a:lumMod val="25000"/>
                </a:schemeClr>
              </a:solidFill>
              <a:latin typeface="KG Blank Space Sketch" panose="02000000000000000000" pitchFamily="2" charset="0"/>
            </a:endParaRPr>
          </a:p>
        </p:txBody>
      </p:sp>
      <p:sp>
        <p:nvSpPr>
          <p:cNvPr id="69" name="CuadroTexto 68"/>
          <p:cNvSpPr txBox="1"/>
          <p:nvPr/>
        </p:nvSpPr>
        <p:spPr>
          <a:xfrm>
            <a:off x="8158" y="97970"/>
            <a:ext cx="1866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observa</a:t>
            </a:r>
          </a:p>
        </p:txBody>
      </p:sp>
      <p:sp>
        <p:nvSpPr>
          <p:cNvPr id="70" name="CuadroTexto 69"/>
          <p:cNvSpPr txBox="1"/>
          <p:nvPr/>
        </p:nvSpPr>
        <p:spPr>
          <a:xfrm>
            <a:off x="1929486" y="114299"/>
            <a:ext cx="2223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completa</a:t>
            </a:r>
          </a:p>
        </p:txBody>
      </p:sp>
      <p:sp>
        <p:nvSpPr>
          <p:cNvPr id="71" name="CuadroTexto 70"/>
          <p:cNvSpPr txBox="1"/>
          <p:nvPr/>
        </p:nvSpPr>
        <p:spPr>
          <a:xfrm>
            <a:off x="4827814" y="114299"/>
            <a:ext cx="1782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KG Blank Space Sketch" panose="02000000000000000000" pitchFamily="2" charset="0"/>
              </a:rPr>
              <a:t>Copia</a:t>
            </a:r>
          </a:p>
        </p:txBody>
      </p:sp>
      <p:pic>
        <p:nvPicPr>
          <p:cNvPr id="615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199629" y="648407"/>
            <a:ext cx="2642042" cy="129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5949749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8" y="4610804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69" y="330452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0" descr="Resultado de imagen para cuadricu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" t="1524" r="19168" b="40813"/>
          <a:stretch/>
        </p:blipFill>
        <p:spPr bwMode="auto">
          <a:xfrm>
            <a:off x="4205070" y="1949250"/>
            <a:ext cx="2642042" cy="130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ángulo 85"/>
          <p:cNvSpPr/>
          <p:nvPr/>
        </p:nvSpPr>
        <p:spPr>
          <a:xfrm>
            <a:off x="1858389" y="879374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CuadroTexto 87"/>
          <p:cNvSpPr txBox="1"/>
          <p:nvPr/>
        </p:nvSpPr>
        <p:spPr>
          <a:xfrm>
            <a:off x="2807380" y="997427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1858389" y="2157261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Rectángulo 89"/>
          <p:cNvSpPr/>
          <p:nvPr/>
        </p:nvSpPr>
        <p:spPr>
          <a:xfrm>
            <a:off x="1868141" y="3524929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1" name="Rectángulo 90"/>
          <p:cNvSpPr/>
          <p:nvPr/>
        </p:nvSpPr>
        <p:spPr>
          <a:xfrm>
            <a:off x="1894222" y="489924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2" name="Rectángulo 91"/>
          <p:cNvSpPr/>
          <p:nvPr/>
        </p:nvSpPr>
        <p:spPr>
          <a:xfrm>
            <a:off x="1894222" y="6121678"/>
            <a:ext cx="982439" cy="832757"/>
          </a:xfrm>
          <a:prstGeom prst="rect">
            <a:avLst/>
          </a:prstGeom>
          <a:noFill/>
          <a:ln w="3810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3" name="CuadroTexto 92"/>
          <p:cNvSpPr txBox="1"/>
          <p:nvPr/>
        </p:nvSpPr>
        <p:spPr>
          <a:xfrm>
            <a:off x="2812819" y="2292830"/>
            <a:ext cx="1337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pa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2829148" y="3713412"/>
            <a:ext cx="104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go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2829148" y="5033826"/>
            <a:ext cx="1533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ro</a:t>
            </a:r>
          </a:p>
        </p:txBody>
      </p:sp>
      <p:sp>
        <p:nvSpPr>
          <p:cNvPr id="96" name="CuadroTexto 95"/>
          <p:cNvSpPr txBox="1"/>
          <p:nvPr/>
        </p:nvSpPr>
        <p:spPr>
          <a:xfrm>
            <a:off x="2829148" y="6260679"/>
            <a:ext cx="1321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 err="1">
                <a:latin typeface="KG Blank Space Sketch" panose="02000000000000000000" pitchFamily="2" charset="0"/>
              </a:rPr>
              <a:t>món</a:t>
            </a:r>
            <a:endParaRPr lang="es-MX" sz="3600" dirty="0">
              <a:latin typeface="KG Blank Space Sketch" panose="02000000000000000000" pitchFamily="2" charset="0"/>
            </a:endParaRPr>
          </a:p>
        </p:txBody>
      </p:sp>
      <p:pic>
        <p:nvPicPr>
          <p:cNvPr id="18434" name="Picture 2" descr="Resultado de imagen para lago animado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" y="656796"/>
            <a:ext cx="1673614" cy="1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lupa animado 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8438" name="Picture 6" descr="Resultado de imagen para lupa animado 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5" y="1984174"/>
            <a:ext cx="1605860" cy="127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Resultado de imagen para lego animado 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" y="3290459"/>
            <a:ext cx="1639737" cy="131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Resultado de imagen para loro animado 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8" y="4563801"/>
            <a:ext cx="1544766" cy="1352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Resultado de imagen para limon animado 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8898" y="5589000"/>
            <a:ext cx="2118384" cy="190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/>
          <p:cNvSpPr txBox="1"/>
          <p:nvPr/>
        </p:nvSpPr>
        <p:spPr>
          <a:xfrm>
            <a:off x="4753887" y="1028372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lago</a:t>
            </a:r>
          </a:p>
        </p:txBody>
      </p:sp>
      <p:sp>
        <p:nvSpPr>
          <p:cNvPr id="40" name="CuadroTexto 39"/>
          <p:cNvSpPr txBox="1"/>
          <p:nvPr/>
        </p:nvSpPr>
        <p:spPr>
          <a:xfrm>
            <a:off x="4774231" y="2304796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lupa</a:t>
            </a:r>
          </a:p>
        </p:txBody>
      </p:sp>
      <p:sp>
        <p:nvSpPr>
          <p:cNvPr id="41" name="CuadroTexto 40"/>
          <p:cNvSpPr txBox="1"/>
          <p:nvPr/>
        </p:nvSpPr>
        <p:spPr>
          <a:xfrm>
            <a:off x="4747740" y="371135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lego</a:t>
            </a:r>
          </a:p>
        </p:txBody>
      </p:sp>
      <p:sp>
        <p:nvSpPr>
          <p:cNvPr id="42" name="CuadroTexto 41"/>
          <p:cNvSpPr txBox="1"/>
          <p:nvPr/>
        </p:nvSpPr>
        <p:spPr>
          <a:xfrm>
            <a:off x="4783449" y="4992460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loro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4747739" y="6348945"/>
            <a:ext cx="1719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KG Blank Space Sketch" panose="02000000000000000000" pitchFamily="2" charset="0"/>
              </a:rPr>
              <a:t>limón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166800" y="7473957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7782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0"/>
            <a:ext cx="685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800" b="1" dirty="0">
                <a:solidFill>
                  <a:srgbClr val="66FF33"/>
                </a:solidFill>
              </a:rPr>
              <a:t>¡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FFC000"/>
                </a:solidFill>
              </a:rPr>
              <a:t>E</a:t>
            </a:r>
            <a:r>
              <a:rPr lang="es-MX" sz="8800" b="1" dirty="0">
                <a:solidFill>
                  <a:srgbClr val="FF0066"/>
                </a:solidFill>
              </a:rPr>
              <a:t>X</a:t>
            </a:r>
            <a:r>
              <a:rPr lang="es-MX" sz="8800" b="1" dirty="0">
                <a:solidFill>
                  <a:srgbClr val="0000FF"/>
                </a:solidFill>
              </a:rPr>
              <a:t>C</a:t>
            </a:r>
            <a:r>
              <a:rPr lang="es-MX" sz="8800" b="1" dirty="0">
                <a:solidFill>
                  <a:srgbClr val="00B0F0"/>
                </a:solidFill>
              </a:rPr>
              <a:t>E</a:t>
            </a:r>
            <a:r>
              <a:rPr lang="es-MX" sz="8800" b="1" dirty="0">
                <a:solidFill>
                  <a:srgbClr val="FFFF00"/>
                </a:solidFill>
              </a:rPr>
              <a:t>L</a:t>
            </a:r>
            <a:r>
              <a:rPr lang="es-MX" sz="8800" b="1" dirty="0">
                <a:solidFill>
                  <a:srgbClr val="92D050"/>
                </a:solidFill>
              </a:rPr>
              <a:t>E</a:t>
            </a:r>
            <a:r>
              <a:rPr lang="es-MX" sz="8800" b="1" dirty="0">
                <a:solidFill>
                  <a:srgbClr val="C00000"/>
                </a:solidFill>
              </a:rPr>
              <a:t>N</a:t>
            </a:r>
            <a:r>
              <a:rPr lang="es-MX" sz="8800" b="1" dirty="0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es-MX" sz="8800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s-MX" sz="8800" b="1" dirty="0"/>
              <a:t> </a:t>
            </a:r>
            <a:r>
              <a:rPr lang="es-MX" sz="8800" b="1" dirty="0">
                <a:solidFill>
                  <a:srgbClr val="66FF33"/>
                </a:solidFill>
              </a:rPr>
              <a:t>!</a:t>
            </a:r>
          </a:p>
        </p:txBody>
      </p:sp>
      <p:pic>
        <p:nvPicPr>
          <p:cNvPr id="12292" name="Picture 4" descr="Resultado de imagen para SIGUIENTE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506" y="7530143"/>
            <a:ext cx="4582311" cy="165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para celebrando animada 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6228" y="-1582617"/>
            <a:ext cx="8496056" cy="911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82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>
        <p:sndAc>
          <p:stSnd>
            <p:snd r:embed="rId2" name="applause.wav"/>
          </p:stSnd>
        </p:sndAc>
      </p:transition>
    </mc:Choice>
    <mc:Fallback xmlns="">
      <p:transition spd="slow" advClick="0" advTm="5000">
        <p:sndAc>
          <p:stSnd>
            <p:snd r:embed="rId5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8037</TotalTime>
  <Words>903</Words>
  <Application>Microsoft Office PowerPoint</Application>
  <PresentationFormat>Carta (216 x 279 mm)</PresentationFormat>
  <Paragraphs>722</Paragraphs>
  <Slides>65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6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POLO ALEMAN</dc:creator>
  <cp:lastModifiedBy>56933873007</cp:lastModifiedBy>
  <cp:revision>131</cp:revision>
  <dcterms:created xsi:type="dcterms:W3CDTF">2019-10-02T20:09:54Z</dcterms:created>
  <dcterms:modified xsi:type="dcterms:W3CDTF">2020-03-18T18:39:02Z</dcterms:modified>
</cp:coreProperties>
</file>