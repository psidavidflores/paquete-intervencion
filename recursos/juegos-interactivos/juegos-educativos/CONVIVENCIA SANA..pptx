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5" r:id="rId3"/>
    <p:sldId id="270" r:id="rId4"/>
    <p:sldId id="268" r:id="rId5"/>
    <p:sldId id="272" r:id="rId6"/>
    <p:sldId id="258" r:id="rId7"/>
    <p:sldId id="260" r:id="rId8"/>
    <p:sldId id="263" r:id="rId9"/>
    <p:sldId id="264" r:id="rId10"/>
    <p:sldId id="262" r:id="rId11"/>
    <p:sldId id="259" r:id="rId12"/>
    <p:sldId id="273" r:id="rId13"/>
    <p:sldId id="265" r:id="rId14"/>
    <p:sldId id="266" r:id="rId15"/>
    <p:sldId id="267" r:id="rId16"/>
    <p:sldId id="269" r:id="rId17"/>
    <p:sldId id="271" r:id="rId18"/>
    <p:sldId id="274" r:id="rId19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660"/>
  </p:normalViewPr>
  <p:slideViewPr>
    <p:cSldViewPr>
      <p:cViewPr varScale="1">
        <p:scale>
          <a:sx n="69" d="100"/>
          <a:sy n="69" d="100"/>
        </p:scale>
        <p:origin x="-142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1E051-98F6-4873-AF5B-286595DD1C6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02E9-DA61-4AEB-B3C0-AF185EF5724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61863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1E051-98F6-4873-AF5B-286595DD1C6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02E9-DA61-4AEB-B3C0-AF185EF5724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3208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1E051-98F6-4873-AF5B-286595DD1C6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02E9-DA61-4AEB-B3C0-AF185EF5724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7013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1E051-98F6-4873-AF5B-286595DD1C6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02E9-DA61-4AEB-B3C0-AF185EF5724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661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1E051-98F6-4873-AF5B-286595DD1C6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02E9-DA61-4AEB-B3C0-AF185EF5724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0844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1E051-98F6-4873-AF5B-286595DD1C6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02E9-DA61-4AEB-B3C0-AF185EF5724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3953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1E051-98F6-4873-AF5B-286595DD1C6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02E9-DA61-4AEB-B3C0-AF185EF5724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8030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1E051-98F6-4873-AF5B-286595DD1C6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02E9-DA61-4AEB-B3C0-AF185EF5724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9462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1E051-98F6-4873-AF5B-286595DD1C6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02E9-DA61-4AEB-B3C0-AF185EF5724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1419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1E051-98F6-4873-AF5B-286595DD1C6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02E9-DA61-4AEB-B3C0-AF185EF5724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2917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1E051-98F6-4873-AF5B-286595DD1C6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02E9-DA61-4AEB-B3C0-AF185EF5724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1609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1E051-98F6-4873-AF5B-286595DD1C6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202E9-DA61-4AEB-B3C0-AF185EF5724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1539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3988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753600" cy="694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467544" y="3890665"/>
            <a:ext cx="907300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 smtClean="0">
                <a:solidFill>
                  <a:srgbClr val="FF0000"/>
                </a:solidFill>
                <a:latin typeface="Arial Black" pitchFamily="34" charset="0"/>
              </a:rPr>
              <a:t>Objetivo de aprendizaje: </a:t>
            </a:r>
          </a:p>
          <a:p>
            <a:r>
              <a:rPr lang="es-MX" sz="2800" dirty="0" smtClean="0">
                <a:latin typeface="Arial Black" pitchFamily="34" charset="0"/>
              </a:rPr>
              <a:t>Respetar </a:t>
            </a:r>
            <a:r>
              <a:rPr lang="es-MX" sz="2800" dirty="0" smtClean="0">
                <a:latin typeface="Arial Black" pitchFamily="34" charset="0"/>
              </a:rPr>
              <a:t>normas y acuerdos creados colaborativamente con pares y adultos, para</a:t>
            </a:r>
          </a:p>
          <a:p>
            <a:r>
              <a:rPr lang="es-MX" sz="2800" dirty="0" smtClean="0">
                <a:latin typeface="Arial Black" pitchFamily="34" charset="0"/>
              </a:rPr>
              <a:t>el bienestar del grupo.</a:t>
            </a:r>
            <a:endParaRPr lang="es-CL" sz="28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35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760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408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7" y="116632"/>
            <a:ext cx="9120693" cy="662473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9297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2463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6221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8424936" cy="648071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53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8784976" cy="648072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4717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75373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7255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12"/>
            <a:ext cx="9144000" cy="6856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1948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3131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2" y="-22804"/>
            <a:ext cx="913216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152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61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290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9163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6206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6"/>
          <a:stretch/>
        </p:blipFill>
        <p:spPr bwMode="auto">
          <a:xfrm>
            <a:off x="251520" y="0"/>
            <a:ext cx="8640960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232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21</Words>
  <Application>Microsoft Office PowerPoint</Application>
  <PresentationFormat>Presentación en pantalla (4:3)</PresentationFormat>
  <Paragraphs>3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4</cp:revision>
  <dcterms:created xsi:type="dcterms:W3CDTF">2019-02-13T03:07:53Z</dcterms:created>
  <dcterms:modified xsi:type="dcterms:W3CDTF">2019-03-16T21:41:56Z</dcterms:modified>
</cp:coreProperties>
</file>