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88" autoAdjust="0"/>
    <p:restoredTop sz="94660"/>
  </p:normalViewPr>
  <p:slideViewPr>
    <p:cSldViewPr>
      <p:cViewPr varScale="1">
        <p:scale>
          <a:sx n="58" d="100"/>
          <a:sy n="58" d="100"/>
        </p:scale>
        <p:origin x="-138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623F2423-66B5-496B-8B9C-8CDF339F5B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04FF9EA4-50A8-47CC-BB36-4C0D0D9870A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324EACA0-44FE-46C1-B8AA-0D70BC12D8B5}" type="datetimeFigureOut">
              <a:rPr lang="es-ES"/>
              <a:pPr>
                <a:defRPr/>
              </a:pPr>
              <a:t>01/06/2020</a:t>
            </a:fld>
            <a:endParaRPr lang="es-ES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79D2A947-C83B-4BD5-8F56-A72B5A294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35661B67-2F59-43F0-875A-6D8616982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9F538FC5-806E-4B75-97A4-0DB458170F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83C47A6C-E1C4-4D9F-9AC2-33B6FB4EB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D87BC3C-AB39-4CBC-8F36-4D8599C64DB1}" type="slidenum">
              <a:rPr lang="es-ES" altLang="es-ES"/>
              <a:pPr/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D25D2914-4336-4BA9-8DC4-30EEDCA8AE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2265B9AE-A5E3-4F0A-9399-D11630F6AF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D31C45E1-B2A2-4019-8488-BBAB0A760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F469B1C-147F-45FC-B504-6BEC1876F9D6}" type="slidenum">
              <a:rPr lang="es-ES" altLang="es-ES"/>
              <a:pPr eaLnBrk="1" hangingPunct="1"/>
              <a:t>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1 Marcador de imagen de diapositiva">
            <a:extLst>
              <a:ext uri="{FF2B5EF4-FFF2-40B4-BE49-F238E27FC236}">
                <a16:creationId xmlns:a16="http://schemas.microsoft.com/office/drawing/2014/main" id="{64D79D42-16F5-4866-A826-5B23B6D5EA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2 Marcador de notas">
            <a:extLst>
              <a:ext uri="{FF2B5EF4-FFF2-40B4-BE49-F238E27FC236}">
                <a16:creationId xmlns:a16="http://schemas.microsoft.com/office/drawing/2014/main" id="{B5DB41DC-DD95-413B-A3A3-265C2F9959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5604" name="3 Marcador de número de diapositiva">
            <a:extLst>
              <a:ext uri="{FF2B5EF4-FFF2-40B4-BE49-F238E27FC236}">
                <a16:creationId xmlns:a16="http://schemas.microsoft.com/office/drawing/2014/main" id="{9850DDC8-8B83-4D12-8E66-4916A824D4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90CAC1D-A000-4DFB-8FCE-79D6D860E9F0}" type="slidenum">
              <a:rPr lang="es-ES" altLang="es-ES"/>
              <a:pPr eaLnBrk="1" hangingPunct="1"/>
              <a:t>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1 Marcador de imagen de diapositiva">
            <a:extLst>
              <a:ext uri="{FF2B5EF4-FFF2-40B4-BE49-F238E27FC236}">
                <a16:creationId xmlns:a16="http://schemas.microsoft.com/office/drawing/2014/main" id="{22B0D104-5BD9-4BB9-9512-560CE1009E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2 Marcador de notas">
            <a:extLst>
              <a:ext uri="{FF2B5EF4-FFF2-40B4-BE49-F238E27FC236}">
                <a16:creationId xmlns:a16="http://schemas.microsoft.com/office/drawing/2014/main" id="{BAF21AA3-B985-4C0F-89A5-8C32B81F16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6628" name="3 Marcador de número de diapositiva">
            <a:extLst>
              <a:ext uri="{FF2B5EF4-FFF2-40B4-BE49-F238E27FC236}">
                <a16:creationId xmlns:a16="http://schemas.microsoft.com/office/drawing/2014/main" id="{31DB4277-3AA7-4C3D-90BC-929687348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4FC42A-DFAF-45DA-B08D-9CC29D89D1D4}" type="slidenum">
              <a:rPr lang="es-ES" altLang="es-ES"/>
              <a:pPr eaLnBrk="1" hangingPunct="1"/>
              <a:t>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1 Marcador de imagen de diapositiva">
            <a:extLst>
              <a:ext uri="{FF2B5EF4-FFF2-40B4-BE49-F238E27FC236}">
                <a16:creationId xmlns:a16="http://schemas.microsoft.com/office/drawing/2014/main" id="{E074BED5-250F-4449-A40D-55B7BB111D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2 Marcador de notas">
            <a:extLst>
              <a:ext uri="{FF2B5EF4-FFF2-40B4-BE49-F238E27FC236}">
                <a16:creationId xmlns:a16="http://schemas.microsoft.com/office/drawing/2014/main" id="{9974EADD-D799-4A5C-98DA-9F569D0174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7652" name="3 Marcador de número de diapositiva">
            <a:extLst>
              <a:ext uri="{FF2B5EF4-FFF2-40B4-BE49-F238E27FC236}">
                <a16:creationId xmlns:a16="http://schemas.microsoft.com/office/drawing/2014/main" id="{D9D3414F-37DF-4D53-895D-969634749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2675D91-5961-4971-9450-3D763FCD4CCC}" type="slidenum">
              <a:rPr lang="es-ES" altLang="es-ES"/>
              <a:pPr eaLnBrk="1" hangingPunct="1"/>
              <a:t>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>
            <a:extLst>
              <a:ext uri="{FF2B5EF4-FFF2-40B4-BE49-F238E27FC236}">
                <a16:creationId xmlns:a16="http://schemas.microsoft.com/office/drawing/2014/main" id="{11837413-F858-4526-A776-1D982BF2CC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2 Marcador de notas">
            <a:extLst>
              <a:ext uri="{FF2B5EF4-FFF2-40B4-BE49-F238E27FC236}">
                <a16:creationId xmlns:a16="http://schemas.microsoft.com/office/drawing/2014/main" id="{8EB8C119-83D4-4EDC-B710-3644608561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8676" name="3 Marcador de número de diapositiva">
            <a:extLst>
              <a:ext uri="{FF2B5EF4-FFF2-40B4-BE49-F238E27FC236}">
                <a16:creationId xmlns:a16="http://schemas.microsoft.com/office/drawing/2014/main" id="{0D84CA5F-A73D-4FDA-9C28-52D3D1932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838A6B7-AAA7-4717-ABEF-4BE51607FBC2}" type="slidenum">
              <a:rPr lang="es-ES" altLang="es-ES"/>
              <a:pPr eaLnBrk="1" hangingPunct="1"/>
              <a:t>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1 Marcador de imagen de diapositiva">
            <a:extLst>
              <a:ext uri="{FF2B5EF4-FFF2-40B4-BE49-F238E27FC236}">
                <a16:creationId xmlns:a16="http://schemas.microsoft.com/office/drawing/2014/main" id="{6008DE2C-D617-4164-80B9-1AF74AB71F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2 Marcador de notas">
            <a:extLst>
              <a:ext uri="{FF2B5EF4-FFF2-40B4-BE49-F238E27FC236}">
                <a16:creationId xmlns:a16="http://schemas.microsoft.com/office/drawing/2014/main" id="{C70CA20F-1490-4860-B1BE-A8E7AC2C36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29700" name="3 Marcador de número de diapositiva">
            <a:extLst>
              <a:ext uri="{FF2B5EF4-FFF2-40B4-BE49-F238E27FC236}">
                <a16:creationId xmlns:a16="http://schemas.microsoft.com/office/drawing/2014/main" id="{27F94167-518E-437B-BC92-1A3BE96B2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CCE5709-F69B-4436-B520-8124C48E93E0}" type="slidenum">
              <a:rPr lang="es-ES" altLang="es-ES"/>
              <a:pPr eaLnBrk="1" hangingPunct="1"/>
              <a:t>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1 Marcador de imagen de diapositiva">
            <a:extLst>
              <a:ext uri="{FF2B5EF4-FFF2-40B4-BE49-F238E27FC236}">
                <a16:creationId xmlns:a16="http://schemas.microsoft.com/office/drawing/2014/main" id="{F98A9291-B13A-4BAC-BFA9-53F1F053F0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2 Marcador de notas">
            <a:extLst>
              <a:ext uri="{FF2B5EF4-FFF2-40B4-BE49-F238E27FC236}">
                <a16:creationId xmlns:a16="http://schemas.microsoft.com/office/drawing/2014/main" id="{DB3D4FE3-60F6-4184-AC4A-BD792BBD9F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0724" name="3 Marcador de número de diapositiva">
            <a:extLst>
              <a:ext uri="{FF2B5EF4-FFF2-40B4-BE49-F238E27FC236}">
                <a16:creationId xmlns:a16="http://schemas.microsoft.com/office/drawing/2014/main" id="{3161E819-CEB3-4E60-A0D9-07A6FB36B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03CBAC2-BCDB-49BF-A65A-E12D1F16620A}" type="slidenum">
              <a:rPr lang="es-ES" altLang="es-ES"/>
              <a:pPr eaLnBrk="1" hangingPunct="1"/>
              <a:t>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1 Marcador de imagen de diapositiva">
            <a:extLst>
              <a:ext uri="{FF2B5EF4-FFF2-40B4-BE49-F238E27FC236}">
                <a16:creationId xmlns:a16="http://schemas.microsoft.com/office/drawing/2014/main" id="{B5F0E921-21DA-49FB-B29C-1B69D5077C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2 Marcador de notas">
            <a:extLst>
              <a:ext uri="{FF2B5EF4-FFF2-40B4-BE49-F238E27FC236}">
                <a16:creationId xmlns:a16="http://schemas.microsoft.com/office/drawing/2014/main" id="{26F5D3BE-EB8C-401D-B275-E50548F43C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1748" name="3 Marcador de número de diapositiva">
            <a:extLst>
              <a:ext uri="{FF2B5EF4-FFF2-40B4-BE49-F238E27FC236}">
                <a16:creationId xmlns:a16="http://schemas.microsoft.com/office/drawing/2014/main" id="{3D604BB0-EC00-411E-9048-C8FA63DDD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1C5BFB0-1D5C-4FD7-B686-DB945524D333}" type="slidenum">
              <a:rPr lang="es-ES" altLang="es-ES"/>
              <a:pPr eaLnBrk="1" hangingPunct="1"/>
              <a:t>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1 Marcador de imagen de diapositiva">
            <a:extLst>
              <a:ext uri="{FF2B5EF4-FFF2-40B4-BE49-F238E27FC236}">
                <a16:creationId xmlns:a16="http://schemas.microsoft.com/office/drawing/2014/main" id="{7D735D71-CE24-44B1-8D23-B370E6E1BE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2 Marcador de notas">
            <a:extLst>
              <a:ext uri="{FF2B5EF4-FFF2-40B4-BE49-F238E27FC236}">
                <a16:creationId xmlns:a16="http://schemas.microsoft.com/office/drawing/2014/main" id="{06088596-40B4-4473-B848-3188A39AE6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2772" name="3 Marcador de número de diapositiva">
            <a:extLst>
              <a:ext uri="{FF2B5EF4-FFF2-40B4-BE49-F238E27FC236}">
                <a16:creationId xmlns:a16="http://schemas.microsoft.com/office/drawing/2014/main" id="{F7930A8D-B9E5-4682-B0EC-5724A0F8E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D52B1E-05AA-4983-8D7B-382C4E3914D3}" type="slidenum">
              <a:rPr lang="es-ES" altLang="es-ES"/>
              <a:pPr eaLnBrk="1" hangingPunct="1"/>
              <a:t>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1 Marcador de imagen de diapositiva">
            <a:extLst>
              <a:ext uri="{FF2B5EF4-FFF2-40B4-BE49-F238E27FC236}">
                <a16:creationId xmlns:a16="http://schemas.microsoft.com/office/drawing/2014/main" id="{26911625-4061-4537-83AB-CAA005A39A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2 Marcador de notas">
            <a:extLst>
              <a:ext uri="{FF2B5EF4-FFF2-40B4-BE49-F238E27FC236}">
                <a16:creationId xmlns:a16="http://schemas.microsoft.com/office/drawing/2014/main" id="{712A5108-4EB2-4A9C-B689-5211FC2EE9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3796" name="3 Marcador de número de diapositiva">
            <a:extLst>
              <a:ext uri="{FF2B5EF4-FFF2-40B4-BE49-F238E27FC236}">
                <a16:creationId xmlns:a16="http://schemas.microsoft.com/office/drawing/2014/main" id="{860116F2-3305-40A2-B253-4FEA1FF80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3EE322A-4F8A-481E-85AB-4C000C6DB432}" type="slidenum">
              <a:rPr lang="es-ES" altLang="es-ES"/>
              <a:pPr eaLnBrk="1" hangingPunct="1"/>
              <a:t>10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Marcador de imagen de diapositiva">
            <a:extLst>
              <a:ext uri="{FF2B5EF4-FFF2-40B4-BE49-F238E27FC236}">
                <a16:creationId xmlns:a16="http://schemas.microsoft.com/office/drawing/2014/main" id="{18F34E6D-BFD0-4814-9FF2-F820243007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2 Marcador de notas">
            <a:extLst>
              <a:ext uri="{FF2B5EF4-FFF2-40B4-BE49-F238E27FC236}">
                <a16:creationId xmlns:a16="http://schemas.microsoft.com/office/drawing/2014/main" id="{ED5FDD62-C258-49E2-AB22-C2AA9794B5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4820" name="3 Marcador de número de diapositiva">
            <a:extLst>
              <a:ext uri="{FF2B5EF4-FFF2-40B4-BE49-F238E27FC236}">
                <a16:creationId xmlns:a16="http://schemas.microsoft.com/office/drawing/2014/main" id="{B2DA99E8-55D9-4514-B874-99A690A53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3B55CC1-3882-441A-BB29-2273EB2008B5}" type="slidenum">
              <a:rPr lang="es-ES" altLang="es-ES"/>
              <a:pPr eaLnBrk="1" hangingPunct="1"/>
              <a:t>11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1 Marcador de imagen de diapositiva">
            <a:extLst>
              <a:ext uri="{FF2B5EF4-FFF2-40B4-BE49-F238E27FC236}">
                <a16:creationId xmlns:a16="http://schemas.microsoft.com/office/drawing/2014/main" id="{AB15B099-8ED6-4FB7-9472-60ABC388E9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2 Marcador de notas">
            <a:extLst>
              <a:ext uri="{FF2B5EF4-FFF2-40B4-BE49-F238E27FC236}">
                <a16:creationId xmlns:a16="http://schemas.microsoft.com/office/drawing/2014/main" id="{585F3AFB-3829-46D5-AF66-E5094D92AF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5844" name="3 Marcador de número de diapositiva">
            <a:extLst>
              <a:ext uri="{FF2B5EF4-FFF2-40B4-BE49-F238E27FC236}">
                <a16:creationId xmlns:a16="http://schemas.microsoft.com/office/drawing/2014/main" id="{ACC81293-058B-4975-8E04-06D9B977A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EBC347-6552-4374-9E43-AB6F5DEC9194}" type="slidenum">
              <a:rPr lang="es-ES" altLang="es-ES"/>
              <a:pPr eaLnBrk="1" hangingPunct="1"/>
              <a:t>12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1 Marcador de imagen de diapositiva">
            <a:extLst>
              <a:ext uri="{FF2B5EF4-FFF2-40B4-BE49-F238E27FC236}">
                <a16:creationId xmlns:a16="http://schemas.microsoft.com/office/drawing/2014/main" id="{89FE1347-CE10-4FE8-B704-F3D1B07E15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2 Marcador de notas">
            <a:extLst>
              <a:ext uri="{FF2B5EF4-FFF2-40B4-BE49-F238E27FC236}">
                <a16:creationId xmlns:a16="http://schemas.microsoft.com/office/drawing/2014/main" id="{B5EB2C52-952C-45D1-8F64-BE6FB6DD8D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6868" name="3 Marcador de número de diapositiva">
            <a:extLst>
              <a:ext uri="{FF2B5EF4-FFF2-40B4-BE49-F238E27FC236}">
                <a16:creationId xmlns:a16="http://schemas.microsoft.com/office/drawing/2014/main" id="{6C00AA46-8605-48F7-B3BA-344E9E42E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C03F10-204D-4B7F-B43F-C42DA391777A}" type="slidenum">
              <a:rPr lang="es-ES" altLang="es-ES"/>
              <a:pPr eaLnBrk="1" hangingPunct="1"/>
              <a:t>13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1 Marcador de imagen de diapositiva">
            <a:extLst>
              <a:ext uri="{FF2B5EF4-FFF2-40B4-BE49-F238E27FC236}">
                <a16:creationId xmlns:a16="http://schemas.microsoft.com/office/drawing/2014/main" id="{675A7741-929C-4965-8774-99B1421C51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2 Marcador de notas">
            <a:extLst>
              <a:ext uri="{FF2B5EF4-FFF2-40B4-BE49-F238E27FC236}">
                <a16:creationId xmlns:a16="http://schemas.microsoft.com/office/drawing/2014/main" id="{D22D8E63-0E68-4D95-9611-720DB88B57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7892" name="3 Marcador de número de diapositiva">
            <a:extLst>
              <a:ext uri="{FF2B5EF4-FFF2-40B4-BE49-F238E27FC236}">
                <a16:creationId xmlns:a16="http://schemas.microsoft.com/office/drawing/2014/main" id="{DDCE4551-1218-4C15-AB85-2438AF988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D95546A-86AF-49BA-8EF6-C48BE631A133}" type="slidenum">
              <a:rPr lang="es-ES" altLang="es-ES"/>
              <a:pPr eaLnBrk="1" hangingPunct="1"/>
              <a:t>14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1 Marcador de imagen de diapositiva">
            <a:extLst>
              <a:ext uri="{FF2B5EF4-FFF2-40B4-BE49-F238E27FC236}">
                <a16:creationId xmlns:a16="http://schemas.microsoft.com/office/drawing/2014/main" id="{C57B6285-6314-49EA-AB0A-D0872D656F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2 Marcador de notas">
            <a:extLst>
              <a:ext uri="{FF2B5EF4-FFF2-40B4-BE49-F238E27FC236}">
                <a16:creationId xmlns:a16="http://schemas.microsoft.com/office/drawing/2014/main" id="{20F20A25-58DF-4030-92B9-669CE00E51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8916" name="3 Marcador de número de diapositiva">
            <a:extLst>
              <a:ext uri="{FF2B5EF4-FFF2-40B4-BE49-F238E27FC236}">
                <a16:creationId xmlns:a16="http://schemas.microsoft.com/office/drawing/2014/main" id="{90EB7679-EA7A-4308-9E9D-B27B46FB8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0B6A6C0-7C7D-4F11-B646-3004D27BE4D3}" type="slidenum">
              <a:rPr lang="es-ES" altLang="es-ES"/>
              <a:pPr eaLnBrk="1" hangingPunct="1"/>
              <a:t>15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1 Marcador de imagen de diapositiva">
            <a:extLst>
              <a:ext uri="{FF2B5EF4-FFF2-40B4-BE49-F238E27FC236}">
                <a16:creationId xmlns:a16="http://schemas.microsoft.com/office/drawing/2014/main" id="{ADE36F29-B9CB-4D87-A1C1-C7C8F0472E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2 Marcador de notas">
            <a:extLst>
              <a:ext uri="{FF2B5EF4-FFF2-40B4-BE49-F238E27FC236}">
                <a16:creationId xmlns:a16="http://schemas.microsoft.com/office/drawing/2014/main" id="{92CA457F-6F52-4516-ACC8-F19A3FCE7D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39940" name="3 Marcador de número de diapositiva">
            <a:extLst>
              <a:ext uri="{FF2B5EF4-FFF2-40B4-BE49-F238E27FC236}">
                <a16:creationId xmlns:a16="http://schemas.microsoft.com/office/drawing/2014/main" id="{4EA60BE3-F223-46CA-8B57-464A53A07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766729-A6ED-4ED9-82E8-1706FC404BA7}" type="slidenum">
              <a:rPr lang="es-ES" altLang="es-ES"/>
              <a:pPr eaLnBrk="1" hangingPunct="1"/>
              <a:t>16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1 Marcador de imagen de diapositiva">
            <a:extLst>
              <a:ext uri="{FF2B5EF4-FFF2-40B4-BE49-F238E27FC236}">
                <a16:creationId xmlns:a16="http://schemas.microsoft.com/office/drawing/2014/main" id="{AC27577A-8F82-49FD-B95D-D8AA99DBD2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2 Marcador de notas">
            <a:extLst>
              <a:ext uri="{FF2B5EF4-FFF2-40B4-BE49-F238E27FC236}">
                <a16:creationId xmlns:a16="http://schemas.microsoft.com/office/drawing/2014/main" id="{5B1DF97D-88B8-4F8A-B1C5-9C74AB2AEC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0964" name="3 Marcador de número de diapositiva">
            <a:extLst>
              <a:ext uri="{FF2B5EF4-FFF2-40B4-BE49-F238E27FC236}">
                <a16:creationId xmlns:a16="http://schemas.microsoft.com/office/drawing/2014/main" id="{9AAA9691-7123-444B-A07D-D5AF0A517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21E493-DF5A-414F-B34E-B1A308D2091F}" type="slidenum">
              <a:rPr lang="es-ES" altLang="es-ES"/>
              <a:pPr eaLnBrk="1" hangingPunct="1"/>
              <a:t>17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1 Marcador de imagen de diapositiva">
            <a:extLst>
              <a:ext uri="{FF2B5EF4-FFF2-40B4-BE49-F238E27FC236}">
                <a16:creationId xmlns:a16="http://schemas.microsoft.com/office/drawing/2014/main" id="{77662769-1FCC-4389-9896-45152842EA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2 Marcador de notas">
            <a:extLst>
              <a:ext uri="{FF2B5EF4-FFF2-40B4-BE49-F238E27FC236}">
                <a16:creationId xmlns:a16="http://schemas.microsoft.com/office/drawing/2014/main" id="{EB849B42-8276-40B2-BDD9-DCAB153ADB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1988" name="3 Marcador de número de diapositiva">
            <a:extLst>
              <a:ext uri="{FF2B5EF4-FFF2-40B4-BE49-F238E27FC236}">
                <a16:creationId xmlns:a16="http://schemas.microsoft.com/office/drawing/2014/main" id="{F947F927-879A-41B5-9556-CE206D125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64B26A7-AED1-46C7-8CD4-A5A7D2DABDD9}" type="slidenum">
              <a:rPr lang="es-ES" altLang="es-ES"/>
              <a:pPr eaLnBrk="1" hangingPunct="1"/>
              <a:t>18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1 Marcador de imagen de diapositiva">
            <a:extLst>
              <a:ext uri="{FF2B5EF4-FFF2-40B4-BE49-F238E27FC236}">
                <a16:creationId xmlns:a16="http://schemas.microsoft.com/office/drawing/2014/main" id="{3167125F-7F60-43DA-9040-EE407419A3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2 Marcador de notas">
            <a:extLst>
              <a:ext uri="{FF2B5EF4-FFF2-40B4-BE49-F238E27FC236}">
                <a16:creationId xmlns:a16="http://schemas.microsoft.com/office/drawing/2014/main" id="{A88C18DB-0431-49CA-B15A-474FAB0C2D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3012" name="3 Marcador de número de diapositiva">
            <a:extLst>
              <a:ext uri="{FF2B5EF4-FFF2-40B4-BE49-F238E27FC236}">
                <a16:creationId xmlns:a16="http://schemas.microsoft.com/office/drawing/2014/main" id="{7A22AE9C-B57A-48F5-9CA9-7FEFE3DBA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BB4DED7-0A99-44C2-965B-D6622FBA8CA1}" type="slidenum">
              <a:rPr lang="es-ES" altLang="es-ES"/>
              <a:pPr eaLnBrk="1" hangingPunct="1"/>
              <a:t>19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1 Marcador de imagen de diapositiva">
            <a:extLst>
              <a:ext uri="{FF2B5EF4-FFF2-40B4-BE49-F238E27FC236}">
                <a16:creationId xmlns:a16="http://schemas.microsoft.com/office/drawing/2014/main" id="{B5473BB5-7013-4FDB-A896-46E72AB374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2 Marcador de notas">
            <a:extLst>
              <a:ext uri="{FF2B5EF4-FFF2-40B4-BE49-F238E27FC236}">
                <a16:creationId xmlns:a16="http://schemas.microsoft.com/office/drawing/2014/main" id="{4AD6DFC3-6BF2-442C-B5A5-AECDFF4FA4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4036" name="3 Marcador de número de diapositiva">
            <a:extLst>
              <a:ext uri="{FF2B5EF4-FFF2-40B4-BE49-F238E27FC236}">
                <a16:creationId xmlns:a16="http://schemas.microsoft.com/office/drawing/2014/main" id="{2950E937-7B6C-4445-8074-B4ADEC6DC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7918043-97A0-4593-BCDC-0AE699195B36}" type="slidenum">
              <a:rPr lang="es-ES" altLang="es-ES"/>
              <a:pPr eaLnBrk="1" hangingPunct="1"/>
              <a:t>20</a:t>
            </a:fld>
            <a:endParaRPr lang="es-ES" altLang="es-E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1 Marcador de imagen de diapositiva">
            <a:extLst>
              <a:ext uri="{FF2B5EF4-FFF2-40B4-BE49-F238E27FC236}">
                <a16:creationId xmlns:a16="http://schemas.microsoft.com/office/drawing/2014/main" id="{AACA41F0-7614-4FC6-B9EA-D4DB9B7968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2 Marcador de notas">
            <a:extLst>
              <a:ext uri="{FF2B5EF4-FFF2-40B4-BE49-F238E27FC236}">
                <a16:creationId xmlns:a16="http://schemas.microsoft.com/office/drawing/2014/main" id="{FCED3DC4-ADF7-487C-B90C-119A28B6FD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/>
          </a:p>
        </p:txBody>
      </p:sp>
      <p:sp>
        <p:nvSpPr>
          <p:cNvPr id="45060" name="3 Marcador de número de diapositiva">
            <a:extLst>
              <a:ext uri="{FF2B5EF4-FFF2-40B4-BE49-F238E27FC236}">
                <a16:creationId xmlns:a16="http://schemas.microsoft.com/office/drawing/2014/main" id="{A55ED2EE-DF10-4B69-BA1B-3CFF560D7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E365F6D-6C41-4009-81C5-6EE55230334F}" type="slidenum">
              <a:rPr lang="es-ES" altLang="es-ES"/>
              <a:pPr eaLnBrk="1" hangingPunct="1"/>
              <a:t>21</a:t>
            </a:fld>
            <a:endParaRPr lang="es-ES" alt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51EDF0-A2FC-46BD-BF91-F6E462DCEA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EFAD8B-F43C-4F6C-8B72-0D29EB790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652A30-28F6-4CF2-BB4F-A8AED8A5BC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2C842E-E967-4181-8F05-E460C5AFAED2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351893980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A3DE1F-3ACC-489D-AEDB-222BCC8F0A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18B9843-993B-4052-9412-95CF6B37F7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F2ACAD-2990-4A5D-AD99-9B9FFDF6DE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602114-AAA5-4A00-B3B7-683CFC8FEB3F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914384179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2E4587-E6F1-4193-A336-D8C086B9DD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08F28D-2B9B-4714-8F3F-6FC92DE1DE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A07761-220F-40B5-9B2C-EE71DC60B1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AD6F5E-DD76-4C9C-8EDF-81218931DDBC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532801829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92A21D-682A-409C-86A7-433904AE09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D63816-83C3-46EB-A80B-9103ED00F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26D0B2-DF7B-4C04-8C68-84AA77CCCD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885F78-C008-488B-B985-989FC89ED2E8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17220807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802CF90-D565-45F0-BE5F-139B4011B3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ECA6B82-1430-4D02-A6DD-679DD002AC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617C1C2-33A2-47AD-8FD8-36403B530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40A644-87AB-4500-839F-8E9BC07B076C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98132971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B9F8A1B-A2A1-4A60-BB54-8CDBDC623D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F01D9A0-E394-4699-8E80-DFE7F198EE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65963A1-7D28-4D66-9B3E-A823B70303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94ECFF-EAB9-42EB-9188-6849E1AD9842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912492734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77DDF66-5045-4398-B420-7209F6B283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B4BA297-0C6F-489B-AD5F-35C3C35C46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1A61068-BCF0-4CCA-ACD0-86CA918FBC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BE467C-A7B9-4524-8C74-19378D286B4D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670005886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9348CF-FA6F-4B13-AF00-4519AC566B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ECE98-B387-4E1F-B167-ECE9ACF54B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5A2548-2163-4779-836E-E55B10EECB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FA2394-673A-483B-9AAC-FA21D35DE5D7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22125074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94B978-25C4-4F58-8450-B83B978662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F0A8CE-0124-43E2-96B3-1875F2337A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8AECC7-3D88-477F-B6F6-F72BDF77B4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66739F-33E9-4A1A-BB0E-886C85E46452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771312582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9F5662-5BF3-4BB9-8030-3C75DF105C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945CB6-7F29-44EA-9459-E9C897BF5D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7C5D2F-7F7D-48C7-BCFA-E4FEC82D05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FD3757-073B-44F5-8278-4BE38B1E4A11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845921672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92A8A7-8DF5-43E3-8E5A-C5113A0DCE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583C02A-0F28-4425-998E-877AD1DD3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C6ED0A-01F7-4D9A-A635-FC3B475E5C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8976C0-021A-432E-979E-92F0D414BB93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13201127"/>
      </p:ext>
    </p:extLst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67027C4-0671-4273-9B07-3EB2D5B17D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DD3515B-1AD0-437B-84EF-317EE0E23E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79539F1-3D58-426F-8C81-3F25B13819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AC361F-00BD-452F-844F-B65982FE1695}" type="slidenum">
              <a:rPr lang="es-ES" altLang="es-ES"/>
              <a:pPr/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70219148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1341EEB-58D7-46A8-BC0E-EB1BE3103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cambiar el estilo de título	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691E030-E6A2-4215-BFF4-EF3C0017A9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28445AB-ADFA-4E08-8FD3-EC31DBB577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FAF7D6-7255-4D93-AFFE-3A64F7A4556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AE527CA-A90F-428D-A543-5E9E33A3021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C212B0C-FD8F-440E-A1D1-D946E475AE69}" type="slidenum">
              <a:rPr lang="es-ES" altLang="es-ES"/>
              <a:pPr/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9">
            <a:extLst>
              <a:ext uri="{FF2B5EF4-FFF2-40B4-BE49-F238E27FC236}">
                <a16:creationId xmlns:a16="http://schemas.microsoft.com/office/drawing/2014/main" id="{940056A7-6A54-4BB4-ADE4-BF279CDE8423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río                  botella</a:t>
            </a:r>
          </a:p>
        </p:txBody>
      </p:sp>
      <p:pic>
        <p:nvPicPr>
          <p:cNvPr id="1029" name="Picture 7">
            <a:extLst>
              <a:ext uri="{FF2B5EF4-FFF2-40B4-BE49-F238E27FC236}">
                <a16:creationId xmlns:a16="http://schemas.microsoft.com/office/drawing/2014/main" id="{712A9B90-6A1C-42E6-A071-CA99842769B1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6513" y="1684338"/>
            <a:ext cx="2535237" cy="2968625"/>
          </a:xfrm>
          <a:noFill/>
        </p:spPr>
      </p:pic>
      <p:pic>
        <p:nvPicPr>
          <p:cNvPr id="1030" name="Picture 8">
            <a:extLst>
              <a:ext uri="{FF2B5EF4-FFF2-40B4-BE49-F238E27FC236}">
                <a16:creationId xmlns:a16="http://schemas.microsoft.com/office/drawing/2014/main" id="{BEC78203-D084-4144-90FB-734D17A95826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24525" y="1622425"/>
            <a:ext cx="1279525" cy="2959100"/>
          </a:xfrm>
          <a:noFill/>
        </p:spPr>
      </p:pic>
      <p:graphicFrame>
        <p:nvGraphicFramePr>
          <p:cNvPr id="1026" name="Object 12">
            <a:hlinkClick r:id="" action="ppaction://ole?verb=0"/>
            <a:extLst>
              <a:ext uri="{FF2B5EF4-FFF2-40B4-BE49-F238E27FC236}">
                <a16:creationId xmlns:a16="http://schemas.microsoft.com/office/drawing/2014/main" id="{3148C375-4BFD-4F12-BA69-4FC98B654DB9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13">
            <a:hlinkClick r:id="" action="ppaction://ole?verb=0"/>
            <a:extLst>
              <a:ext uri="{FF2B5EF4-FFF2-40B4-BE49-F238E27FC236}">
                <a16:creationId xmlns:a16="http://schemas.microsoft.com/office/drawing/2014/main" id="{0142BCE7-EDD2-40D2-A454-E17E387B4DBE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300788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062" name="AutoShape 1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41FE56E-45F1-4AD9-95EB-274791570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7">
            <a:extLst>
              <a:ext uri="{FF2B5EF4-FFF2-40B4-BE49-F238E27FC236}">
                <a16:creationId xmlns:a16="http://schemas.microsoft.com/office/drawing/2014/main" id="{33B6B1DE-CDC9-485B-86DF-CE0B96A26082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albañil                 maleta</a:t>
            </a:r>
          </a:p>
        </p:txBody>
      </p:sp>
      <p:pic>
        <p:nvPicPr>
          <p:cNvPr id="2053" name="Picture 12">
            <a:extLst>
              <a:ext uri="{FF2B5EF4-FFF2-40B4-BE49-F238E27FC236}">
                <a16:creationId xmlns:a16="http://schemas.microsoft.com/office/drawing/2014/main" id="{A5FFA475-440B-4D32-A8EB-78FB0ABE40A7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09663" y="1635125"/>
            <a:ext cx="2581275" cy="3162300"/>
          </a:xfrm>
          <a:noFill/>
        </p:spPr>
      </p:pic>
      <p:pic>
        <p:nvPicPr>
          <p:cNvPr id="2054" name="Picture 13">
            <a:extLst>
              <a:ext uri="{FF2B5EF4-FFF2-40B4-BE49-F238E27FC236}">
                <a16:creationId xmlns:a16="http://schemas.microsoft.com/office/drawing/2014/main" id="{EA2A4808-253A-4400-9A06-850C97F4A115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2363" y="1778000"/>
            <a:ext cx="3311525" cy="2782888"/>
          </a:xfrm>
          <a:noFill/>
        </p:spPr>
      </p:pic>
      <p:graphicFrame>
        <p:nvGraphicFramePr>
          <p:cNvPr id="2050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9E55B90A-7A3F-4854-9BB0-D2EB3F7DC05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8E93A94A-6938-458C-B8CC-BA6A3A41E27B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3088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EFE4090-2D4E-4110-A9F9-2A4E0034A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7">
            <a:extLst>
              <a:ext uri="{FF2B5EF4-FFF2-40B4-BE49-F238E27FC236}">
                <a16:creationId xmlns:a16="http://schemas.microsoft.com/office/drawing/2014/main" id="{5009495A-E6AC-4B01-A8FB-631B39358536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abrigo                     vela</a:t>
            </a:r>
            <a:r>
              <a:rPr lang="es-ES" altLang="es-ES"/>
              <a:t> </a:t>
            </a:r>
          </a:p>
        </p:txBody>
      </p:sp>
      <p:graphicFrame>
        <p:nvGraphicFramePr>
          <p:cNvPr id="3074" name="Object 11">
            <a:hlinkClick r:id="" action="ppaction://ole?verb=0"/>
            <a:extLst>
              <a:ext uri="{FF2B5EF4-FFF2-40B4-BE49-F238E27FC236}">
                <a16:creationId xmlns:a16="http://schemas.microsoft.com/office/drawing/2014/main" id="{E09B3E84-46EC-4D2A-9320-D71167D03A72}"/>
              </a:ext>
            </a:extLst>
          </p:cNvPr>
          <p:cNvGraphicFramePr>
            <a:graphicFrameLocks noChangeAspect="1"/>
          </p:cNvGraphicFramePr>
          <p:nvPr>
            <p:ph sz="quarter" idx="4"/>
          </p:nvPr>
        </p:nvGraphicFramePr>
        <p:xfrm>
          <a:off x="678815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Doc. de Grabadora de sonidos" r:id="rId4" imgW="304520" imgH="304520" progId="SoundRec">
                  <p:embed/>
                </p:oleObj>
              </mc:Choice>
              <mc:Fallback>
                <p:oleObj name="Doc. de Grabadora de sonidos" r:id="rId4" imgW="304520" imgH="304520" progId="SoundRec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4879975"/>
                        <a:ext cx="3048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7" name="Picture 12">
            <a:extLst>
              <a:ext uri="{FF2B5EF4-FFF2-40B4-BE49-F238E27FC236}">
                <a16:creationId xmlns:a16="http://schemas.microsoft.com/office/drawing/2014/main" id="{F73FFEAF-93B9-4B1A-B832-6A56F0F35C18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9838" y="1600200"/>
            <a:ext cx="2720975" cy="3197225"/>
          </a:xfrm>
          <a:noFill/>
        </p:spPr>
      </p:pic>
      <p:pic>
        <p:nvPicPr>
          <p:cNvPr id="3078" name="Picture 13">
            <a:extLst>
              <a:ext uri="{FF2B5EF4-FFF2-40B4-BE49-F238E27FC236}">
                <a16:creationId xmlns:a16="http://schemas.microsoft.com/office/drawing/2014/main" id="{7271C9E8-91A4-4123-AE73-94D0E337BF3D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84838" y="1846263"/>
            <a:ext cx="2487612" cy="2878137"/>
          </a:xfrm>
          <a:noFill/>
        </p:spPr>
      </p:pic>
      <p:graphicFrame>
        <p:nvGraphicFramePr>
          <p:cNvPr id="3075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94010028-C9EB-4F53-853A-1DF457D86455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4111" name="AutoShape 1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9F2D4C1-F790-42AC-9BFD-48437CDC8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7">
            <a:extLst>
              <a:ext uri="{FF2B5EF4-FFF2-40B4-BE49-F238E27FC236}">
                <a16:creationId xmlns:a16="http://schemas.microsoft.com/office/drawing/2014/main" id="{4C8CD47D-7542-41B7-9058-5205B33227F4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leer                     boli</a:t>
            </a:r>
          </a:p>
        </p:txBody>
      </p:sp>
      <p:pic>
        <p:nvPicPr>
          <p:cNvPr id="4101" name="Picture 12">
            <a:extLst>
              <a:ext uri="{FF2B5EF4-FFF2-40B4-BE49-F238E27FC236}">
                <a16:creationId xmlns:a16="http://schemas.microsoft.com/office/drawing/2014/main" id="{4C865CE1-7C34-4647-90E8-C0CECF4030AE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87475" y="1484313"/>
            <a:ext cx="2463800" cy="2736850"/>
          </a:xfrm>
          <a:noFill/>
        </p:spPr>
      </p:pic>
      <p:pic>
        <p:nvPicPr>
          <p:cNvPr id="4102" name="Picture 13">
            <a:extLst>
              <a:ext uri="{FF2B5EF4-FFF2-40B4-BE49-F238E27FC236}">
                <a16:creationId xmlns:a16="http://schemas.microsoft.com/office/drawing/2014/main" id="{1B939DDC-CBDB-4F47-A600-571DBCAFDB5C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75263" y="1484313"/>
            <a:ext cx="2492375" cy="2736850"/>
          </a:xfrm>
          <a:noFill/>
        </p:spPr>
      </p:pic>
      <p:graphicFrame>
        <p:nvGraphicFramePr>
          <p:cNvPr id="4098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F3CD8A0E-3040-45A6-A122-4DE5F857CF0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94DA71CF-8485-4F3B-9846-B36A530FAB0D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5136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1492FD7-FB18-47F0-AC3A-4CE0E6AC1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7">
            <a:extLst>
              <a:ext uri="{FF2B5EF4-FFF2-40B4-BE49-F238E27FC236}">
                <a16:creationId xmlns:a16="http://schemas.microsoft.com/office/drawing/2014/main" id="{699600CC-DF28-41FF-8B5F-696CDD3E9337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elefante              camisa</a:t>
            </a:r>
          </a:p>
        </p:txBody>
      </p:sp>
      <p:pic>
        <p:nvPicPr>
          <p:cNvPr id="5125" name="Picture 12">
            <a:extLst>
              <a:ext uri="{FF2B5EF4-FFF2-40B4-BE49-F238E27FC236}">
                <a16:creationId xmlns:a16="http://schemas.microsoft.com/office/drawing/2014/main" id="{17C021B1-FF60-4853-8325-70BBAB92C4ED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27125" y="1412875"/>
            <a:ext cx="2797175" cy="3311525"/>
          </a:xfrm>
          <a:noFill/>
        </p:spPr>
      </p:pic>
      <p:pic>
        <p:nvPicPr>
          <p:cNvPr id="5126" name="Picture 13">
            <a:extLst>
              <a:ext uri="{FF2B5EF4-FFF2-40B4-BE49-F238E27FC236}">
                <a16:creationId xmlns:a16="http://schemas.microsoft.com/office/drawing/2014/main" id="{16374A9F-DC8B-4A62-99B5-91505DDC0F45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5238" y="1484313"/>
            <a:ext cx="2952750" cy="3240087"/>
          </a:xfrm>
          <a:noFill/>
        </p:spPr>
      </p:pic>
      <p:graphicFrame>
        <p:nvGraphicFramePr>
          <p:cNvPr id="5122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8987EE4F-1170-4945-82C8-C099D579ED3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FDEDF27A-B00A-4B26-9599-434BF7725797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6160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9394115-25F2-4E6C-9CCB-B3A5B12B5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7">
            <a:extLst>
              <a:ext uri="{FF2B5EF4-FFF2-40B4-BE49-F238E27FC236}">
                <a16:creationId xmlns:a16="http://schemas.microsoft.com/office/drawing/2014/main" id="{BC7B8A79-14AC-493C-A0C1-07A618A66A6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beber              almendra</a:t>
            </a:r>
          </a:p>
        </p:txBody>
      </p:sp>
      <p:pic>
        <p:nvPicPr>
          <p:cNvPr id="6149" name="Picture 12">
            <a:extLst>
              <a:ext uri="{FF2B5EF4-FFF2-40B4-BE49-F238E27FC236}">
                <a16:creationId xmlns:a16="http://schemas.microsoft.com/office/drawing/2014/main" id="{CF088EA5-0847-4A46-A1F9-9BB833FF228E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55700" y="1484313"/>
            <a:ext cx="2608263" cy="3240087"/>
          </a:xfrm>
          <a:noFill/>
        </p:spPr>
      </p:pic>
      <p:pic>
        <p:nvPicPr>
          <p:cNvPr id="6150" name="Picture 13">
            <a:extLst>
              <a:ext uri="{FF2B5EF4-FFF2-40B4-BE49-F238E27FC236}">
                <a16:creationId xmlns:a16="http://schemas.microsoft.com/office/drawing/2014/main" id="{5D04902B-8DAA-4DD3-9EBE-750EFFCA8810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92725" y="1484313"/>
            <a:ext cx="2224088" cy="3240087"/>
          </a:xfrm>
          <a:noFill/>
        </p:spPr>
      </p:pic>
      <p:graphicFrame>
        <p:nvGraphicFramePr>
          <p:cNvPr id="6146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81064629-C0FD-44FA-AB62-FFEC63B0457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13D349FF-5B12-407E-AA48-88580B920428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7184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01A8901-90B3-45B4-9578-9D0EA2C6B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7">
            <a:extLst>
              <a:ext uri="{FF2B5EF4-FFF2-40B4-BE49-F238E27FC236}">
                <a16:creationId xmlns:a16="http://schemas.microsoft.com/office/drawing/2014/main" id="{B2D49EE4-6C99-49D9-9838-8416BEB4E1F2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ensalada               beso</a:t>
            </a:r>
          </a:p>
        </p:txBody>
      </p:sp>
      <p:pic>
        <p:nvPicPr>
          <p:cNvPr id="7173" name="Picture 12">
            <a:extLst>
              <a:ext uri="{FF2B5EF4-FFF2-40B4-BE49-F238E27FC236}">
                <a16:creationId xmlns:a16="http://schemas.microsoft.com/office/drawing/2014/main" id="{71FC3D75-71BC-475E-B400-D49A22C041D4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350" y="1765300"/>
            <a:ext cx="2736850" cy="2671763"/>
          </a:xfrm>
          <a:noFill/>
        </p:spPr>
      </p:pic>
      <p:pic>
        <p:nvPicPr>
          <p:cNvPr id="7174" name="Picture 13">
            <a:extLst>
              <a:ext uri="{FF2B5EF4-FFF2-40B4-BE49-F238E27FC236}">
                <a16:creationId xmlns:a16="http://schemas.microsoft.com/office/drawing/2014/main" id="{92AA9F41-189C-4B6A-9F4D-1E3C21BB79E9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4163" y="1927225"/>
            <a:ext cx="2808287" cy="2438400"/>
          </a:xfrm>
          <a:noFill/>
        </p:spPr>
      </p:pic>
      <p:graphicFrame>
        <p:nvGraphicFramePr>
          <p:cNvPr id="7170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138D4DDC-5267-4832-A113-56AC97A7BC4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5FD47853-60A1-4E72-9CB2-D99EBD279451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8208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122FA02-A804-4300-B8B9-719AC1DA2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7">
            <a:extLst>
              <a:ext uri="{FF2B5EF4-FFF2-40B4-BE49-F238E27FC236}">
                <a16:creationId xmlns:a16="http://schemas.microsoft.com/office/drawing/2014/main" id="{5961B948-A95E-4027-9FEA-73FEB0EAD93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encender              hilo</a:t>
            </a:r>
          </a:p>
        </p:txBody>
      </p:sp>
      <p:pic>
        <p:nvPicPr>
          <p:cNvPr id="8197" name="Picture 12">
            <a:extLst>
              <a:ext uri="{FF2B5EF4-FFF2-40B4-BE49-F238E27FC236}">
                <a16:creationId xmlns:a16="http://schemas.microsoft.com/office/drawing/2014/main" id="{40020E44-5192-48AA-A067-EF8DDD3B8A8F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39875" y="1341438"/>
            <a:ext cx="2854325" cy="3240087"/>
          </a:xfrm>
          <a:noFill/>
        </p:spPr>
      </p:pic>
      <p:pic>
        <p:nvPicPr>
          <p:cNvPr id="8198" name="Picture 13">
            <a:extLst>
              <a:ext uri="{FF2B5EF4-FFF2-40B4-BE49-F238E27FC236}">
                <a16:creationId xmlns:a16="http://schemas.microsoft.com/office/drawing/2014/main" id="{4699B38D-7235-4B3C-BC17-2B97541A96C8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08625" y="1412875"/>
            <a:ext cx="2546350" cy="3168650"/>
          </a:xfrm>
          <a:noFill/>
        </p:spPr>
      </p:pic>
      <p:graphicFrame>
        <p:nvGraphicFramePr>
          <p:cNvPr id="8194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E525E555-1F81-4340-8767-7D57FD501F54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45AC057F-F42E-42EB-9487-D3865121D521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9232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71493EF-5A91-4BBD-B1A1-96D65E661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7">
            <a:extLst>
              <a:ext uri="{FF2B5EF4-FFF2-40B4-BE49-F238E27FC236}">
                <a16:creationId xmlns:a16="http://schemas.microsoft.com/office/drawing/2014/main" id="{2B1A48F4-50BA-44A9-A47D-E50D12B856BD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jabalí             estrella</a:t>
            </a:r>
          </a:p>
        </p:txBody>
      </p:sp>
      <p:pic>
        <p:nvPicPr>
          <p:cNvPr id="9221" name="Picture 12">
            <a:extLst>
              <a:ext uri="{FF2B5EF4-FFF2-40B4-BE49-F238E27FC236}">
                <a16:creationId xmlns:a16="http://schemas.microsoft.com/office/drawing/2014/main" id="{6B00FF3F-0AA8-4430-A49B-C8D3F6FD2E38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913" y="1885950"/>
            <a:ext cx="3024187" cy="2779713"/>
          </a:xfrm>
          <a:noFill/>
        </p:spPr>
      </p:pic>
      <p:pic>
        <p:nvPicPr>
          <p:cNvPr id="9222" name="Picture 13">
            <a:extLst>
              <a:ext uri="{FF2B5EF4-FFF2-40B4-BE49-F238E27FC236}">
                <a16:creationId xmlns:a16="http://schemas.microsoft.com/office/drawing/2014/main" id="{3C4C94CB-B195-4C72-85E7-7EE565B77337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4163" y="1958975"/>
            <a:ext cx="2414587" cy="2622550"/>
          </a:xfrm>
          <a:noFill/>
        </p:spPr>
      </p:pic>
      <p:graphicFrame>
        <p:nvGraphicFramePr>
          <p:cNvPr id="9218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1E7469D0-3649-4FF1-93CE-0434B5258D38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0E10721D-6B9D-44C9-A062-50A19F492F8F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0256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D2276F2-CEE7-4C23-8071-D54A41FC6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7">
            <a:extLst>
              <a:ext uri="{FF2B5EF4-FFF2-40B4-BE49-F238E27FC236}">
                <a16:creationId xmlns:a16="http://schemas.microsoft.com/office/drawing/2014/main" id="{158C793B-F419-42AE-8E62-0E8BAABCB18C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dedo             papelera</a:t>
            </a:r>
          </a:p>
        </p:txBody>
      </p:sp>
      <p:pic>
        <p:nvPicPr>
          <p:cNvPr id="10245" name="Picture 12">
            <a:extLst>
              <a:ext uri="{FF2B5EF4-FFF2-40B4-BE49-F238E27FC236}">
                <a16:creationId xmlns:a16="http://schemas.microsoft.com/office/drawing/2014/main" id="{22C56084-E0F3-4C83-ACF2-7B881DE9BD21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3500" y="1341438"/>
            <a:ext cx="2678113" cy="3167062"/>
          </a:xfrm>
          <a:noFill/>
        </p:spPr>
      </p:pic>
      <p:pic>
        <p:nvPicPr>
          <p:cNvPr id="10246" name="Picture 13">
            <a:extLst>
              <a:ext uri="{FF2B5EF4-FFF2-40B4-BE49-F238E27FC236}">
                <a16:creationId xmlns:a16="http://schemas.microsoft.com/office/drawing/2014/main" id="{8F78C9F8-FE36-475D-9A9E-29C5B379545E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3800" y="1484313"/>
            <a:ext cx="2770188" cy="3024187"/>
          </a:xfrm>
          <a:noFill/>
        </p:spPr>
      </p:pic>
      <p:graphicFrame>
        <p:nvGraphicFramePr>
          <p:cNvPr id="10242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9251EE3A-3614-4D5F-B579-569B601913ED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65943A9A-554F-474A-8AEC-E720327766AE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1280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CC10884-1220-430F-83D8-5E99FE6E5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7">
            <a:extLst>
              <a:ext uri="{FF2B5EF4-FFF2-40B4-BE49-F238E27FC236}">
                <a16:creationId xmlns:a16="http://schemas.microsoft.com/office/drawing/2014/main" id="{890DF7D3-7621-4F52-84F0-C4DE32C74F63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mecánico           carpintero</a:t>
            </a:r>
          </a:p>
        </p:txBody>
      </p:sp>
      <p:pic>
        <p:nvPicPr>
          <p:cNvPr id="11269" name="Picture 12">
            <a:extLst>
              <a:ext uri="{FF2B5EF4-FFF2-40B4-BE49-F238E27FC236}">
                <a16:creationId xmlns:a16="http://schemas.microsoft.com/office/drawing/2014/main" id="{FA7A48B1-A78C-4DCE-93E3-54612952FB98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2988" y="1878013"/>
            <a:ext cx="3168650" cy="2908300"/>
          </a:xfrm>
          <a:noFill/>
        </p:spPr>
      </p:pic>
      <p:pic>
        <p:nvPicPr>
          <p:cNvPr id="11270" name="Picture 13">
            <a:extLst>
              <a:ext uri="{FF2B5EF4-FFF2-40B4-BE49-F238E27FC236}">
                <a16:creationId xmlns:a16="http://schemas.microsoft.com/office/drawing/2014/main" id="{9112C7BE-9131-47C5-9183-A2E183DCD394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4163" y="1341438"/>
            <a:ext cx="2536825" cy="3311525"/>
          </a:xfrm>
          <a:noFill/>
        </p:spPr>
      </p:pic>
      <p:graphicFrame>
        <p:nvGraphicFramePr>
          <p:cNvPr id="11266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18B5D558-886A-40F8-B481-B25AE23AFAE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4B206944-A88C-41CE-AEB8-83A647B49095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2304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3DEA280-EF64-4A50-B5D1-23B8B3CD2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7">
            <a:extLst>
              <a:ext uri="{FF2B5EF4-FFF2-40B4-BE49-F238E27FC236}">
                <a16:creationId xmlns:a16="http://schemas.microsoft.com/office/drawing/2014/main" id="{EAB09EF0-83EB-4E37-A77A-9243AACB9A0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camiseta         calcetines</a:t>
            </a:r>
          </a:p>
        </p:txBody>
      </p:sp>
      <p:pic>
        <p:nvPicPr>
          <p:cNvPr id="12293" name="Picture 12">
            <a:extLst>
              <a:ext uri="{FF2B5EF4-FFF2-40B4-BE49-F238E27FC236}">
                <a16:creationId xmlns:a16="http://schemas.microsoft.com/office/drawing/2014/main" id="{AF17DF6D-45A6-47BD-BEC6-929730F25056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1430338"/>
            <a:ext cx="3097213" cy="3033712"/>
          </a:xfrm>
          <a:noFill/>
        </p:spPr>
      </p:pic>
      <p:pic>
        <p:nvPicPr>
          <p:cNvPr id="12294" name="Picture 13">
            <a:extLst>
              <a:ext uri="{FF2B5EF4-FFF2-40B4-BE49-F238E27FC236}">
                <a16:creationId xmlns:a16="http://schemas.microsoft.com/office/drawing/2014/main" id="{81B05997-75A9-4064-974D-EAE0FC045237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3438" y="1438275"/>
            <a:ext cx="3457575" cy="3025775"/>
          </a:xfrm>
          <a:noFill/>
        </p:spPr>
      </p:pic>
      <p:graphicFrame>
        <p:nvGraphicFramePr>
          <p:cNvPr id="12290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FAC8276B-666F-4156-AAFA-15090C1E412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1DACE25E-50FD-48AB-8135-57A34E4BBE8C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3328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35A9B43-68E6-43F2-85CF-AC661C032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7">
            <a:extLst>
              <a:ext uri="{FF2B5EF4-FFF2-40B4-BE49-F238E27FC236}">
                <a16:creationId xmlns:a16="http://schemas.microsoft.com/office/drawing/2014/main" id="{5FA19100-5E1D-4365-B611-A813EA80BB68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periódico            peine</a:t>
            </a:r>
          </a:p>
        </p:txBody>
      </p:sp>
      <p:pic>
        <p:nvPicPr>
          <p:cNvPr id="13317" name="Picture 12">
            <a:extLst>
              <a:ext uri="{FF2B5EF4-FFF2-40B4-BE49-F238E27FC236}">
                <a16:creationId xmlns:a16="http://schemas.microsoft.com/office/drawing/2014/main" id="{89394565-F0C5-4B84-ABD5-39D648161D8F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7988" y="1484313"/>
            <a:ext cx="2389187" cy="3097212"/>
          </a:xfrm>
          <a:noFill/>
        </p:spPr>
      </p:pic>
      <p:pic>
        <p:nvPicPr>
          <p:cNvPr id="13318" name="Picture 13">
            <a:extLst>
              <a:ext uri="{FF2B5EF4-FFF2-40B4-BE49-F238E27FC236}">
                <a16:creationId xmlns:a16="http://schemas.microsoft.com/office/drawing/2014/main" id="{8D333C5E-CFB1-48C7-ABE0-4D602616DAF3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05463" y="1484313"/>
            <a:ext cx="1651000" cy="3049587"/>
          </a:xfrm>
          <a:noFill/>
        </p:spPr>
      </p:pic>
      <p:graphicFrame>
        <p:nvGraphicFramePr>
          <p:cNvPr id="13314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3AA468AF-8569-4A8C-A6BC-F32972067E1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35783E14-6F69-42B0-BAE2-3E5A393FDA16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4352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F6CE759-C0D5-4D3C-A4DB-082F98921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7">
            <a:extLst>
              <a:ext uri="{FF2B5EF4-FFF2-40B4-BE49-F238E27FC236}">
                <a16:creationId xmlns:a16="http://schemas.microsoft.com/office/drawing/2014/main" id="{F6C556FA-BA26-423C-BE64-3F12036F579A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escribir             bicicleta</a:t>
            </a:r>
          </a:p>
        </p:txBody>
      </p:sp>
      <p:pic>
        <p:nvPicPr>
          <p:cNvPr id="14341" name="Picture 12">
            <a:extLst>
              <a:ext uri="{FF2B5EF4-FFF2-40B4-BE49-F238E27FC236}">
                <a16:creationId xmlns:a16="http://schemas.microsoft.com/office/drawing/2014/main" id="{9D947BBA-0DC3-448E-8001-671B0D9F9761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8425" y="1412875"/>
            <a:ext cx="2616200" cy="3024188"/>
          </a:xfrm>
          <a:noFill/>
        </p:spPr>
      </p:pic>
      <p:pic>
        <p:nvPicPr>
          <p:cNvPr id="14342" name="Picture 13">
            <a:extLst>
              <a:ext uri="{FF2B5EF4-FFF2-40B4-BE49-F238E27FC236}">
                <a16:creationId xmlns:a16="http://schemas.microsoft.com/office/drawing/2014/main" id="{B15F012B-8ADB-423A-A21A-1FCDA97E4114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27600" y="1817688"/>
            <a:ext cx="3173413" cy="2573337"/>
          </a:xfrm>
          <a:noFill/>
        </p:spPr>
      </p:pic>
      <p:graphicFrame>
        <p:nvGraphicFramePr>
          <p:cNvPr id="14338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904B8BA5-3C47-4D84-8972-D5D27B7ABFE9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20E49E09-36B6-401B-8E60-2585CA650C7C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5376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28778D8-9351-432C-A1BD-38431D1A4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7">
            <a:extLst>
              <a:ext uri="{FF2B5EF4-FFF2-40B4-BE49-F238E27FC236}">
                <a16:creationId xmlns:a16="http://schemas.microsoft.com/office/drawing/2014/main" id="{2D8B9AB7-16B6-40EA-8D80-1AFFCEA8D6DE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linterna                    espina</a:t>
            </a:r>
          </a:p>
        </p:txBody>
      </p:sp>
      <p:pic>
        <p:nvPicPr>
          <p:cNvPr id="15365" name="Picture 12">
            <a:extLst>
              <a:ext uri="{FF2B5EF4-FFF2-40B4-BE49-F238E27FC236}">
                <a16:creationId xmlns:a16="http://schemas.microsoft.com/office/drawing/2014/main" id="{0B414758-ED6E-4891-976E-0B087552F669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650" y="1854200"/>
            <a:ext cx="4248150" cy="2849563"/>
          </a:xfrm>
          <a:noFill/>
        </p:spPr>
      </p:pic>
      <p:pic>
        <p:nvPicPr>
          <p:cNvPr id="15366" name="Picture 13">
            <a:extLst>
              <a:ext uri="{FF2B5EF4-FFF2-40B4-BE49-F238E27FC236}">
                <a16:creationId xmlns:a16="http://schemas.microsoft.com/office/drawing/2014/main" id="{87DA737B-8E05-4CCB-8611-42B6ED1DD2F2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80063" y="2027238"/>
            <a:ext cx="2833687" cy="2508250"/>
          </a:xfrm>
          <a:noFill/>
        </p:spPr>
      </p:pic>
      <p:graphicFrame>
        <p:nvGraphicFramePr>
          <p:cNvPr id="15362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EB6AF55B-D5E5-48DD-B17E-E70F9952E5B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DDDAA439-AFF9-4421-9E19-4E485D55B651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6400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3E17D5C-3118-4AD6-B378-F070CEB17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7">
            <a:extLst>
              <a:ext uri="{FF2B5EF4-FFF2-40B4-BE49-F238E27FC236}">
                <a16:creationId xmlns:a16="http://schemas.microsoft.com/office/drawing/2014/main" id="{FA7DD051-500C-4762-8C39-19AE9B2339DD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dientes               biberón</a:t>
            </a:r>
          </a:p>
        </p:txBody>
      </p:sp>
      <p:pic>
        <p:nvPicPr>
          <p:cNvPr id="16389" name="Picture 12">
            <a:extLst>
              <a:ext uri="{FF2B5EF4-FFF2-40B4-BE49-F238E27FC236}">
                <a16:creationId xmlns:a16="http://schemas.microsoft.com/office/drawing/2014/main" id="{2886C1E2-137B-4E17-8FD4-0450F1CD9359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62063" y="1412875"/>
            <a:ext cx="2800350" cy="2952750"/>
          </a:xfrm>
          <a:noFill/>
        </p:spPr>
      </p:pic>
      <p:pic>
        <p:nvPicPr>
          <p:cNvPr id="16390" name="Picture 13">
            <a:extLst>
              <a:ext uri="{FF2B5EF4-FFF2-40B4-BE49-F238E27FC236}">
                <a16:creationId xmlns:a16="http://schemas.microsoft.com/office/drawing/2014/main" id="{A1F64827-A1C8-4808-B29B-F77EDB6B4AA7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9850" y="1484313"/>
            <a:ext cx="2613025" cy="2881312"/>
          </a:xfrm>
          <a:noFill/>
        </p:spPr>
      </p:pic>
      <p:graphicFrame>
        <p:nvGraphicFramePr>
          <p:cNvPr id="16386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0ADB0D5E-7CF0-4647-AFC1-6B50942DBCBF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140E37FD-A39B-440C-B652-5A5B02584F4F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7424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A335AD5-A57A-47FC-8BC0-A18016B90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7">
            <a:extLst>
              <a:ext uri="{FF2B5EF4-FFF2-40B4-BE49-F238E27FC236}">
                <a16:creationId xmlns:a16="http://schemas.microsoft.com/office/drawing/2014/main" id="{6F7F7055-B620-4B3E-A9F6-F28079AC8A6F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aceite          gasolinera</a:t>
            </a:r>
          </a:p>
        </p:txBody>
      </p:sp>
      <p:pic>
        <p:nvPicPr>
          <p:cNvPr id="17413" name="Picture 12">
            <a:extLst>
              <a:ext uri="{FF2B5EF4-FFF2-40B4-BE49-F238E27FC236}">
                <a16:creationId xmlns:a16="http://schemas.microsoft.com/office/drawing/2014/main" id="{BF03C2A9-9B77-4C72-AFC1-C2E750F2746D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9738" y="1600200"/>
            <a:ext cx="1163637" cy="3197225"/>
          </a:xfrm>
          <a:noFill/>
        </p:spPr>
      </p:pic>
      <p:pic>
        <p:nvPicPr>
          <p:cNvPr id="17414" name="Picture 13">
            <a:extLst>
              <a:ext uri="{FF2B5EF4-FFF2-40B4-BE49-F238E27FC236}">
                <a16:creationId xmlns:a16="http://schemas.microsoft.com/office/drawing/2014/main" id="{7BA52BC2-3508-4FC4-9B80-28F5B0E281B2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0900" y="1412875"/>
            <a:ext cx="3006725" cy="3311525"/>
          </a:xfrm>
          <a:noFill/>
        </p:spPr>
      </p:pic>
      <p:graphicFrame>
        <p:nvGraphicFramePr>
          <p:cNvPr id="17410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40069E16-A503-4664-8A92-E95816CEC74C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56B49D8F-21E7-4D1D-A084-1D086EFAA39E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8448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59238D1-307D-47F2-B3BD-939C758D9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7">
            <a:extLst>
              <a:ext uri="{FF2B5EF4-FFF2-40B4-BE49-F238E27FC236}">
                <a16:creationId xmlns:a16="http://schemas.microsoft.com/office/drawing/2014/main" id="{54EACFE8-99A5-4B67-91B2-19785DE76D31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cepillo                  afeitar</a:t>
            </a:r>
          </a:p>
        </p:txBody>
      </p:sp>
      <p:pic>
        <p:nvPicPr>
          <p:cNvPr id="18437" name="Picture 12">
            <a:extLst>
              <a:ext uri="{FF2B5EF4-FFF2-40B4-BE49-F238E27FC236}">
                <a16:creationId xmlns:a16="http://schemas.microsoft.com/office/drawing/2014/main" id="{709683E5-A44E-425D-9722-59FC19E608E7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550" y="2017713"/>
            <a:ext cx="3887788" cy="1743075"/>
          </a:xfrm>
          <a:noFill/>
        </p:spPr>
      </p:pic>
      <p:pic>
        <p:nvPicPr>
          <p:cNvPr id="18438" name="Picture 13">
            <a:extLst>
              <a:ext uri="{FF2B5EF4-FFF2-40B4-BE49-F238E27FC236}">
                <a16:creationId xmlns:a16="http://schemas.microsoft.com/office/drawing/2014/main" id="{5D4D623E-8285-4038-B2BF-F310372E3CCE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08625" y="1577975"/>
            <a:ext cx="2663825" cy="2562225"/>
          </a:xfrm>
          <a:noFill/>
        </p:spPr>
      </p:pic>
      <p:graphicFrame>
        <p:nvGraphicFramePr>
          <p:cNvPr id="18434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4D6C85AC-596E-4E75-A6FD-3F7E8DFDDE93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C9DBCC1B-5460-431D-8B59-093533C3CDDB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19472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E53E683-FD35-4D12-A187-7B3F56060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7">
            <a:extLst>
              <a:ext uri="{FF2B5EF4-FFF2-40B4-BE49-F238E27FC236}">
                <a16:creationId xmlns:a16="http://schemas.microsoft.com/office/drawing/2014/main" id="{A0E86F42-3EB7-49C7-ABEB-5DF926C5C7B2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reír                   pie</a:t>
            </a:r>
          </a:p>
        </p:txBody>
      </p:sp>
      <p:pic>
        <p:nvPicPr>
          <p:cNvPr id="19461" name="Picture 12">
            <a:extLst>
              <a:ext uri="{FF2B5EF4-FFF2-40B4-BE49-F238E27FC236}">
                <a16:creationId xmlns:a16="http://schemas.microsoft.com/office/drawing/2014/main" id="{6201B484-565B-46A1-99B6-532A9636E62D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8600" y="1484313"/>
            <a:ext cx="2501900" cy="3097212"/>
          </a:xfrm>
          <a:noFill/>
        </p:spPr>
      </p:pic>
      <p:pic>
        <p:nvPicPr>
          <p:cNvPr id="19462" name="Picture 13">
            <a:extLst>
              <a:ext uri="{FF2B5EF4-FFF2-40B4-BE49-F238E27FC236}">
                <a16:creationId xmlns:a16="http://schemas.microsoft.com/office/drawing/2014/main" id="{E9843F2E-B17B-498D-89A7-A8B5B78FF423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94300" y="1600200"/>
            <a:ext cx="2325688" cy="2981325"/>
          </a:xfrm>
          <a:noFill/>
        </p:spPr>
      </p:pic>
      <p:graphicFrame>
        <p:nvGraphicFramePr>
          <p:cNvPr id="19458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08F532ED-A06B-4EB7-8822-231DFAF8B7F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F865CE31-C912-4FB4-9228-60C2B4A7F45D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0496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A905AA1-A5CC-4CE0-BCB9-4B1B66F19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7">
            <a:extLst>
              <a:ext uri="{FF2B5EF4-FFF2-40B4-BE49-F238E27FC236}">
                <a16:creationId xmlns:a16="http://schemas.microsoft.com/office/drawing/2014/main" id="{AF008230-2FC0-4EFE-992A-DF5623A3CC1B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s-ES" altLang="es-ES">
                <a:solidFill>
                  <a:schemeClr val="accent2"/>
                </a:solidFill>
              </a:rPr>
              <a:t>tijeras            serpiente</a:t>
            </a:r>
          </a:p>
        </p:txBody>
      </p:sp>
      <p:pic>
        <p:nvPicPr>
          <p:cNvPr id="20485" name="Picture 12">
            <a:extLst>
              <a:ext uri="{FF2B5EF4-FFF2-40B4-BE49-F238E27FC236}">
                <a16:creationId xmlns:a16="http://schemas.microsoft.com/office/drawing/2014/main" id="{8D26CE4F-87A1-4E87-ABFA-F6EFA8BF2569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6013" y="1760538"/>
            <a:ext cx="2879725" cy="1971675"/>
          </a:xfrm>
          <a:noFill/>
        </p:spPr>
      </p:pic>
      <p:pic>
        <p:nvPicPr>
          <p:cNvPr id="20486" name="Picture 13">
            <a:extLst>
              <a:ext uri="{FF2B5EF4-FFF2-40B4-BE49-F238E27FC236}">
                <a16:creationId xmlns:a16="http://schemas.microsoft.com/office/drawing/2014/main" id="{71D4ADE7-5391-40CF-9A0D-4C91473182AD}"/>
              </a:ext>
            </a:extLst>
          </p:cNvPr>
          <p:cNvPicPr>
            <a:picLocks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53013" y="1412875"/>
            <a:ext cx="2632075" cy="3311525"/>
          </a:xfrm>
          <a:noFill/>
        </p:spPr>
      </p:pic>
      <p:graphicFrame>
        <p:nvGraphicFramePr>
          <p:cNvPr id="20482" name="Object 14">
            <a:hlinkClick r:id="" action="ppaction://ole?verb=0"/>
            <a:extLst>
              <a:ext uri="{FF2B5EF4-FFF2-40B4-BE49-F238E27FC236}">
                <a16:creationId xmlns:a16="http://schemas.microsoft.com/office/drawing/2014/main" id="{139C9932-DA48-4959-8622-FB6BDF56A870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324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Doc. de Grabadora de sonidos" r:id="rId6" imgW="304520" imgH="304520" progId="SoundRec">
                  <p:embed/>
                </p:oleObj>
              </mc:Choice>
              <mc:Fallback>
                <p:oleObj name="Doc. de Grabadora de sonidos" r:id="rId6" imgW="304520" imgH="304520" progId="SoundRec">
                  <p:embed/>
                  <p:pic>
                    <p:nvPicPr>
                      <p:cNvPr id="0" name="Object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15">
            <a:hlinkClick r:id="" action="ppaction://ole?verb=0"/>
            <a:extLst>
              <a:ext uri="{FF2B5EF4-FFF2-40B4-BE49-F238E27FC236}">
                <a16:creationId xmlns:a16="http://schemas.microsoft.com/office/drawing/2014/main" id="{D0BFED77-0EB2-4AAB-9B69-90B3DFD4BACC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6515100" y="487997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9" name="Doc. de Grabadora de sonidos" r:id="rId8" imgW="304520" imgH="304520" progId="SoundRec">
                  <p:embed/>
                </p:oleObj>
              </mc:Choice>
              <mc:Fallback>
                <p:oleObj name="Doc. de Grabadora de sonidos" r:id="rId8" imgW="304520" imgH="304520" progId="SoundRec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5100" y="487997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 useBgFill="1">
        <p:nvSpPr>
          <p:cNvPr id="21520" name="AutoShape 1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0C7FE3A-22D0-4D03-B053-E3F4BD382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661025"/>
            <a:ext cx="3097212" cy="720725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s-ES" altLang="es-ES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>
            <a:extLst>
              <a:ext uri="{FF2B5EF4-FFF2-40B4-BE49-F238E27FC236}">
                <a16:creationId xmlns:a16="http://schemas.microsoft.com/office/drawing/2014/main" id="{99BE7370-8275-4A4E-8146-EF6CA82AF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484313"/>
            <a:ext cx="3240087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ES" sz="4400">
                <a:solidFill>
                  <a:srgbClr val="CC3300"/>
                </a:solidFill>
              </a:rPr>
              <a:t>ESC   SALIR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63</Words>
  <Application>Microsoft Office PowerPoint</Application>
  <PresentationFormat>Presentación en pantalla (4:3)</PresentationFormat>
  <Paragraphs>42</Paragraphs>
  <Slides>21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Diseño predeterminado</vt:lpstr>
      <vt:lpstr>río                  botella</vt:lpstr>
      <vt:lpstr>albañil                 maleta</vt:lpstr>
      <vt:lpstr>abrigo                     vela </vt:lpstr>
      <vt:lpstr>leer                     boli</vt:lpstr>
      <vt:lpstr>elefante              camisa</vt:lpstr>
      <vt:lpstr>beber              almendra</vt:lpstr>
      <vt:lpstr>ensalada               beso</vt:lpstr>
      <vt:lpstr>encender              hilo</vt:lpstr>
      <vt:lpstr>jabalí             estrella</vt:lpstr>
      <vt:lpstr>dedo             papelera</vt:lpstr>
      <vt:lpstr>mecánico           carpintero</vt:lpstr>
      <vt:lpstr>camiseta         calcetines</vt:lpstr>
      <vt:lpstr>periódico            peine</vt:lpstr>
      <vt:lpstr>escribir             bicicleta</vt:lpstr>
      <vt:lpstr>linterna                    espina</vt:lpstr>
      <vt:lpstr>dientes               biberón</vt:lpstr>
      <vt:lpstr>aceite          gasolinera</vt:lpstr>
      <vt:lpstr>cepillo                  afeitar</vt:lpstr>
      <vt:lpstr>reír                   pie</vt:lpstr>
      <vt:lpstr>tijeras            serpiente</vt:lpstr>
      <vt:lpstr>Presentación de PowerPoint</vt:lpstr>
    </vt:vector>
  </TitlesOfParts>
  <Company>dga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ALBERTO ABARCA</dc:creator>
  <cp:lastModifiedBy>Usuario de Windows</cp:lastModifiedBy>
  <cp:revision>8</cp:revision>
  <dcterms:created xsi:type="dcterms:W3CDTF">2008-06-12T11:53:33Z</dcterms:created>
  <dcterms:modified xsi:type="dcterms:W3CDTF">2020-06-01T23:39:56Z</dcterms:modified>
</cp:coreProperties>
</file>