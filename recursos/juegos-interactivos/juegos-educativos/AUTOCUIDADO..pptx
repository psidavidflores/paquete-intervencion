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56" r:id="rId3"/>
    <p:sldId id="258" r:id="rId4"/>
    <p:sldId id="260" r:id="rId5"/>
    <p:sldId id="261" r:id="rId6"/>
    <p:sldId id="262" r:id="rId7"/>
    <p:sldId id="263" r:id="rId8"/>
    <p:sldId id="264" r:id="rId9"/>
    <p:sldId id="266" r:id="rId10"/>
    <p:sldId id="267" r:id="rId11"/>
    <p:sldId id="268" r:id="rId12"/>
  </p:sldIdLst>
  <p:sldSz cx="9144000" cy="6858000" type="screen4x3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E6E6F-1164-4798-9C5B-67078CD531A9}" type="datetimeFigureOut">
              <a:rPr lang="es-CL" smtClean="0"/>
              <a:t>22-02-2019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33D8A-B783-41B5-A4A9-DCC69B47D65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07584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E6E6F-1164-4798-9C5B-67078CD531A9}" type="datetimeFigureOut">
              <a:rPr lang="es-CL" smtClean="0"/>
              <a:t>22-02-2019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33D8A-B783-41B5-A4A9-DCC69B47D65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48705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E6E6F-1164-4798-9C5B-67078CD531A9}" type="datetimeFigureOut">
              <a:rPr lang="es-CL" smtClean="0"/>
              <a:t>22-02-2019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33D8A-B783-41B5-A4A9-DCC69B47D65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75316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E6E6F-1164-4798-9C5B-67078CD531A9}" type="datetimeFigureOut">
              <a:rPr lang="es-CL" smtClean="0"/>
              <a:t>22-02-2019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33D8A-B783-41B5-A4A9-DCC69B47D65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15072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E6E6F-1164-4798-9C5B-67078CD531A9}" type="datetimeFigureOut">
              <a:rPr lang="es-CL" smtClean="0"/>
              <a:t>22-02-2019</a:t>
            </a:fld>
            <a:endParaRPr lang="es-CL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33D8A-B783-41B5-A4A9-DCC69B47D65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56467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E6E6F-1164-4798-9C5B-67078CD531A9}" type="datetimeFigureOut">
              <a:rPr lang="es-CL" smtClean="0"/>
              <a:t>22-02-2019</a:t>
            </a:fld>
            <a:endParaRPr lang="es-CL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33D8A-B783-41B5-A4A9-DCC69B47D65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211478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E6E6F-1164-4798-9C5B-67078CD531A9}" type="datetimeFigureOut">
              <a:rPr lang="es-CL" smtClean="0"/>
              <a:t>22-02-2019</a:t>
            </a:fld>
            <a:endParaRPr lang="es-CL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33D8A-B783-41B5-A4A9-DCC69B47D65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7229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E6E6F-1164-4798-9C5B-67078CD531A9}" type="datetimeFigureOut">
              <a:rPr lang="es-CL" smtClean="0"/>
              <a:t>22-02-2019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33D8A-B783-41B5-A4A9-DCC69B47D65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893040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E6E6F-1164-4798-9C5B-67078CD531A9}" type="datetimeFigureOut">
              <a:rPr lang="es-CL" smtClean="0"/>
              <a:t>22-02-2019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33D8A-B783-41B5-A4A9-DCC69B47D65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55818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E6E6F-1164-4798-9C5B-67078CD531A9}" type="datetimeFigureOut">
              <a:rPr lang="es-CL" smtClean="0"/>
              <a:t>22-02-2019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33D8A-B783-41B5-A4A9-DCC69B47D65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023194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E6E6F-1164-4798-9C5B-67078CD531A9}" type="datetimeFigureOut">
              <a:rPr lang="es-CL" smtClean="0"/>
              <a:t>22-02-2019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33D8A-B783-41B5-A4A9-DCC69B47D65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32648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0E6E6F-1164-4798-9C5B-67078CD531A9}" type="datetimeFigureOut">
              <a:rPr lang="es-CL" smtClean="0"/>
              <a:t>22-02-2019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E33D8A-B783-41B5-A4A9-DCC69B47D65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06974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quierocuidarme.dkvsalud.es/ocio-y-bienestar/que-es-el-masturdating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eg"/><Relationship Id="rId3" Type="http://schemas.openxmlformats.org/officeDocument/2006/relationships/image" Target="../media/image19.jpeg"/><Relationship Id="rId7" Type="http://schemas.openxmlformats.org/officeDocument/2006/relationships/image" Target="../media/image23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jpeg"/><Relationship Id="rId5" Type="http://schemas.openxmlformats.org/officeDocument/2006/relationships/image" Target="../media/image21.jpeg"/><Relationship Id="rId10" Type="http://schemas.openxmlformats.org/officeDocument/2006/relationships/image" Target="../media/image26.png"/><Relationship Id="rId4" Type="http://schemas.openxmlformats.org/officeDocument/2006/relationships/image" Target="../media/image20.jpeg"/><Relationship Id="rId9" Type="http://schemas.openxmlformats.org/officeDocument/2006/relationships/image" Target="../media/image25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jpeg"/><Relationship Id="rId3" Type="http://schemas.openxmlformats.org/officeDocument/2006/relationships/image" Target="../media/image27.jpeg"/><Relationship Id="rId7" Type="http://schemas.openxmlformats.org/officeDocument/2006/relationships/image" Target="../media/image31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jpeg"/><Relationship Id="rId5" Type="http://schemas.openxmlformats.org/officeDocument/2006/relationships/image" Target="../media/image29.jpe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Resultado de imagen para bordes de colores para niÃ±o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133" y="188640"/>
            <a:ext cx="8712968" cy="6480720"/>
          </a:xfrm>
          <a:prstGeom prst="rect">
            <a:avLst/>
          </a:prstGeom>
          <a:noFill/>
          <a:ln w="76200">
            <a:solidFill>
              <a:srgbClr val="00B05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2466998" y="4221088"/>
            <a:ext cx="3871253" cy="153888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Autocuidado</a:t>
            </a:r>
          </a:p>
          <a:p>
            <a:pPr algn="ctr"/>
            <a:r>
              <a:rPr lang="es-ES" sz="4000" b="1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«Yo me cuido»</a:t>
            </a:r>
            <a:endParaRPr lang="es-ES" sz="4000" b="1" cap="none" spc="0" dirty="0">
              <a:ln w="1905"/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330522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3 CuadroTexto"/>
          <p:cNvSpPr txBox="1"/>
          <p:nvPr/>
        </p:nvSpPr>
        <p:spPr>
          <a:xfrm>
            <a:off x="1619672" y="3933056"/>
            <a:ext cx="676875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2400" dirty="0"/>
              <a:t>El </a:t>
            </a:r>
            <a:r>
              <a:rPr lang="es-MX" sz="2400" b="1" dirty="0"/>
              <a:t>autocuidado</a:t>
            </a:r>
            <a:r>
              <a:rPr lang="es-MX" sz="2400" dirty="0"/>
              <a:t> hace referencia al</a:t>
            </a:r>
            <a:r>
              <a:rPr lang="es-MX" sz="2400" b="1" dirty="0"/>
              <a:t> </a:t>
            </a:r>
            <a:r>
              <a:rPr lang="es-MX" sz="2400" b="1" dirty="0">
                <a:solidFill>
                  <a:schemeClr val="tx1">
                    <a:lumMod val="95000"/>
                    <a:lumOff val="5000"/>
                  </a:schemeClr>
                </a:solidFill>
                <a:hlinkClick r:id="rId3" tooltip="¿Qué es el masturdating?"/>
              </a:rPr>
              <a:t>cuidado y cultivo de uno mismo</a:t>
            </a:r>
            <a:r>
              <a:rPr lang="es-MX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 </a:t>
            </a:r>
            <a:r>
              <a:rPr lang="es-MX" sz="2400" dirty="0"/>
              <a:t>en el sentido amplio de la palabra, basado en el autoconocimiento y teniendo en cuenta aspectos físicos y emocionales. Son todas las actividades que realizan los individuos para el mantenimiento de su propia vida, salud y bienestar.</a:t>
            </a:r>
            <a:endParaRPr lang="es-CL" sz="2400" dirty="0"/>
          </a:p>
        </p:txBody>
      </p:sp>
      <p:sp>
        <p:nvSpPr>
          <p:cNvPr id="5" name="4 Rectángulo"/>
          <p:cNvSpPr/>
          <p:nvPr/>
        </p:nvSpPr>
        <p:spPr>
          <a:xfrm>
            <a:off x="2072603" y="3286725"/>
            <a:ext cx="499880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3600" b="1" dirty="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¿ Qué es el autocuidado?</a:t>
            </a:r>
            <a:endParaRPr lang="es-ES" sz="3600" b="1" cap="none" spc="0" dirty="0">
              <a:ln w="11430"/>
              <a:solidFill>
                <a:srgbClr val="FF000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434394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802" y="0"/>
            <a:ext cx="916680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Resultado de imagen para niÃ±os baÃ±andose dibujo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345"/>
          <a:stretch/>
        </p:blipFill>
        <p:spPr bwMode="auto">
          <a:xfrm>
            <a:off x="875153" y="2101530"/>
            <a:ext cx="4481717" cy="409510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772663" y="620688"/>
            <a:ext cx="7598683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000" b="1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 Cómo cuido mi higiene personal?</a:t>
            </a:r>
            <a:endParaRPr lang="es-ES" sz="4000" b="1" cap="none" spc="0" dirty="0">
              <a:ln w="1905"/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3086" name="Picture 14" descr="Resultado de imagen para dibujo shampo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1148" y="1854180"/>
            <a:ext cx="1429163" cy="1943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8" name="Picture 16" descr="Resultado de imagen para dibujo jabon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112" y="4149080"/>
            <a:ext cx="2376264" cy="164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1187624" y="1328574"/>
            <a:ext cx="3960440" cy="92333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5400" b="1" cap="none" spc="0" dirty="0" smtClean="0">
                <a:ln w="11430"/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Me baño</a:t>
            </a:r>
            <a:endParaRPr lang="es-ES" sz="5400" b="1" cap="none" spc="0" dirty="0">
              <a:ln w="11430"/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679439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802" y="0"/>
            <a:ext cx="916680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10" descr="Resultado de imagen para dibujo lavarse los diente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249" y="1890224"/>
            <a:ext cx="4872871" cy="3744418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4" name="Picture 2" descr="Imagen relacionada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44" r="8871"/>
          <a:stretch/>
        </p:blipFill>
        <p:spPr bwMode="auto">
          <a:xfrm>
            <a:off x="5846618" y="1916832"/>
            <a:ext cx="2036618" cy="2088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Resultado de imagen para pasta dental dibujo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184" y="4221088"/>
            <a:ext cx="1908829" cy="1657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971600" y="692696"/>
            <a:ext cx="7165413" cy="923330"/>
          </a:xfrm>
          <a:prstGeom prst="rect">
            <a:avLst/>
          </a:prstGeom>
          <a:ln w="28575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905"/>
                <a:solidFill>
                  <a:schemeClr val="tx1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Lavo mis dientes</a:t>
            </a:r>
            <a:endParaRPr lang="es-ES" sz="5400" b="1" cap="none" spc="0" dirty="0">
              <a:ln w="1905"/>
              <a:solidFill>
                <a:schemeClr val="tx1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05067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802" y="0"/>
            <a:ext cx="916680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Resultado de imagen para dibujo de niÃ±os lavandose las mano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1" y="1858516"/>
            <a:ext cx="4270081" cy="4454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6" name="Picture 8" descr="Resultado de imagen para dibujo jabon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9673" y="1881166"/>
            <a:ext cx="2814566" cy="1944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80" name="Picture 12" descr="Resultado de imagen para dibujo agua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2160" y="3904669"/>
            <a:ext cx="1681377" cy="2404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1043609" y="692696"/>
            <a:ext cx="6940630" cy="92333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5400" b="1" dirty="0">
                <a:ln w="11430"/>
                <a:solidFill>
                  <a:schemeClr val="tx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</a:t>
            </a:r>
            <a:r>
              <a:rPr lang="es-ES" sz="5400" b="1" cap="none" spc="0" dirty="0" smtClean="0">
                <a:ln w="11430"/>
                <a:solidFill>
                  <a:schemeClr val="tx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Lavo mis manos</a:t>
            </a:r>
            <a:endParaRPr lang="es-ES" sz="5400" b="1" cap="none" spc="0" dirty="0">
              <a:ln w="11430"/>
              <a:solidFill>
                <a:schemeClr val="tx1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086813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802" y="0"/>
            <a:ext cx="916680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 descr="Resultado de imagen para dibujo cortar uÃ±a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948" y="1844824"/>
            <a:ext cx="3823578" cy="396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Resultado de imagen para dibujo cortar uÃ±as pie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3933056"/>
            <a:ext cx="3333304" cy="2196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1403648" y="620688"/>
            <a:ext cx="6480720" cy="92333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chemeClr val="tx1"/>
                </a:solidFill>
                <a:effectLst/>
              </a:rPr>
              <a:t>Me cortan las uñas</a:t>
            </a:r>
            <a:endParaRPr lang="es-E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6150" name="Picture 6" descr="Resultado de imagen para dibujo corta uÃ±as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267"/>
          <a:stretch/>
        </p:blipFill>
        <p:spPr bwMode="auto">
          <a:xfrm>
            <a:off x="5364088" y="1955330"/>
            <a:ext cx="1882577" cy="1977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50093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802" y="0"/>
            <a:ext cx="916680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Resultado de imagen para dibujo peinar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06" t="3363" r="13875" b="3359"/>
          <a:stretch/>
        </p:blipFill>
        <p:spPr bwMode="auto">
          <a:xfrm>
            <a:off x="1482435" y="1988840"/>
            <a:ext cx="6257917" cy="4129481"/>
          </a:xfrm>
          <a:prstGeom prst="rect">
            <a:avLst/>
          </a:prstGeom>
          <a:noFill/>
          <a:ln w="76200">
            <a:solidFill>
              <a:schemeClr val="tx1">
                <a:lumMod val="85000"/>
                <a:lumOff val="1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971600" y="764704"/>
            <a:ext cx="7001918" cy="923330"/>
          </a:xfrm>
          <a:prstGeom prst="rect">
            <a:avLst/>
          </a:prstGeom>
          <a:ln w="38100"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905"/>
                <a:solidFill>
                  <a:schemeClr val="tx1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Me peino todos los días</a:t>
            </a:r>
            <a:endParaRPr lang="es-ES" sz="5400" b="1" cap="none" spc="0" dirty="0">
              <a:ln w="1905"/>
              <a:solidFill>
                <a:schemeClr val="tx1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780003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802" y="0"/>
            <a:ext cx="916680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Imagen relacionad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1618959"/>
            <a:ext cx="5472608" cy="4581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1044444" y="696687"/>
            <a:ext cx="7032310" cy="646331"/>
          </a:xfrm>
          <a:prstGeom prst="rect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3600" b="1" cap="none" spc="0" dirty="0" smtClean="0">
                <a:ln w="38100"/>
                <a:solidFill>
                  <a:schemeClr val="tx1"/>
                </a:solidFill>
              </a:rPr>
              <a:t>Me corte el cabello frecuentemente</a:t>
            </a:r>
            <a:endParaRPr lang="es-ES" sz="3600" b="1" cap="none" spc="0" dirty="0">
              <a:ln w="38100"/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15486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802" y="0"/>
            <a:ext cx="916680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6" name="Picture 2" descr="Resultado de imagen para dibujo lavarse la car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27" t="5519" r="2931" b="3301"/>
          <a:stretch/>
        </p:blipFill>
        <p:spPr bwMode="auto">
          <a:xfrm>
            <a:off x="999130" y="1472010"/>
            <a:ext cx="6813229" cy="4710497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1187624" y="548680"/>
            <a:ext cx="6768752" cy="92333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Lavo mi rostro</a:t>
            </a:r>
            <a:endParaRPr lang="es-ES" sz="54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514156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802" y="0"/>
            <a:ext cx="916680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5 CuadroTexto"/>
          <p:cNvSpPr txBox="1"/>
          <p:nvPr/>
        </p:nvSpPr>
        <p:spPr>
          <a:xfrm>
            <a:off x="1024369" y="764704"/>
            <a:ext cx="6984776" cy="400110"/>
          </a:xfrm>
          <a:prstGeom prst="rect">
            <a:avLst/>
          </a:prstGeom>
          <a:ln w="38100"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sz="2000" b="1" dirty="0" smtClean="0"/>
              <a:t>Actividad:  </a:t>
            </a:r>
            <a:r>
              <a:rPr lang="es-CL" sz="2000" dirty="0" smtClean="0"/>
              <a:t>Marca con una (x) los objetos de higiene personal. </a:t>
            </a:r>
            <a:endParaRPr lang="es-CL" sz="2000" dirty="0"/>
          </a:p>
        </p:txBody>
      </p:sp>
      <p:pic>
        <p:nvPicPr>
          <p:cNvPr id="15364" name="Picture 4" descr="Resultado de imagen para dibujo de cepillo dental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14" t="11043" r="5579" b="13185"/>
          <a:stretch/>
        </p:blipFill>
        <p:spPr bwMode="auto">
          <a:xfrm>
            <a:off x="1302327" y="1731819"/>
            <a:ext cx="1634837" cy="1427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AutoShape 6" descr="Resultado de imagen para dibujo pasta de dient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15368" name="Picture 8" descr="Resultado de imagen para dibujo pasta de diente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369" y="3158837"/>
            <a:ext cx="2190751" cy="1714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70" name="Picture 10" descr="Resultado de imagen para dibujo de shampoo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13" t="14346" r="19860" b="9410"/>
          <a:stretch/>
        </p:blipFill>
        <p:spPr bwMode="auto">
          <a:xfrm>
            <a:off x="6516216" y="4004074"/>
            <a:ext cx="1634987" cy="2257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72" name="Picture 12" descr="Resultado de imagen para dibujo de jabon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1262" y="1923100"/>
            <a:ext cx="2098450" cy="1449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74" name="Picture 14" descr="Imagen relacionada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9462" y="3429000"/>
            <a:ext cx="1863471" cy="1734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76" name="Picture 16" descr="Resultado de imagen para dibujo de casa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6995" y="1756013"/>
            <a:ext cx="1563599" cy="1672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78" name="Picture 18" descr="Resultado de imagen para dibujo taza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4971224"/>
            <a:ext cx="1290069" cy="1290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80" name="Picture 20" descr="Resultado de imagen para dibujo cuchara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2500" y="4419957"/>
            <a:ext cx="2018094" cy="1878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56428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802" y="0"/>
            <a:ext cx="916680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38" name="Picture 2" descr="Resultado de imagen para dibujo baÃ±arse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409"/>
          <a:stretch/>
        </p:blipFill>
        <p:spPr bwMode="auto">
          <a:xfrm>
            <a:off x="1058352" y="4005064"/>
            <a:ext cx="2683051" cy="2232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CuadroTexto"/>
          <p:cNvSpPr txBox="1"/>
          <p:nvPr/>
        </p:nvSpPr>
        <p:spPr>
          <a:xfrm>
            <a:off x="899592" y="548680"/>
            <a:ext cx="7344815" cy="707886"/>
          </a:xfrm>
          <a:prstGeom prst="rect">
            <a:avLst/>
          </a:prstGeom>
          <a:ln w="38100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sz="2000" b="1" dirty="0" smtClean="0"/>
              <a:t>Actividad: </a:t>
            </a:r>
            <a:r>
              <a:rPr lang="es-CL" sz="2000" dirty="0" smtClean="0"/>
              <a:t>Une cada acción con los objetos que necesitas para lavarte los dientes y para bañarte. </a:t>
            </a:r>
            <a:endParaRPr lang="es-CL" sz="2000" dirty="0"/>
          </a:p>
        </p:txBody>
      </p:sp>
      <p:pic>
        <p:nvPicPr>
          <p:cNvPr id="14340" name="Picture 4" descr="Resultado de imagen para lavarte los dientes dibujo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68" t="3748" r="23805"/>
          <a:stretch/>
        </p:blipFill>
        <p:spPr bwMode="auto">
          <a:xfrm>
            <a:off x="1431992" y="1556792"/>
            <a:ext cx="1906279" cy="2232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2" name="Picture 6" descr="Resultado de imagen para dibujo cepillo de dientes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27" t="12543" b="13319"/>
          <a:stretch/>
        </p:blipFill>
        <p:spPr bwMode="auto">
          <a:xfrm>
            <a:off x="6350864" y="3615997"/>
            <a:ext cx="1626847" cy="1288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4" name="Picture 8" descr="Resultado de imagen para dibujo pasta dental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8580" y="2809714"/>
            <a:ext cx="1963303" cy="705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6" name="Picture 10" descr="Resultado de imagen para dibujo shampoo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32" r="23497"/>
          <a:stretch/>
        </p:blipFill>
        <p:spPr bwMode="auto">
          <a:xfrm>
            <a:off x="7142313" y="4904939"/>
            <a:ext cx="978558" cy="1489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8" name="Picture 12" descr="Resultado de imagen para dibujo jabon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4256" y="1463862"/>
            <a:ext cx="1750301" cy="1209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472355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319</TotalTime>
  <Words>78</Words>
  <Application>Microsoft Office PowerPoint</Application>
  <PresentationFormat>Presentación en pantalla (4:3)</PresentationFormat>
  <Paragraphs>14</Paragraphs>
  <Slides>11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2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Manuel Alvarado</dc:creator>
  <cp:lastModifiedBy>Manuel Alvarado</cp:lastModifiedBy>
  <cp:revision>21</cp:revision>
  <dcterms:created xsi:type="dcterms:W3CDTF">2019-02-22T21:22:23Z</dcterms:created>
  <dcterms:modified xsi:type="dcterms:W3CDTF">2019-02-23T02:42:00Z</dcterms:modified>
</cp:coreProperties>
</file>