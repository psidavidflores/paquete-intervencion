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9" r:id="rId3"/>
    <p:sldId id="259" r:id="rId4"/>
    <p:sldId id="260" r:id="rId5"/>
    <p:sldId id="261" r:id="rId6"/>
    <p:sldId id="263" r:id="rId7"/>
    <p:sldId id="262" r:id="rId8"/>
    <p:sldId id="266" r:id="rId9"/>
    <p:sldId id="267" r:id="rId10"/>
    <p:sldId id="265" r:id="rId11"/>
    <p:sldId id="270" r:id="rId12"/>
    <p:sldId id="271" r:id="rId13"/>
    <p:sldId id="274" r:id="rId14"/>
    <p:sldId id="273" r:id="rId15"/>
    <p:sldId id="275" r:id="rId1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86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49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018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483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222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0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471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4612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8904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888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56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6F1D5-4F8B-44F5-A219-72DE049E779A}" type="datetimeFigureOut">
              <a:rPr lang="es-CL" smtClean="0"/>
              <a:t>13-02-2019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29FE6-719B-41B1-A769-203AE84FBB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176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" y="34992"/>
            <a:ext cx="9106132" cy="6823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043608" y="1988840"/>
            <a:ext cx="4681507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5400" b="1" cap="none" spc="50" dirty="0" smtClean="0">
                <a:ln w="11430"/>
                <a:solidFill>
                  <a:schemeClr val="tx1">
                    <a:lumMod val="95000"/>
                    <a:lumOff val="5000"/>
                  </a:schemeClr>
                </a:solidFill>
                <a:latin typeface="Bodoni MT Black" pitchFamily="18" charset="0"/>
              </a:rPr>
              <a:t>El ciclo de vida de los seres</a:t>
            </a:r>
          </a:p>
          <a:p>
            <a:pPr algn="ctr"/>
            <a:r>
              <a:rPr lang="es-ES" sz="5400" b="1" spc="50" dirty="0">
                <a:ln w="11430"/>
                <a:solidFill>
                  <a:schemeClr val="tx1">
                    <a:lumMod val="95000"/>
                    <a:lumOff val="5000"/>
                  </a:schemeClr>
                </a:solidFill>
                <a:latin typeface="Bodoni MT Black" pitchFamily="18" charset="0"/>
              </a:rPr>
              <a:t> </a:t>
            </a:r>
            <a:r>
              <a:rPr lang="es-ES" sz="5400" b="1" spc="50" dirty="0" smtClean="0">
                <a:ln w="11430"/>
                <a:solidFill>
                  <a:schemeClr val="tx1">
                    <a:lumMod val="95000"/>
                    <a:lumOff val="5000"/>
                  </a:schemeClr>
                </a:solidFill>
                <a:latin typeface="Bodoni MT Black" pitchFamily="18" charset="0"/>
              </a:rPr>
              <a:t>vivos</a:t>
            </a:r>
            <a:endParaRPr lang="es-ES" sz="5400" b="1" cap="none" spc="50" dirty="0">
              <a:ln w="11430"/>
              <a:solidFill>
                <a:schemeClr val="tx1">
                  <a:lumMod val="95000"/>
                  <a:lumOff val="5000"/>
                </a:schemeClr>
              </a:solidFill>
              <a:latin typeface="Bodoni MT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45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6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3" b="10135"/>
          <a:stretch/>
        </p:blipFill>
        <p:spPr bwMode="auto">
          <a:xfrm>
            <a:off x="860229" y="1988840"/>
            <a:ext cx="7560840" cy="423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0" y="234514"/>
            <a:ext cx="940275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El ciclo de vida del ser humano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101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bordes para power point educativ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"/>
            <a:ext cx="9144000" cy="681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971600" y="1037120"/>
            <a:ext cx="69127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dirty="0" smtClean="0">
                <a:latin typeface="Berlin Sans FB" pitchFamily="34" charset="0"/>
              </a:rPr>
              <a:t>¿ Cuáles son las etapas del desarrollo humano?  </a:t>
            </a:r>
            <a:endParaRPr lang="es-CL" sz="3200" dirty="0">
              <a:latin typeface="Berlin Sans FB" pitchFamily="34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995588"/>
            <a:ext cx="3168352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846636" y="2043983"/>
            <a:ext cx="51626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1ªEtapa Prenatal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310" y="3153960"/>
            <a:ext cx="2652658" cy="285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2326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para power point educativ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46018"/>
            <a:ext cx="9252520" cy="681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647868" y="1052736"/>
            <a:ext cx="58548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2ºEtapa: La infancia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1259632" y="1953750"/>
            <a:ext cx="68407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La </a:t>
            </a:r>
            <a:r>
              <a:rPr lang="es-MX" sz="2000" b="1" dirty="0"/>
              <a:t>infancia</a:t>
            </a:r>
            <a:r>
              <a:rPr lang="es-MX" sz="2000" dirty="0"/>
              <a:t> es la segunda de las </a:t>
            </a:r>
            <a:r>
              <a:rPr lang="es-MX" sz="2000" b="1" dirty="0"/>
              <a:t>etapas</a:t>
            </a:r>
            <a:r>
              <a:rPr lang="es-MX" sz="2000" dirty="0"/>
              <a:t> dentro del desarrollo del ser humano, es posterior a la </a:t>
            </a:r>
            <a:r>
              <a:rPr lang="es-MX" sz="2000" b="1" dirty="0"/>
              <a:t>etapa</a:t>
            </a:r>
            <a:r>
              <a:rPr lang="es-MX" sz="2000" dirty="0"/>
              <a:t> o fase prenatal y precede a la </a:t>
            </a:r>
            <a:r>
              <a:rPr lang="es-MX" sz="2000" b="1" dirty="0"/>
              <a:t>etapa</a:t>
            </a:r>
            <a:r>
              <a:rPr lang="es-MX" sz="2000" dirty="0"/>
              <a:t> de la niñez. Es la </a:t>
            </a:r>
            <a:r>
              <a:rPr lang="es-MX" sz="2000" b="1" dirty="0" smtClean="0"/>
              <a:t>etapa </a:t>
            </a:r>
            <a:r>
              <a:rPr lang="es-MX" sz="2000" dirty="0" smtClean="0"/>
              <a:t>comprendida </a:t>
            </a:r>
            <a:r>
              <a:rPr lang="es-MX" sz="2000" dirty="0"/>
              <a:t>entre el nacimiento y los 6 años de edad.</a:t>
            </a:r>
            <a:endParaRPr lang="es-CL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277189"/>
            <a:ext cx="2630066" cy="2133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 descr="Resultado de imagen para infancia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5" y="3272640"/>
            <a:ext cx="3101817" cy="219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53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3"/>
            <a:ext cx="9255126" cy="681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32554" y="1772816"/>
            <a:ext cx="6696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La </a:t>
            </a:r>
            <a:r>
              <a:rPr lang="es-MX" b="1" dirty="0"/>
              <a:t>Niñez</a:t>
            </a:r>
            <a:r>
              <a:rPr lang="es-MX" dirty="0"/>
              <a:t> es la tercera etapa del desarrollo del ser humano. Es posterior a la infancia y precede a la adolescencia. Normalmente esta etapa del crecimiento de la vida humana se sitúa entre los 6 y 12 años.</a:t>
            </a:r>
            <a:endParaRPr lang="es-CL" dirty="0"/>
          </a:p>
        </p:txBody>
      </p:sp>
      <p:sp>
        <p:nvSpPr>
          <p:cNvPr id="5" name="4 Rectángulo"/>
          <p:cNvSpPr/>
          <p:nvPr/>
        </p:nvSpPr>
        <p:spPr>
          <a:xfrm>
            <a:off x="1677159" y="849486"/>
            <a:ext cx="52810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3º Etapa :La niñez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148" name="Picture 4" descr="Resultado de imagen para NIÃEZ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536" y="3140968"/>
            <a:ext cx="2971155" cy="2971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089" y="3186385"/>
            <a:ext cx="2468213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978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63" y="20638"/>
            <a:ext cx="9255126" cy="681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83568" y="1124744"/>
            <a:ext cx="75063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4ª</a:t>
            </a:r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Etapa :La Adolescencia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8197" name="Picture 5" descr="Resultado de imagen para dibujo adolescent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68" r="12428"/>
          <a:stretch/>
        </p:blipFill>
        <p:spPr bwMode="auto">
          <a:xfrm>
            <a:off x="1707914" y="3428206"/>
            <a:ext cx="2369127" cy="2593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484800"/>
            <a:ext cx="3142074" cy="253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901700" y="2007473"/>
            <a:ext cx="70700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0" i="0" dirty="0" smtClean="0">
                <a:solidFill>
                  <a:srgbClr val="222222"/>
                </a:solidFill>
                <a:effectLst/>
                <a:latin typeface="arial"/>
              </a:rPr>
              <a:t>La </a:t>
            </a:r>
            <a:r>
              <a:rPr lang="es-MX" b="1" i="0" dirty="0" smtClean="0">
                <a:solidFill>
                  <a:srgbClr val="222222"/>
                </a:solidFill>
                <a:effectLst/>
                <a:latin typeface="arial"/>
              </a:rPr>
              <a:t>adolescencia</a:t>
            </a:r>
            <a:r>
              <a:rPr lang="es-MX" b="0" i="0" dirty="0" smtClean="0">
                <a:solidFill>
                  <a:srgbClr val="222222"/>
                </a:solidFill>
                <a:effectLst/>
                <a:latin typeface="arial"/>
              </a:rPr>
              <a:t> es principalmente una época de cambios. Es la etapa que marca el proceso de transformación del </a:t>
            </a:r>
            <a:r>
              <a:rPr lang="es-MX" b="1" i="0" dirty="0" smtClean="0">
                <a:solidFill>
                  <a:srgbClr val="222222"/>
                </a:solidFill>
                <a:effectLst/>
                <a:latin typeface="arial"/>
              </a:rPr>
              <a:t>niño</a:t>
            </a:r>
            <a:r>
              <a:rPr lang="es-MX" b="0" i="0" dirty="0" smtClean="0">
                <a:solidFill>
                  <a:srgbClr val="222222"/>
                </a:solidFill>
                <a:effectLst/>
                <a:latin typeface="arial"/>
              </a:rPr>
              <a:t> en adulto, es un período de transición que tiene características peculiares. Se llama </a:t>
            </a:r>
            <a:r>
              <a:rPr lang="es-MX" b="1" i="0" dirty="0" smtClean="0">
                <a:solidFill>
                  <a:srgbClr val="222222"/>
                </a:solidFill>
                <a:effectLst/>
                <a:latin typeface="arial"/>
              </a:rPr>
              <a:t>adolescencia</a:t>
            </a:r>
            <a:r>
              <a:rPr lang="es-MX" b="0" i="0" dirty="0" smtClean="0">
                <a:solidFill>
                  <a:srgbClr val="222222"/>
                </a:solidFill>
                <a:effectLst/>
                <a:latin typeface="arial"/>
              </a:rPr>
              <a:t>, porque sus protagonistas son jóvenes que aún no son adultos pero que ya no son </a:t>
            </a:r>
            <a:r>
              <a:rPr lang="es-MX" b="1" i="0" dirty="0" smtClean="0">
                <a:solidFill>
                  <a:srgbClr val="222222"/>
                </a:solidFill>
                <a:effectLst/>
                <a:latin typeface="arial"/>
              </a:rPr>
              <a:t>niños</a:t>
            </a:r>
            <a:r>
              <a:rPr lang="es-MX" b="0" i="0" dirty="0" smtClean="0">
                <a:solidFill>
                  <a:srgbClr val="222222"/>
                </a:solidFill>
                <a:effectLst/>
                <a:latin typeface="arial"/>
              </a:rPr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784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63" y="20638"/>
            <a:ext cx="9255126" cy="681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94905" y="908720"/>
            <a:ext cx="64611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5ª Etapa: La juventud 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899592" y="1916832"/>
            <a:ext cx="71182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 smtClean="0"/>
              <a:t>La</a:t>
            </a:r>
            <a:r>
              <a:rPr lang="es-MX" dirty="0"/>
              <a:t> </a:t>
            </a:r>
            <a:r>
              <a:rPr lang="es-MX" b="1" dirty="0"/>
              <a:t>Juventud</a:t>
            </a:r>
            <a:r>
              <a:rPr lang="es-MX" dirty="0"/>
              <a:t> es la quinta etapa del desarrollo de humano y de la vida del ser humano y viene </a:t>
            </a:r>
            <a:r>
              <a:rPr lang="es-MX" dirty="0" smtClean="0"/>
              <a:t>después </a:t>
            </a:r>
            <a:r>
              <a:rPr lang="es-MX" dirty="0"/>
              <a:t>de la adolescencia o pubertad y precede a la adultez. Como norma general se establece su inicio a los 20 años y se extiende hasta los 25 años de edad</a:t>
            </a:r>
            <a:endParaRPr lang="es-CL" dirty="0"/>
          </a:p>
        </p:txBody>
      </p:sp>
      <p:pic>
        <p:nvPicPr>
          <p:cNvPr id="7173" name="Picture 5" descr="Resultado de imagen para juventud dibuj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7" t="7488" r="17673"/>
          <a:stretch/>
        </p:blipFill>
        <p:spPr bwMode="auto">
          <a:xfrm>
            <a:off x="2002262" y="3117161"/>
            <a:ext cx="2432217" cy="275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80928"/>
            <a:ext cx="2952328" cy="29523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2149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63" y="20638"/>
            <a:ext cx="9255126" cy="681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97738" y="1124744"/>
            <a:ext cx="65485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6ª Etapa: la adultez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5" name="AutoShape 5" descr="Resultado de imagen para la adultez dibuj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7" descr="Resultado de imagen para la adultez dibuj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" name="AutoShape 9" descr="Resultado de imagen para la adultez dibuj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780928"/>
            <a:ext cx="2613670" cy="3360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321643" y="2030476"/>
            <a:ext cx="6548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La etapa de la </a:t>
            </a:r>
            <a:r>
              <a:rPr lang="es-MX" b="1" dirty="0"/>
              <a:t>adultez</a:t>
            </a:r>
            <a:r>
              <a:rPr lang="es-MX" dirty="0"/>
              <a:t> es la sexta etapa de desarrollo humano y viene </a:t>
            </a:r>
            <a:r>
              <a:rPr lang="es-MX" dirty="0" smtClean="0"/>
              <a:t>después </a:t>
            </a:r>
            <a:r>
              <a:rPr lang="es-MX" dirty="0"/>
              <a:t>de la etapa de la juventud y precede a la ancianidad</a:t>
            </a:r>
            <a:endParaRPr lang="es-CL" dirty="0"/>
          </a:p>
        </p:txBody>
      </p:sp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2768352"/>
            <a:ext cx="3114701" cy="274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2568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63" y="20638"/>
            <a:ext cx="9255126" cy="681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67392" y="1124744"/>
            <a:ext cx="72092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7</a:t>
            </a:r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ª Etapa: Ancianidad.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788" y="3645024"/>
            <a:ext cx="3456384" cy="2041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 descr="Resultado de imagen para ancianidad dibuj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424276"/>
            <a:ext cx="2520785" cy="237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426276" y="2223947"/>
            <a:ext cx="64580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 smtClean="0"/>
              <a:t>La última etapa en el desarrollo en la vida de una persona que comienza con 60 años hasta el fallecimiento, se da culminado la adultez a los 59 años.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2333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" y="-315416"/>
            <a:ext cx="9107861" cy="7173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7625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907396" y="1844824"/>
            <a:ext cx="558646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Ciclo de vida: </a:t>
            </a:r>
          </a:p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Animales y plantas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13664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4458"/>
            <a:ext cx="9143999" cy="682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4"/>
          <a:stretch/>
        </p:blipFill>
        <p:spPr bwMode="auto">
          <a:xfrm>
            <a:off x="1331639" y="2120082"/>
            <a:ext cx="6480721" cy="3588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231775" y="1196752"/>
            <a:ext cx="62360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Ciclo de vida Gallinas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17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052736"/>
            <a:ext cx="7169161" cy="5568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683568" y="260648"/>
            <a:ext cx="73095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Ciclo de vida de un perro</a:t>
            </a:r>
            <a:endParaRPr lang="es-ES" sz="54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190441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8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" y="0"/>
            <a:ext cx="914293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764704"/>
            <a:ext cx="5981277" cy="583264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245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224" y="8613576"/>
            <a:ext cx="8001884" cy="8549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63"/>
          <a:stretch/>
        </p:blipFill>
        <p:spPr bwMode="auto">
          <a:xfrm>
            <a:off x="179512" y="1196752"/>
            <a:ext cx="8784976" cy="566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623007" y="273422"/>
            <a:ext cx="78979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Ciclo de vida de una planta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12388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119</Words>
  <Application>Microsoft Office PowerPoint</Application>
  <PresentationFormat>Presentación en pantalla (4:3)</PresentationFormat>
  <Paragraphs>22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11</cp:revision>
  <dcterms:created xsi:type="dcterms:W3CDTF">2019-02-13T19:45:28Z</dcterms:created>
  <dcterms:modified xsi:type="dcterms:W3CDTF">2019-02-13T21:48:02Z</dcterms:modified>
</cp:coreProperties>
</file>