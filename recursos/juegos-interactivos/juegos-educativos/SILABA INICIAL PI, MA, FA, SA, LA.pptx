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78" r:id="rId3"/>
    <p:sldId id="257" r:id="rId4"/>
    <p:sldId id="258" r:id="rId5"/>
    <p:sldId id="259" r:id="rId6"/>
    <p:sldId id="260" r:id="rId7"/>
    <p:sldId id="271" r:id="rId8"/>
    <p:sldId id="273" r:id="rId9"/>
    <p:sldId id="272" r:id="rId10"/>
    <p:sldId id="274" r:id="rId11"/>
    <p:sldId id="275" r:id="rId12"/>
    <p:sldId id="276" r:id="rId13"/>
    <p:sldId id="277" r:id="rId14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34C5BA-29A6-4A25-86F1-5754894B0326}" type="datetimeFigureOut">
              <a:rPr lang="es-CL" smtClean="0"/>
              <a:t>17-05-2019</a:t>
            </a:fld>
            <a:endParaRPr lang="es-CL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3E3977-F785-476D-94E6-BA91301BB5A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24418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A5DFC-2A0F-42B2-AA86-07D4892ABB9E}" type="datetimeFigureOut">
              <a:rPr lang="es-CL" smtClean="0"/>
              <a:t>17-05-2019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A7A-61D5-4FCE-9858-C14519BF56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81019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A5DFC-2A0F-42B2-AA86-07D4892ABB9E}" type="datetimeFigureOut">
              <a:rPr lang="es-CL" smtClean="0"/>
              <a:t>17-05-2019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A7A-61D5-4FCE-9858-C14519BF56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46919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A5DFC-2A0F-42B2-AA86-07D4892ABB9E}" type="datetimeFigureOut">
              <a:rPr lang="es-CL" smtClean="0"/>
              <a:t>17-05-2019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A7A-61D5-4FCE-9858-C14519BF56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77056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A5DFC-2A0F-42B2-AA86-07D4892ABB9E}" type="datetimeFigureOut">
              <a:rPr lang="es-CL" smtClean="0"/>
              <a:t>17-05-2019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A7A-61D5-4FCE-9858-C14519BF56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65235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A5DFC-2A0F-42B2-AA86-07D4892ABB9E}" type="datetimeFigureOut">
              <a:rPr lang="es-CL" smtClean="0"/>
              <a:t>17-05-2019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A7A-61D5-4FCE-9858-C14519BF56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00186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A5DFC-2A0F-42B2-AA86-07D4892ABB9E}" type="datetimeFigureOut">
              <a:rPr lang="es-CL" smtClean="0"/>
              <a:t>17-05-2019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A7A-61D5-4FCE-9858-C14519BF56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62287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A5DFC-2A0F-42B2-AA86-07D4892ABB9E}" type="datetimeFigureOut">
              <a:rPr lang="es-CL" smtClean="0"/>
              <a:t>17-05-2019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A7A-61D5-4FCE-9858-C14519BF56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058812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A5DFC-2A0F-42B2-AA86-07D4892ABB9E}" type="datetimeFigureOut">
              <a:rPr lang="es-CL" smtClean="0"/>
              <a:t>17-05-2019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A7A-61D5-4FCE-9858-C14519BF56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93270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A5DFC-2A0F-42B2-AA86-07D4892ABB9E}" type="datetimeFigureOut">
              <a:rPr lang="es-CL" smtClean="0"/>
              <a:t>17-05-2019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A7A-61D5-4FCE-9858-C14519BF56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82411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A5DFC-2A0F-42B2-AA86-07D4892ABB9E}" type="datetimeFigureOut">
              <a:rPr lang="es-CL" smtClean="0"/>
              <a:t>17-05-2019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A7A-61D5-4FCE-9858-C14519BF56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8009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8A5DFC-2A0F-42B2-AA86-07D4892ABB9E}" type="datetimeFigureOut">
              <a:rPr lang="es-CL" smtClean="0"/>
              <a:t>17-05-2019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1D1A7A-61D5-4FCE-9858-C14519BF56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23039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8A5DFC-2A0F-42B2-AA86-07D4892ABB9E}" type="datetimeFigureOut">
              <a:rPr lang="es-CL" smtClean="0"/>
              <a:t>17-05-2019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D1A7A-61D5-4FCE-9858-C14519BF564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16439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0.png"/><Relationship Id="rId7" Type="http://schemas.openxmlformats.org/officeDocument/2006/relationships/image" Target="../media/image14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Relationship Id="rId9" Type="http://schemas.openxmlformats.org/officeDocument/2006/relationships/image" Target="../media/image16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3" Type="http://schemas.openxmlformats.org/officeDocument/2006/relationships/image" Target="../media/image17.png"/><Relationship Id="rId7" Type="http://schemas.openxmlformats.org/officeDocument/2006/relationships/image" Target="../media/image2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eg"/><Relationship Id="rId3" Type="http://schemas.openxmlformats.org/officeDocument/2006/relationships/image" Target="../media/image23.jpeg"/><Relationship Id="rId7" Type="http://schemas.openxmlformats.org/officeDocument/2006/relationships/image" Target="../media/image2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eg"/><Relationship Id="rId3" Type="http://schemas.openxmlformats.org/officeDocument/2006/relationships/image" Target="../media/image29.jpeg"/><Relationship Id="rId7" Type="http://schemas.openxmlformats.org/officeDocument/2006/relationships/image" Target="../media/image3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jpeg"/><Relationship Id="rId3" Type="http://schemas.openxmlformats.org/officeDocument/2006/relationships/image" Target="../media/image34.jpeg"/><Relationship Id="rId7" Type="http://schemas.openxmlformats.org/officeDocument/2006/relationships/image" Target="../media/image38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jpeg"/><Relationship Id="rId5" Type="http://schemas.openxmlformats.org/officeDocument/2006/relationships/image" Target="../media/image36.jpeg"/><Relationship Id="rId4" Type="http://schemas.openxmlformats.org/officeDocument/2006/relationships/image" Target="../media/image35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jpeg"/><Relationship Id="rId3" Type="http://schemas.openxmlformats.org/officeDocument/2006/relationships/image" Target="../media/image40.jpeg"/><Relationship Id="rId7" Type="http://schemas.openxmlformats.org/officeDocument/2006/relationships/image" Target="../media/image4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jpeg"/><Relationship Id="rId4" Type="http://schemas.openxmlformats.org/officeDocument/2006/relationships/image" Target="../media/image41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jpeg"/><Relationship Id="rId7" Type="http://schemas.openxmlformats.org/officeDocument/2006/relationships/image" Target="../media/image5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jpeg"/><Relationship Id="rId4" Type="http://schemas.openxmlformats.org/officeDocument/2006/relationships/image" Target="../media/image4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5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jpeg"/><Relationship Id="rId5" Type="http://schemas.openxmlformats.org/officeDocument/2006/relationships/image" Target="../media/image54.jpeg"/><Relationship Id="rId4" Type="http://schemas.openxmlformats.org/officeDocument/2006/relationships/image" Target="../media/image53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jpeg"/><Relationship Id="rId3" Type="http://schemas.openxmlformats.org/officeDocument/2006/relationships/image" Target="../media/image57.jpeg"/><Relationship Id="rId7" Type="http://schemas.openxmlformats.org/officeDocument/2006/relationships/image" Target="../media/image6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jpeg"/><Relationship Id="rId5" Type="http://schemas.openxmlformats.org/officeDocument/2006/relationships/image" Target="../media/image59.jpeg"/><Relationship Id="rId4" Type="http://schemas.openxmlformats.org/officeDocument/2006/relationships/image" Target="../media/image5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jpe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jpeg"/><Relationship Id="rId5" Type="http://schemas.openxmlformats.org/officeDocument/2006/relationships/image" Target="../media/image65.jpeg"/><Relationship Id="rId4" Type="http://schemas.openxmlformats.org/officeDocument/2006/relationships/image" Target="../media/image6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Resultado de imagen para fondo de niÃ±os leyend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14"/>
          <a:stretch/>
        </p:blipFill>
        <p:spPr bwMode="auto">
          <a:xfrm>
            <a:off x="-8418" y="-138470"/>
            <a:ext cx="9112665" cy="6958236"/>
          </a:xfrm>
          <a:prstGeom prst="rect">
            <a:avLst/>
          </a:prstGeom>
          <a:noFill/>
          <a:ln w="76200"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Llamada de nube"/>
          <p:cNvSpPr/>
          <p:nvPr/>
        </p:nvSpPr>
        <p:spPr>
          <a:xfrm>
            <a:off x="107504" y="188640"/>
            <a:ext cx="4968552" cy="2592288"/>
          </a:xfrm>
          <a:prstGeom prst="cloudCallout">
            <a:avLst>
              <a:gd name="adj1" fmla="val 60590"/>
              <a:gd name="adj2" fmla="val 38770"/>
            </a:avLst>
          </a:prstGeom>
          <a:solidFill>
            <a:schemeClr val="accent4">
              <a:lumMod val="60000"/>
              <a:lumOff val="40000"/>
            </a:schemeClr>
          </a:solidFill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3200" b="1" dirty="0" smtClean="0">
                <a:solidFill>
                  <a:schemeClr val="tx1"/>
                </a:solidFill>
              </a:rPr>
              <a:t>Quiero aprender: </a:t>
            </a:r>
          </a:p>
          <a:p>
            <a:pPr algn="ctr"/>
            <a:endParaRPr lang="es-CL" sz="3200" b="1" dirty="0">
              <a:solidFill>
                <a:schemeClr val="tx1"/>
              </a:solidFill>
            </a:endParaRPr>
          </a:p>
          <a:p>
            <a:pPr algn="ctr"/>
            <a:r>
              <a:rPr lang="es-CL" sz="3200" b="1" dirty="0" smtClean="0">
                <a:solidFill>
                  <a:schemeClr val="tx1"/>
                </a:solidFill>
              </a:rPr>
              <a:t>Sílaba Inicial</a:t>
            </a:r>
            <a:endParaRPr lang="es-CL" sz="3200" b="1" dirty="0">
              <a:solidFill>
                <a:schemeClr val="tx1"/>
              </a:solidFill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654714" y="3212976"/>
            <a:ext cx="13468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Ma</a:t>
            </a:r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7" name="6 Rectángulo"/>
          <p:cNvSpPr/>
          <p:nvPr/>
        </p:nvSpPr>
        <p:spPr>
          <a:xfrm>
            <a:off x="3821385" y="2828865"/>
            <a:ext cx="122020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Pi</a:t>
            </a:r>
            <a:r>
              <a:rPr lang="es-ES" sz="5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8" name="7 Rectángulo"/>
          <p:cNvSpPr/>
          <p:nvPr/>
        </p:nvSpPr>
        <p:spPr>
          <a:xfrm>
            <a:off x="535291" y="5085750"/>
            <a:ext cx="1585690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8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S</a:t>
            </a:r>
            <a:r>
              <a:rPr lang="es-ES" sz="80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a</a:t>
            </a:r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9" name="8 Rectángulo"/>
          <p:cNvSpPr/>
          <p:nvPr/>
        </p:nvSpPr>
        <p:spPr>
          <a:xfrm>
            <a:off x="1999598" y="4327713"/>
            <a:ext cx="118436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T</a:t>
            </a:r>
            <a:r>
              <a:rPr lang="es-ES" sz="5400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a</a:t>
            </a:r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10" name="9 Rectángulo"/>
          <p:cNvSpPr/>
          <p:nvPr/>
        </p:nvSpPr>
        <p:spPr>
          <a:xfrm>
            <a:off x="2483768" y="3212976"/>
            <a:ext cx="110639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fu</a:t>
            </a:r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11" name="10 Rectángulo"/>
          <p:cNvSpPr/>
          <p:nvPr/>
        </p:nvSpPr>
        <p:spPr>
          <a:xfrm>
            <a:off x="2683806" y="5373216"/>
            <a:ext cx="1616148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88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co</a:t>
            </a:r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12" name="11 Rectángulo"/>
          <p:cNvSpPr/>
          <p:nvPr/>
        </p:nvSpPr>
        <p:spPr>
          <a:xfrm>
            <a:off x="3961054" y="4449886"/>
            <a:ext cx="117371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L</a:t>
            </a:r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a</a:t>
            </a:r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14548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37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331640" y="1124744"/>
            <a:ext cx="371114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Actividad: </a:t>
            </a:r>
            <a:endParaRPr lang="es-ES" sz="5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pic>
        <p:nvPicPr>
          <p:cNvPr id="10246" name="Picture 6" descr="Resultado de imagen para dibujo escolare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564904"/>
            <a:ext cx="2015528" cy="2863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Llamada ovalada"/>
          <p:cNvSpPr/>
          <p:nvPr/>
        </p:nvSpPr>
        <p:spPr>
          <a:xfrm>
            <a:off x="3817671" y="2013239"/>
            <a:ext cx="4104456" cy="2736304"/>
          </a:xfrm>
          <a:prstGeom prst="wedgeEllipseCallout">
            <a:avLst>
              <a:gd name="adj1" fmla="val -67327"/>
              <a:gd name="adj2" fmla="val 19460"/>
            </a:avLst>
          </a:prstGeom>
          <a:ln w="28575">
            <a:solidFill>
              <a:srgbClr val="7030A0"/>
            </a:solidFill>
            <a:prstDash val="soli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2400" dirty="0" smtClean="0"/>
              <a:t>Hola amiguitos: </a:t>
            </a:r>
          </a:p>
          <a:p>
            <a:pPr algn="ctr"/>
            <a:r>
              <a:rPr lang="es-CL" sz="2400" dirty="0" smtClean="0"/>
              <a:t>Debes marcar con una (x) los dibujos que comiencen con </a:t>
            </a:r>
            <a:r>
              <a:rPr lang="es-CL" sz="2400" b="1" u="sng" dirty="0" smtClean="0"/>
              <a:t>la sílaba inicial </a:t>
            </a:r>
            <a:r>
              <a:rPr lang="es-CL" sz="2400" dirty="0" smtClean="0"/>
              <a:t>indicada. </a:t>
            </a:r>
          </a:p>
        </p:txBody>
      </p:sp>
    </p:spTree>
    <p:extLst>
      <p:ext uri="{BB962C8B-B14F-4D97-AF65-F5344CB8AC3E}">
        <p14:creationId xmlns:p14="http://schemas.microsoft.com/office/powerpoint/2010/main" val="3162702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37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905775" y="980728"/>
            <a:ext cx="500684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Sílaba Inicial:   </a:t>
            </a:r>
            <a:endParaRPr lang="es-ES" sz="4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6" name="5 Rectángulo"/>
          <p:cNvSpPr/>
          <p:nvPr/>
        </p:nvSpPr>
        <p:spPr>
          <a:xfrm>
            <a:off x="5104575" y="811450"/>
            <a:ext cx="2160240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6600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Ma</a:t>
            </a:r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3076" name="Picture 4" descr="Resultado de imagen para dibujo martill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805404">
            <a:off x="1019661" y="4302942"/>
            <a:ext cx="2054713" cy="1056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Resultado de imagen para dibujo maripos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4695" y="4325895"/>
            <a:ext cx="1901842" cy="1259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Imagen relacionada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27" t="17210" r="8524" b="16326"/>
          <a:stretch/>
        </p:blipFill>
        <p:spPr bwMode="auto">
          <a:xfrm>
            <a:off x="1734652" y="2279233"/>
            <a:ext cx="1901244" cy="1527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Resultado de imagen para dibujo raquet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4003" y="4325895"/>
            <a:ext cx="2235994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Resultado de imagen para dibujo sapo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4695" y="1999556"/>
            <a:ext cx="1801431" cy="1648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Resultado de imagen para dibujo casa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42" t="12958" r="17182" b="7074"/>
          <a:stretch/>
        </p:blipFill>
        <p:spPr bwMode="auto">
          <a:xfrm>
            <a:off x="3897628" y="1919446"/>
            <a:ext cx="2014993" cy="1690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4155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097651" y="1124744"/>
            <a:ext cx="3474349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36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Sílaba Inicial:   </a:t>
            </a:r>
            <a:endParaRPr lang="es-ES" sz="36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6" name="5 Rectángulo"/>
          <p:cNvSpPr/>
          <p:nvPr/>
        </p:nvSpPr>
        <p:spPr>
          <a:xfrm>
            <a:off x="4382223" y="786189"/>
            <a:ext cx="1584176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80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Pi</a:t>
            </a:r>
            <a:r>
              <a:rPr lang="es-ES" sz="54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14338" name="Picture 2" descr="Resultado de imagen para dibujo de pirat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2640" y="1769796"/>
            <a:ext cx="2280752" cy="2122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0" name="Picture 4" descr="Imagen relacionad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17"/>
          <a:stretch/>
        </p:blipFill>
        <p:spPr bwMode="auto">
          <a:xfrm>
            <a:off x="6821468" y="3837095"/>
            <a:ext cx="1214417" cy="199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2" name="Picture 6" descr="Resultado de imagen para dibujo de pizz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518" y="4365104"/>
            <a:ext cx="1849054" cy="1448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4" name="Picture 8" descr="Resultado de imagen para dibujo de botas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25" t="3780" r="16845" b="3686"/>
          <a:stretch/>
        </p:blipFill>
        <p:spPr bwMode="auto">
          <a:xfrm>
            <a:off x="2938788" y="4166021"/>
            <a:ext cx="1725461" cy="1846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6" name="Picture 10" descr="Resultado de imagen para dibujo de pila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2223" y="2648872"/>
            <a:ext cx="1339411" cy="1739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8" name="Picture 12" descr="Resultado de imagen para dibujo de microfono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07" r="23651" b="27527"/>
          <a:stretch/>
        </p:blipFill>
        <p:spPr bwMode="auto">
          <a:xfrm>
            <a:off x="4788024" y="4610829"/>
            <a:ext cx="1728192" cy="1260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50" name="Picture 14" descr="Resultado de imagen para dibujo de piÃ±a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57" r="19605"/>
          <a:stretch/>
        </p:blipFill>
        <p:spPr bwMode="auto">
          <a:xfrm>
            <a:off x="5971322" y="1540650"/>
            <a:ext cx="1457355" cy="2213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7080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796427" y="848987"/>
            <a:ext cx="4567661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8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Sílaba Inicial:   </a:t>
            </a:r>
            <a:endParaRPr lang="es-ES" sz="48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6" name="5 Rectángulo"/>
          <p:cNvSpPr/>
          <p:nvPr/>
        </p:nvSpPr>
        <p:spPr>
          <a:xfrm>
            <a:off x="5076056" y="602765"/>
            <a:ext cx="1588705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8000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T</a:t>
            </a:r>
            <a:r>
              <a:rPr lang="es-ES" sz="8000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a</a:t>
            </a:r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1026" name="Picture 2" descr="Resultado de imagen para dibujo de taz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679984"/>
            <a:ext cx="2018212" cy="1878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sultado de imagen para dibujo de tambor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90" t="4769" r="19282" b="5792"/>
          <a:stretch/>
        </p:blipFill>
        <p:spPr bwMode="auto">
          <a:xfrm>
            <a:off x="6091991" y="4104083"/>
            <a:ext cx="1571034" cy="1651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Resultado de imagen para dibujo de manzana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00" t="6875" r="21133" b="8362"/>
          <a:stretch/>
        </p:blipFill>
        <p:spPr bwMode="auto">
          <a:xfrm>
            <a:off x="4181303" y="4104083"/>
            <a:ext cx="1374870" cy="1556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Resultado de imagen para dibujo de pato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7112" y="3717031"/>
            <a:ext cx="1666756" cy="1903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magen relacionada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1626" y="1906412"/>
            <a:ext cx="2073901" cy="1954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Resultado de imagen para dibujo de naranja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5527" y="1945141"/>
            <a:ext cx="2217498" cy="1466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8821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900608" y="1031263"/>
            <a:ext cx="511999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Sílaba Inicial:   </a:t>
            </a:r>
            <a:endParaRPr lang="es-ES" sz="5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6" name="5 Rectángulo"/>
          <p:cNvSpPr/>
          <p:nvPr/>
        </p:nvSpPr>
        <p:spPr>
          <a:xfrm>
            <a:off x="5508104" y="831208"/>
            <a:ext cx="1585690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80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S</a:t>
            </a:r>
            <a:r>
              <a:rPr lang="es-ES" sz="80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a</a:t>
            </a:r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2050" name="Picture 2" descr="Resultado de imagen para dibujo de sandi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954593"/>
            <a:ext cx="1943982" cy="1909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utoShape 4" descr="Resultado de imagen para dibujo de sap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2054" name="Picture 6" descr="Imagen relacionad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42"/>
          <a:stretch/>
        </p:blipFill>
        <p:spPr bwMode="auto">
          <a:xfrm>
            <a:off x="5508104" y="2006766"/>
            <a:ext cx="1897145" cy="1922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Resultado de imagen para dibujo de fald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7553" y="3717032"/>
            <a:ext cx="238125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Resultado de imagen para dibujo de gato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6715" y="1975072"/>
            <a:ext cx="1962926" cy="1748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Resultado de imagen para dibujo de manos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25" t="8796" r="15860" b="14868"/>
          <a:stretch/>
        </p:blipFill>
        <p:spPr bwMode="auto">
          <a:xfrm>
            <a:off x="1573724" y="3749286"/>
            <a:ext cx="1603829" cy="1901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utoShape 16" descr="Resultado de imagen para dibujo de perr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2066" name="Picture 18" descr="Resultado de imagen para dibujo de perro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66" t="4687" r="13817" b="9337"/>
          <a:stretch/>
        </p:blipFill>
        <p:spPr bwMode="auto">
          <a:xfrm>
            <a:off x="5777693" y="4142003"/>
            <a:ext cx="1627556" cy="1675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0826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909649" y="921279"/>
            <a:ext cx="511999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Sílaba Inicial:   </a:t>
            </a:r>
            <a:endParaRPr lang="es-ES" sz="5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pic>
        <p:nvPicPr>
          <p:cNvPr id="3074" name="Picture 2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5929" y="1989618"/>
            <a:ext cx="1358152" cy="1872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6 Rectángulo"/>
          <p:cNvSpPr/>
          <p:nvPr/>
        </p:nvSpPr>
        <p:spPr>
          <a:xfrm>
            <a:off x="5508104" y="828946"/>
            <a:ext cx="1358064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66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L</a:t>
            </a:r>
            <a:r>
              <a:rPr lang="es-ES" sz="66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a</a:t>
            </a:r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3078" name="Picture 6" descr="Imagen relacionada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5" t="9116" r="18138" b="16383"/>
          <a:stretch/>
        </p:blipFill>
        <p:spPr bwMode="auto">
          <a:xfrm>
            <a:off x="6220273" y="3839357"/>
            <a:ext cx="1704111" cy="2064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Resultado de imagen para dibujo de lampara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60" r="19060"/>
          <a:stretch/>
        </p:blipFill>
        <p:spPr bwMode="auto">
          <a:xfrm>
            <a:off x="5979743" y="1799364"/>
            <a:ext cx="1589247" cy="1841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Imagen relacionada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5654" y="4118259"/>
            <a:ext cx="2405062" cy="2039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Resultado de imagen para dibujo de buho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0847" y="1910881"/>
            <a:ext cx="1224136" cy="2068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Resultado de imagen para dibujo de conejo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10" b="15650"/>
          <a:stretch/>
        </p:blipFill>
        <p:spPr bwMode="auto">
          <a:xfrm>
            <a:off x="1161935" y="4119716"/>
            <a:ext cx="2053719" cy="165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3332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91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827584" y="908720"/>
            <a:ext cx="511999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Sílaba Inicial:   </a:t>
            </a:r>
            <a:endParaRPr lang="es-ES" sz="5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6" name="5 Rectángulo"/>
          <p:cNvSpPr/>
          <p:nvPr/>
        </p:nvSpPr>
        <p:spPr>
          <a:xfrm>
            <a:off x="5390676" y="647110"/>
            <a:ext cx="1616148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88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co</a:t>
            </a:r>
            <a:r>
              <a:rPr lang="es-ES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  <a:endParaRPr lang="es-ES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4098" name="Picture 2" descr="Resultado de imagen para dibujo de conejo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10" b="15650"/>
          <a:stretch/>
        </p:blipFill>
        <p:spPr bwMode="auto">
          <a:xfrm>
            <a:off x="5724128" y="2192090"/>
            <a:ext cx="2053719" cy="165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Resultado de imagen para dibujo de corazon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04" r="12271"/>
          <a:stretch/>
        </p:blipFill>
        <p:spPr bwMode="auto">
          <a:xfrm>
            <a:off x="6196925" y="4228949"/>
            <a:ext cx="2022942" cy="1587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Resultado de imagen para dibujo de cocodrilo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82" t="8766" r="12315" b="10889"/>
          <a:stretch/>
        </p:blipFill>
        <p:spPr bwMode="auto">
          <a:xfrm>
            <a:off x="1331640" y="4007920"/>
            <a:ext cx="2573305" cy="1554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Resultado de imagen para dibujo de unicornio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52" r="8919" b="8657"/>
          <a:stretch/>
        </p:blipFill>
        <p:spPr bwMode="auto">
          <a:xfrm>
            <a:off x="3918476" y="3974451"/>
            <a:ext cx="2029100" cy="2029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Resultado de imagen para dibujo de reloj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9755" y="1898589"/>
            <a:ext cx="1647825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0" name="Picture 14" descr="Imagen relacionada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4127" y="1898589"/>
            <a:ext cx="2053328" cy="2109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3332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689537" y="917630"/>
            <a:ext cx="511999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Sílaba Inicial:   </a:t>
            </a:r>
            <a:endParaRPr lang="es-ES" sz="5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6" name="5 Rectángulo"/>
          <p:cNvSpPr/>
          <p:nvPr/>
        </p:nvSpPr>
        <p:spPr>
          <a:xfrm>
            <a:off x="5346100" y="732964"/>
            <a:ext cx="926857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66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Di</a:t>
            </a:r>
            <a:endParaRPr lang="es-ES" sz="66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5122" name="Picture 2" descr="Resultado de imagen para dibujo de diente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788" y="2007625"/>
            <a:ext cx="1314036" cy="1854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Resultado de imagen para dibujo de dinosauri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1807807"/>
            <a:ext cx="1453902" cy="1872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Resultado de imagen para dibujo de siren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5945" y="3972170"/>
            <a:ext cx="1833093" cy="1833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Resultado de imagen para dibujo de silla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47" t="3018" r="27007" b="6610"/>
          <a:stretch/>
        </p:blipFill>
        <p:spPr bwMode="auto">
          <a:xfrm>
            <a:off x="3852659" y="3949925"/>
            <a:ext cx="1438681" cy="2188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Resultado de imagen para dibujo de ardilla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2850" y="1930403"/>
            <a:ext cx="1638300" cy="2019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2" name="Picture 12" descr="Resultado de imagen para dibujo de guantes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4570" y="3949925"/>
            <a:ext cx="2141523" cy="1737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3332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755576" y="980728"/>
            <a:ext cx="511999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Sílaba Inicial:   </a:t>
            </a:r>
            <a:endParaRPr lang="es-ES" sz="5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6" name="5 Rectángulo"/>
          <p:cNvSpPr/>
          <p:nvPr/>
        </p:nvSpPr>
        <p:spPr>
          <a:xfrm>
            <a:off x="5323172" y="888395"/>
            <a:ext cx="1104791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60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Nu</a:t>
            </a:r>
            <a:endParaRPr lang="es-ES" sz="60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6148" name="Picture 4" descr="Resultado de imagen para dibujo de nuez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5986" y="2285227"/>
            <a:ext cx="2503603" cy="1571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Imagen relacionada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372" b="27667"/>
          <a:stretch/>
        </p:blipFill>
        <p:spPr bwMode="auto">
          <a:xfrm>
            <a:off x="933069" y="4328674"/>
            <a:ext cx="2784641" cy="136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Resultado de imagen para dibujo de nudo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4639" y="4243603"/>
            <a:ext cx="2476923" cy="158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 descr="Resultado de imagen para dibujo de muÃ±eca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85" r="22855"/>
          <a:stretch/>
        </p:blipFill>
        <p:spPr bwMode="auto">
          <a:xfrm>
            <a:off x="3814361" y="3701654"/>
            <a:ext cx="1888547" cy="2407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6" name="Picture 12" descr="Resultado de imagen para dibujo de luna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61" r="9651"/>
          <a:stretch/>
        </p:blipFill>
        <p:spPr bwMode="auto">
          <a:xfrm>
            <a:off x="6139500" y="2026568"/>
            <a:ext cx="1727200" cy="1728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8" name="Picture 14" descr="Imagen relacionada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59" t="12372" r="10826" b="12470"/>
          <a:stretch/>
        </p:blipFill>
        <p:spPr bwMode="auto">
          <a:xfrm>
            <a:off x="3528863" y="1873422"/>
            <a:ext cx="2459542" cy="1863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3332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806659" y="980728"/>
            <a:ext cx="511999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Sílaba Inicial:   </a:t>
            </a:r>
            <a:endParaRPr lang="es-ES" sz="5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6" name="5 Rectángulo"/>
          <p:cNvSpPr/>
          <p:nvPr/>
        </p:nvSpPr>
        <p:spPr>
          <a:xfrm>
            <a:off x="5526411" y="745418"/>
            <a:ext cx="1159293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72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Ra</a:t>
            </a:r>
            <a:endParaRPr lang="es-ES" sz="72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7170" name="Picture 2" descr="Resultado de imagen para dibujo de rato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33" t="7446" r="23333" b="9303"/>
          <a:stretch/>
        </p:blipFill>
        <p:spPr bwMode="auto">
          <a:xfrm>
            <a:off x="1441229" y="3284984"/>
            <a:ext cx="1925426" cy="2354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Resultado de imagen para dibujo de raqueta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67" t="8443" r="7371" b="9160"/>
          <a:stretch/>
        </p:blipFill>
        <p:spPr bwMode="auto">
          <a:xfrm>
            <a:off x="6156176" y="3961997"/>
            <a:ext cx="1898605" cy="1944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Resultado de imagen para dibujo de radio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590"/>
          <a:stretch/>
        </p:blipFill>
        <p:spPr bwMode="auto">
          <a:xfrm>
            <a:off x="5526411" y="1760541"/>
            <a:ext cx="1944216" cy="1906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Imagen relacionada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99" r="25217" b="5428"/>
          <a:stretch/>
        </p:blipFill>
        <p:spPr bwMode="auto">
          <a:xfrm>
            <a:off x="3910427" y="3446445"/>
            <a:ext cx="2016224" cy="2565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8" name="Picture 10" descr="Resultado de imagen para dibujo de sandia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8009" y="2008994"/>
            <a:ext cx="1916275" cy="1657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3332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755576" y="980728"/>
            <a:ext cx="511999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Sílaba Inicial:   </a:t>
            </a:r>
            <a:endParaRPr lang="es-ES" sz="5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sp>
        <p:nvSpPr>
          <p:cNvPr id="6" name="5 Rectángulo"/>
          <p:cNvSpPr/>
          <p:nvPr/>
        </p:nvSpPr>
        <p:spPr>
          <a:xfrm>
            <a:off x="5304123" y="842228"/>
            <a:ext cx="1157689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72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B</a:t>
            </a:r>
            <a:r>
              <a:rPr lang="es-ES" sz="72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a</a:t>
            </a:r>
            <a:endParaRPr lang="es-ES" sz="72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8194" name="Picture 2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6334" y="1863768"/>
            <a:ext cx="2465007" cy="1725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Resultado de imagen para dibujo de pal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8729" y="3967810"/>
            <a:ext cx="1824272" cy="1824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Resultado de imagen para dibujo de barco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7580" y="3931379"/>
            <a:ext cx="2487654" cy="1948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Picture 8" descr="Imagen relacionad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5854" y="1754450"/>
            <a:ext cx="1853582" cy="1853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2" name="Picture 10" descr="Resultado de imagen para dibujo de tijera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5568" y="3931379"/>
            <a:ext cx="2172061" cy="2021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4" name="Picture 12" descr="Resultado de imagen para dibujo leon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9553" y="2042556"/>
            <a:ext cx="2045681" cy="1693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3332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854690" y="980728"/>
            <a:ext cx="511999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Sílaba Inicial:   </a:t>
            </a:r>
            <a:endParaRPr lang="es-ES" sz="5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pic>
        <p:nvPicPr>
          <p:cNvPr id="9220" name="Picture 4" descr="Resultado de imagen para dibujo con jab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6314" y="4556421"/>
            <a:ext cx="2658847" cy="1557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7 Rectángulo"/>
          <p:cNvSpPr/>
          <p:nvPr/>
        </p:nvSpPr>
        <p:spPr>
          <a:xfrm>
            <a:off x="5501635" y="716389"/>
            <a:ext cx="946093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72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J</a:t>
            </a:r>
            <a:r>
              <a:rPr lang="es-ES" sz="72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a</a:t>
            </a:r>
            <a:endParaRPr lang="es-ES" sz="72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9222" name="Picture 6" descr="Resultado de imagen para dibujo con jabALI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0665" y="3436818"/>
            <a:ext cx="2239207" cy="2239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4" name="Picture 8" descr="Imagen relacionada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77" t="3052" r="21465" b="4206"/>
          <a:stretch/>
        </p:blipFill>
        <p:spPr bwMode="auto">
          <a:xfrm>
            <a:off x="6447728" y="1481432"/>
            <a:ext cx="1483275" cy="2558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6" name="Picture 10" descr="Resultado de imagen para dibujo con CHANCHO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6583" y="2627432"/>
            <a:ext cx="2308099" cy="1688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utoShape 12" descr="Resultado de imagen para dibujo LAN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7" name="AutoShape 14" descr="Resultado de imagen para dibujo LANA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9234" name="Picture 18" descr="Imagen relacionada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0330" y="1913720"/>
            <a:ext cx="1694356" cy="1694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36" name="Picture 20" descr="Imagen relacionada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47" t="8656" r="10193" b="15319"/>
          <a:stretch/>
        </p:blipFill>
        <p:spPr bwMode="auto">
          <a:xfrm>
            <a:off x="6250840" y="4315499"/>
            <a:ext cx="1877050" cy="1646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333278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78</Words>
  <Application>Microsoft Office PowerPoint</Application>
  <PresentationFormat>Presentación en pantalla (4:3)</PresentationFormat>
  <Paragraphs>35</Paragraphs>
  <Slides>13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4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14</cp:revision>
  <dcterms:created xsi:type="dcterms:W3CDTF">2019-05-17T03:48:48Z</dcterms:created>
  <dcterms:modified xsi:type="dcterms:W3CDTF">2019-05-18T04:00:24Z</dcterms:modified>
</cp:coreProperties>
</file>