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4" r:id="rId2"/>
    <p:sldId id="304" r:id="rId3"/>
    <p:sldId id="298" r:id="rId4"/>
    <p:sldId id="305" r:id="rId5"/>
    <p:sldId id="303" r:id="rId6"/>
    <p:sldId id="306" r:id="rId7"/>
  </p:sldIdLst>
  <p:sldSz cx="9144000" cy="6858000" type="screen4x3"/>
  <p:notesSz cx="6858000" cy="9144000"/>
  <p:defaultTextStyle>
    <a:defPPr>
      <a:defRPr lang="es-CL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BE3FF"/>
    <a:srgbClr val="A69AD2"/>
    <a:srgbClr val="9E83E9"/>
    <a:srgbClr val="81D5FF"/>
    <a:srgbClr val="BB86E6"/>
    <a:srgbClr val="8676FE"/>
    <a:srgbClr val="F4D72C"/>
    <a:srgbClr val="B374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80" d="100"/>
          <a:sy n="80" d="100"/>
        </p:scale>
        <p:origin x="-1086" y="390"/>
      </p:cViewPr>
      <p:guideLst>
        <p:guide orient="horz" pos="663"/>
        <p:guide pos="43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0A0162-DD2F-452D-AFB5-7C79A3935E16}" type="datetimeFigureOut">
              <a:rPr lang="es-CL"/>
              <a:pPr>
                <a:defRPr/>
              </a:pPr>
              <a:t>04-06-2013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6B1BF7-9C5C-4A50-85F8-AF66B6A8B021}" type="slidenum">
              <a:rPr lang="es-CL"/>
              <a:pPr>
                <a:defRPr/>
              </a:pPr>
              <a:t>‹Nº›</a:t>
            </a:fld>
            <a:endParaRPr lang="es-CL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38205C-2703-408A-B15A-58C1E65B2A0F}" type="datetimeFigureOut">
              <a:rPr lang="es-CL"/>
              <a:pPr>
                <a:defRPr/>
              </a:pPr>
              <a:t>04-06-2013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8A34C3-C6E7-4F82-90CB-19949D9BE2C9}" type="slidenum">
              <a:rPr lang="es-CL"/>
              <a:pPr>
                <a:defRPr/>
              </a:pPr>
              <a:t>‹Nº›</a:t>
            </a:fld>
            <a:endParaRPr lang="es-CL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59D740-253C-4DEC-9FC4-F979D4F4D3AB}" type="datetimeFigureOut">
              <a:rPr lang="es-CL"/>
              <a:pPr>
                <a:defRPr/>
              </a:pPr>
              <a:t>04-06-2013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CA9DFF-5141-4F0B-8AFF-B68B5AF6A558}" type="slidenum">
              <a:rPr lang="es-CL"/>
              <a:pPr>
                <a:defRPr/>
              </a:pPr>
              <a:t>‹Nº›</a:t>
            </a:fld>
            <a:endParaRPr lang="es-CL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BFB1D0-1F5A-4534-8F4B-F0B043F0D587}" type="datetimeFigureOut">
              <a:rPr lang="es-CL"/>
              <a:pPr>
                <a:defRPr/>
              </a:pPr>
              <a:t>04-06-2013</a:t>
            </a:fld>
            <a:endParaRPr lang="es-CL"/>
          </a:p>
        </p:txBody>
      </p:sp>
      <p:sp>
        <p:nvSpPr>
          <p:cNvPr id="6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L"/>
          </a:p>
        </p:txBody>
      </p:sp>
      <p:sp>
        <p:nvSpPr>
          <p:cNvPr id="7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9C1923-56BA-45F0-8152-574901CC10FB}" type="slidenum">
              <a:rPr lang="es-CL"/>
              <a:pPr>
                <a:defRPr/>
              </a:pPr>
              <a:t>‹Nº›</a:t>
            </a:fld>
            <a:endParaRPr lang="es-CL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7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8218C6-B639-4488-8D13-97BF76DFB6F4}" type="datetimeFigureOut">
              <a:rPr lang="es-CL"/>
              <a:pPr>
                <a:defRPr/>
              </a:pPr>
              <a:t>04-06-2013</a:t>
            </a:fld>
            <a:endParaRPr lang="es-CL"/>
          </a:p>
        </p:txBody>
      </p:sp>
      <p:sp>
        <p:nvSpPr>
          <p:cNvPr id="8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L"/>
          </a:p>
        </p:txBody>
      </p:sp>
      <p:sp>
        <p:nvSpPr>
          <p:cNvPr id="9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9CA0C6-BA84-4BCA-A10A-57673ADE22F1}" type="slidenum">
              <a:rPr lang="es-CL"/>
              <a:pPr>
                <a:defRPr/>
              </a:pPr>
              <a:t>‹Nº›</a:t>
            </a:fld>
            <a:endParaRPr lang="es-CL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3EAE7E-114E-40C9-8004-541A1B75484B}" type="datetimeFigureOut">
              <a:rPr lang="es-CL"/>
              <a:pPr>
                <a:defRPr/>
              </a:pPr>
              <a:t>04-06-2013</a:t>
            </a:fld>
            <a:endParaRPr lang="es-CL"/>
          </a:p>
        </p:txBody>
      </p:sp>
      <p:sp>
        <p:nvSpPr>
          <p:cNvPr id="4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L"/>
          </a:p>
        </p:txBody>
      </p:sp>
      <p:sp>
        <p:nvSpPr>
          <p:cNvPr id="5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33E410-F6FA-4A0C-8DC9-041C43253A29}" type="slidenum">
              <a:rPr lang="es-CL"/>
              <a:pPr>
                <a:defRPr/>
              </a:pPr>
              <a:t>‹Nº›</a:t>
            </a:fld>
            <a:endParaRPr lang="es-CL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A0250B-7768-400A-808A-854A4A108B39}" type="datetimeFigureOut">
              <a:rPr lang="es-CL"/>
              <a:pPr>
                <a:defRPr/>
              </a:pPr>
              <a:t>04-06-2013</a:t>
            </a:fld>
            <a:endParaRPr lang="es-CL"/>
          </a:p>
        </p:txBody>
      </p:sp>
      <p:sp>
        <p:nvSpPr>
          <p:cNvPr id="3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L"/>
          </a:p>
        </p:txBody>
      </p:sp>
      <p:sp>
        <p:nvSpPr>
          <p:cNvPr id="4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829AFA-CEDE-4497-BE6C-DDDEEE03F64A}" type="slidenum">
              <a:rPr lang="es-CL"/>
              <a:pPr>
                <a:defRPr/>
              </a:pPr>
              <a:t>‹Nº›</a:t>
            </a:fld>
            <a:endParaRPr lang="es-CL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175731-6CF6-42F5-9EE9-8D26FEE08912}" type="datetimeFigureOut">
              <a:rPr lang="es-CL"/>
              <a:pPr>
                <a:defRPr/>
              </a:pPr>
              <a:t>04-06-2013</a:t>
            </a:fld>
            <a:endParaRPr lang="es-CL"/>
          </a:p>
        </p:txBody>
      </p:sp>
      <p:sp>
        <p:nvSpPr>
          <p:cNvPr id="6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L"/>
          </a:p>
        </p:txBody>
      </p:sp>
      <p:sp>
        <p:nvSpPr>
          <p:cNvPr id="7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E4CD31-27D7-4A24-96DD-A809D3561B1F}" type="slidenum">
              <a:rPr lang="es-CL"/>
              <a:pPr>
                <a:defRPr/>
              </a:pPr>
              <a:t>‹Nº›</a:t>
            </a:fld>
            <a:endParaRPr lang="es-CL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s-CL" noProof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8EA178-D48D-47C4-97CE-BFA1B447E953}" type="datetimeFigureOut">
              <a:rPr lang="es-CL"/>
              <a:pPr>
                <a:defRPr/>
              </a:pPr>
              <a:t>04-06-2013</a:t>
            </a:fld>
            <a:endParaRPr lang="es-CL"/>
          </a:p>
        </p:txBody>
      </p:sp>
      <p:sp>
        <p:nvSpPr>
          <p:cNvPr id="6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L"/>
          </a:p>
        </p:txBody>
      </p:sp>
      <p:sp>
        <p:nvSpPr>
          <p:cNvPr id="7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C4DDAF-304F-4C37-A535-3340EC2418ED}" type="slidenum">
              <a:rPr lang="es-CL"/>
              <a:pPr>
                <a:defRPr/>
              </a:pPr>
              <a:t>‹Nº›</a:t>
            </a:fld>
            <a:endParaRPr lang="es-CL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8226BA-9A62-4B3D-B5C7-28C937F27711}" type="datetimeFigureOut">
              <a:rPr lang="es-CL"/>
              <a:pPr>
                <a:defRPr/>
              </a:pPr>
              <a:t>04-06-2013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C679F1-A891-4CBB-BCC7-FC35F2BA1E15}" type="slidenum">
              <a:rPr lang="es-CL"/>
              <a:pPr>
                <a:defRPr/>
              </a:pPr>
              <a:t>‹Nº›</a:t>
            </a:fld>
            <a:endParaRPr lang="es-CL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7D2FC8-CF8A-4B7D-8CC6-4AE3E17F15E1}" type="datetimeFigureOut">
              <a:rPr lang="es-CL"/>
              <a:pPr>
                <a:defRPr/>
              </a:pPr>
              <a:t>04-06-2013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5EF71A-2B2B-4A40-93B2-16D61F071A87}" type="slidenum">
              <a:rPr lang="es-CL"/>
              <a:pPr>
                <a:defRPr/>
              </a:pPr>
              <a:t>‹Nº›</a:t>
            </a:fld>
            <a:endParaRPr lang="es-CL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1 Marcador de título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smtClean="0"/>
              <a:t>Haga clic para modificar el estilo de título del patrón</a:t>
            </a:r>
            <a:endParaRPr lang="es-CL" smtClean="0"/>
          </a:p>
        </p:txBody>
      </p:sp>
      <p:sp>
        <p:nvSpPr>
          <p:cNvPr id="1027" name="2 Marcador de texto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 smtClean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868CB32F-3786-4C6E-8A3F-AD1BC02D538E}" type="datetimeFigureOut">
              <a:rPr lang="es-CL"/>
              <a:pPr>
                <a:defRPr/>
              </a:pPr>
              <a:t>04-06-2013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94FD6DDA-1C74-4320-8C36-3BC2261DBFF5}" type="slidenum">
              <a:rPr lang="es-CL"/>
              <a:pPr>
                <a:defRPr/>
              </a:pPr>
              <a:t>‹Nº›</a:t>
            </a:fld>
            <a:endParaRPr lang="es-C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15 Rectángulo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s-CL"/>
          </a:p>
        </p:txBody>
      </p:sp>
      <p:sp>
        <p:nvSpPr>
          <p:cNvPr id="2" name="1 Redondear rectángulo de esquina del mismo lado"/>
          <p:cNvSpPr/>
          <p:nvPr/>
        </p:nvSpPr>
        <p:spPr>
          <a:xfrm>
            <a:off x="179388" y="188913"/>
            <a:ext cx="8785225" cy="5903912"/>
          </a:xfrm>
          <a:prstGeom prst="round2SameRect">
            <a:avLst>
              <a:gd name="adj1" fmla="val 8339"/>
              <a:gd name="adj2" fmla="val 0"/>
            </a:avLst>
          </a:prstGeom>
          <a:pattFill prst="pct5">
            <a:fgClr>
              <a:srgbClr val="ABE3FF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s-CL"/>
          </a:p>
        </p:txBody>
      </p:sp>
      <p:pic>
        <p:nvPicPr>
          <p:cNvPr id="3" name="2 Imag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175" y="3090863"/>
            <a:ext cx="2989263" cy="3001962"/>
          </a:xfrm>
          <a:prstGeom prst="rect">
            <a:avLst/>
          </a:prstGeo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</p:pic>
      <p:pic>
        <p:nvPicPr>
          <p:cNvPr id="20" name="19 Imag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5625" y="3090863"/>
            <a:ext cx="2989263" cy="3001962"/>
          </a:xfrm>
          <a:prstGeom prst="rect">
            <a:avLst/>
          </a:prstGeo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</p:pic>
      <p:pic>
        <p:nvPicPr>
          <p:cNvPr id="21" name="20 Imag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6788" y="3090863"/>
            <a:ext cx="2989262" cy="3001962"/>
          </a:xfrm>
          <a:prstGeom prst="rect">
            <a:avLst/>
          </a:prstGeo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</p:pic>
      <p:sp>
        <p:nvSpPr>
          <p:cNvPr id="11" name="10 CuadroTexto"/>
          <p:cNvSpPr txBox="1"/>
          <p:nvPr/>
        </p:nvSpPr>
        <p:spPr>
          <a:xfrm>
            <a:off x="539750" y="692150"/>
            <a:ext cx="3168650" cy="10160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s-ES_tradnl" sz="60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cs typeface="+mn-cs"/>
              </a:rPr>
              <a:t>Patrones</a:t>
            </a:r>
          </a:p>
        </p:txBody>
      </p:sp>
      <p:sp>
        <p:nvSpPr>
          <p:cNvPr id="12" name="11 Rectángulo redondeado"/>
          <p:cNvSpPr/>
          <p:nvPr/>
        </p:nvSpPr>
        <p:spPr>
          <a:xfrm>
            <a:off x="107504" y="6335992"/>
            <a:ext cx="3168352" cy="28110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s-CL"/>
          </a:p>
        </p:txBody>
      </p:sp>
      <p:sp>
        <p:nvSpPr>
          <p:cNvPr id="1769" name="1768 CuadroTexto"/>
          <p:cNvSpPr txBox="1"/>
          <p:nvPr/>
        </p:nvSpPr>
        <p:spPr>
          <a:xfrm>
            <a:off x="611188" y="1620838"/>
            <a:ext cx="5905500" cy="4603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s-ES_tradnl" sz="2400" dirty="0">
                <a:solidFill>
                  <a:schemeClr val="accent1"/>
                </a:solidFill>
                <a:latin typeface="+mn-lt"/>
                <a:cs typeface="+mn-cs"/>
              </a:rPr>
              <a:t>Unidad 15  | </a:t>
            </a:r>
            <a:r>
              <a:rPr lang="es-ES_tradnl" sz="24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cs typeface="+mn-cs"/>
              </a:rPr>
              <a:t>Creando patrones </a:t>
            </a:r>
            <a:r>
              <a:rPr lang="es-ES_tradnl" sz="2400" dirty="0">
                <a:solidFill>
                  <a:schemeClr val="accent1"/>
                </a:solidFill>
                <a:latin typeface="+mn-lt"/>
                <a:cs typeface="+mn-cs"/>
              </a:rPr>
              <a:t>| 2° básico</a:t>
            </a:r>
            <a:endParaRPr lang="es-CL" sz="2400" dirty="0">
              <a:solidFill>
                <a:schemeClr val="accent1"/>
              </a:solidFill>
              <a:latin typeface="+mn-lt"/>
              <a:cs typeface="+mn-cs"/>
            </a:endParaRPr>
          </a:p>
        </p:txBody>
      </p:sp>
      <p:pic>
        <p:nvPicPr>
          <p:cNvPr id="22" name="21 Image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2363" y="2293938"/>
            <a:ext cx="863600" cy="755650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  <p:pic>
        <p:nvPicPr>
          <p:cNvPr id="24" name="23 Image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7625" y="2692400"/>
            <a:ext cx="865188" cy="754063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  <p:pic>
        <p:nvPicPr>
          <p:cNvPr id="26" name="25 Image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5150" y="2620963"/>
            <a:ext cx="865188" cy="755650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4500"/>
                            </p:stCondLst>
                            <p:childTnLst>
                              <p:par>
                                <p:cTn id="23" presetID="42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7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7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7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76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15 Rectángulo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s-CL"/>
          </a:p>
        </p:txBody>
      </p:sp>
      <p:sp>
        <p:nvSpPr>
          <p:cNvPr id="17" name="16 Rectángulo redondeado"/>
          <p:cNvSpPr/>
          <p:nvPr/>
        </p:nvSpPr>
        <p:spPr>
          <a:xfrm>
            <a:off x="179388" y="188913"/>
            <a:ext cx="8785225" cy="6291262"/>
          </a:xfrm>
          <a:prstGeom prst="roundRect">
            <a:avLst>
              <a:gd name="adj" fmla="val 7957"/>
            </a:avLst>
          </a:prstGeom>
          <a:pattFill prst="pct5">
            <a:fgClr>
              <a:srgbClr val="ABE3FF"/>
            </a:fgClr>
            <a:bgClr>
              <a:schemeClr val="bg1"/>
            </a:bgClr>
          </a:pattFill>
          <a:ln w="6350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s-CL"/>
          </a:p>
        </p:txBody>
      </p:sp>
      <p:pic>
        <p:nvPicPr>
          <p:cNvPr id="3" name="2 Imag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175" y="3573463"/>
            <a:ext cx="2989263" cy="3001962"/>
          </a:xfrm>
          <a:prstGeom prst="rect">
            <a:avLst/>
          </a:prstGeo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</p:pic>
      <p:pic>
        <p:nvPicPr>
          <p:cNvPr id="20" name="19 Imag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5625" y="3573463"/>
            <a:ext cx="2989263" cy="3001962"/>
          </a:xfrm>
          <a:prstGeom prst="rect">
            <a:avLst/>
          </a:prstGeo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</p:pic>
      <p:pic>
        <p:nvPicPr>
          <p:cNvPr id="21" name="20 Imag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6788" y="3573463"/>
            <a:ext cx="2989262" cy="3001962"/>
          </a:xfrm>
          <a:prstGeom prst="rect">
            <a:avLst/>
          </a:prstGeo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</p:pic>
      <p:grpSp>
        <p:nvGrpSpPr>
          <p:cNvPr id="4" name="3 Grupo"/>
          <p:cNvGrpSpPr>
            <a:grpSpLocks/>
          </p:cNvGrpSpPr>
          <p:nvPr/>
        </p:nvGrpSpPr>
        <p:grpSpPr bwMode="auto">
          <a:xfrm>
            <a:off x="2700338" y="981075"/>
            <a:ext cx="3959225" cy="938213"/>
            <a:chOff x="2699792" y="981075"/>
            <a:chExt cx="3959236" cy="938719"/>
          </a:xfrm>
        </p:grpSpPr>
        <p:sp>
          <p:nvSpPr>
            <p:cNvPr id="14" name="13 CuadroTexto"/>
            <p:cNvSpPr txBox="1"/>
            <p:nvPr/>
          </p:nvSpPr>
          <p:spPr>
            <a:xfrm>
              <a:off x="2914105" y="981075"/>
              <a:ext cx="3744923" cy="938719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s-ES_tradnl" sz="2800" b="1" dirty="0">
                  <a:solidFill>
                    <a:schemeClr val="accent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lt"/>
                  <a:cs typeface="+mn-cs"/>
                </a:rPr>
                <a:t>Voy a aprender a…</a:t>
              </a:r>
            </a:p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s-CL" b="1" dirty="0">
                  <a:solidFill>
                    <a:schemeClr val="accent1">
                      <a:lumMod val="75000"/>
                    </a:schemeClr>
                  </a:solidFill>
                  <a:latin typeface="+mn-lt"/>
                  <a:cs typeface="+mn-cs"/>
                </a:rPr>
                <a:t>reconocer lo que es un patrón</a:t>
              </a:r>
            </a:p>
          </p:txBody>
        </p:sp>
        <p:sp>
          <p:nvSpPr>
            <p:cNvPr id="2" name="1 Elipse"/>
            <p:cNvSpPr/>
            <p:nvPr/>
          </p:nvSpPr>
          <p:spPr>
            <a:xfrm>
              <a:off x="2699792" y="1197091"/>
              <a:ext cx="144462" cy="142952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CL"/>
            </a:p>
          </p:txBody>
        </p:sp>
      </p:grpSp>
      <p:grpSp>
        <p:nvGrpSpPr>
          <p:cNvPr id="5" name="4 Grupo"/>
          <p:cNvGrpSpPr>
            <a:grpSpLocks/>
          </p:cNvGrpSpPr>
          <p:nvPr/>
        </p:nvGrpSpPr>
        <p:grpSpPr bwMode="auto">
          <a:xfrm>
            <a:off x="2700338" y="2133600"/>
            <a:ext cx="3959225" cy="800100"/>
            <a:chOff x="2699792" y="2132856"/>
            <a:chExt cx="3960440" cy="800219"/>
          </a:xfrm>
        </p:grpSpPr>
        <p:sp>
          <p:nvSpPr>
            <p:cNvPr id="18" name="17 Elipse"/>
            <p:cNvSpPr/>
            <p:nvPr/>
          </p:nvSpPr>
          <p:spPr>
            <a:xfrm>
              <a:off x="2699792" y="2356727"/>
              <a:ext cx="144506" cy="144483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CL"/>
            </a:p>
          </p:txBody>
        </p:sp>
        <p:sp>
          <p:nvSpPr>
            <p:cNvPr id="19" name="18 CuadroTexto"/>
            <p:cNvSpPr txBox="1"/>
            <p:nvPr/>
          </p:nvSpPr>
          <p:spPr>
            <a:xfrm>
              <a:off x="2915758" y="2132856"/>
              <a:ext cx="3744474" cy="800219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s-ES_tradnl" sz="2800" b="1" dirty="0">
                  <a:solidFill>
                    <a:schemeClr val="accent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lt"/>
                  <a:cs typeface="+mn-cs"/>
                </a:rPr>
                <a:t>y me va a servir para…</a:t>
              </a:r>
            </a:p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s-ES_tradnl" b="1" dirty="0">
                  <a:solidFill>
                    <a:schemeClr val="accent1">
                      <a:lumMod val="75000"/>
                    </a:schemeClr>
                  </a:solidFill>
                  <a:latin typeface="+mn-lt"/>
                  <a:cs typeface="+mn-cs"/>
                </a:rPr>
                <a:t>pensar</a:t>
              </a:r>
              <a:endParaRPr lang="es-CL" b="1" dirty="0">
                <a:solidFill>
                  <a:schemeClr val="accent1">
                    <a:lumMod val="75000"/>
                  </a:schemeClr>
                </a:solidFill>
                <a:latin typeface="+mn-lt"/>
                <a:cs typeface="+mn-cs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5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31 Rectángulo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s-CL"/>
          </a:p>
        </p:txBody>
      </p:sp>
      <p:sp>
        <p:nvSpPr>
          <p:cNvPr id="33" name="32 Rectángulo redondeado"/>
          <p:cNvSpPr/>
          <p:nvPr/>
        </p:nvSpPr>
        <p:spPr>
          <a:xfrm>
            <a:off x="179388" y="188913"/>
            <a:ext cx="8785225" cy="6480175"/>
          </a:xfrm>
          <a:prstGeom prst="roundRect">
            <a:avLst>
              <a:gd name="adj" fmla="val 7957"/>
            </a:avLst>
          </a:prstGeom>
          <a:pattFill prst="pct5">
            <a:fgClr>
              <a:srgbClr val="ABE3FF"/>
            </a:fgClr>
            <a:bgClr>
              <a:schemeClr val="bg1"/>
            </a:bgClr>
          </a:pattFill>
          <a:ln w="6350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s-CL"/>
          </a:p>
        </p:txBody>
      </p:sp>
      <p:sp>
        <p:nvSpPr>
          <p:cNvPr id="8" name="7 Rectángulo"/>
          <p:cNvSpPr/>
          <p:nvPr/>
        </p:nvSpPr>
        <p:spPr>
          <a:xfrm>
            <a:off x="1927225" y="333375"/>
            <a:ext cx="5307013" cy="9223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s-ES" sz="54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cs typeface="+mn-cs"/>
              </a:rPr>
              <a:t>Creando patrones</a:t>
            </a:r>
          </a:p>
        </p:txBody>
      </p:sp>
      <p:sp>
        <p:nvSpPr>
          <p:cNvPr id="14" name="13 Rectángulo"/>
          <p:cNvSpPr/>
          <p:nvPr/>
        </p:nvSpPr>
        <p:spPr>
          <a:xfrm>
            <a:off x="755650" y="2205038"/>
            <a:ext cx="576263" cy="936625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s-CL"/>
          </a:p>
        </p:txBody>
      </p:sp>
      <p:sp>
        <p:nvSpPr>
          <p:cNvPr id="15" name="14 Rectángulo"/>
          <p:cNvSpPr/>
          <p:nvPr/>
        </p:nvSpPr>
        <p:spPr>
          <a:xfrm>
            <a:off x="1547813" y="2708275"/>
            <a:ext cx="431800" cy="433388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s-CL"/>
          </a:p>
        </p:txBody>
      </p:sp>
      <p:sp>
        <p:nvSpPr>
          <p:cNvPr id="16" name="15 Elipse"/>
          <p:cNvSpPr/>
          <p:nvPr/>
        </p:nvSpPr>
        <p:spPr>
          <a:xfrm>
            <a:off x="2124075" y="2708275"/>
            <a:ext cx="431800" cy="433388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s-CL"/>
          </a:p>
        </p:txBody>
      </p:sp>
      <p:sp>
        <p:nvSpPr>
          <p:cNvPr id="17" name="16 Rectángulo"/>
          <p:cNvSpPr/>
          <p:nvPr/>
        </p:nvSpPr>
        <p:spPr>
          <a:xfrm>
            <a:off x="2771775" y="2205038"/>
            <a:ext cx="576263" cy="936625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s-CL"/>
          </a:p>
        </p:txBody>
      </p:sp>
      <p:sp>
        <p:nvSpPr>
          <p:cNvPr id="18" name="17 Rectángulo"/>
          <p:cNvSpPr/>
          <p:nvPr/>
        </p:nvSpPr>
        <p:spPr>
          <a:xfrm>
            <a:off x="3563938" y="2708275"/>
            <a:ext cx="431800" cy="433388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s-CL"/>
          </a:p>
        </p:txBody>
      </p:sp>
      <p:sp>
        <p:nvSpPr>
          <p:cNvPr id="19" name="18 Elipse"/>
          <p:cNvSpPr/>
          <p:nvPr/>
        </p:nvSpPr>
        <p:spPr>
          <a:xfrm>
            <a:off x="4140200" y="2708275"/>
            <a:ext cx="431800" cy="433388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s-CL"/>
          </a:p>
        </p:txBody>
      </p:sp>
      <p:sp>
        <p:nvSpPr>
          <p:cNvPr id="20" name="19 Rectángulo"/>
          <p:cNvSpPr/>
          <p:nvPr/>
        </p:nvSpPr>
        <p:spPr>
          <a:xfrm>
            <a:off x="4859338" y="2205038"/>
            <a:ext cx="576262" cy="936625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s-CL"/>
          </a:p>
        </p:txBody>
      </p:sp>
      <p:sp>
        <p:nvSpPr>
          <p:cNvPr id="21" name="20 Rectángulo"/>
          <p:cNvSpPr/>
          <p:nvPr/>
        </p:nvSpPr>
        <p:spPr>
          <a:xfrm>
            <a:off x="5651500" y="2708275"/>
            <a:ext cx="433388" cy="433388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s-CL"/>
          </a:p>
        </p:txBody>
      </p:sp>
      <p:sp>
        <p:nvSpPr>
          <p:cNvPr id="22" name="21 Elipse"/>
          <p:cNvSpPr/>
          <p:nvPr/>
        </p:nvSpPr>
        <p:spPr>
          <a:xfrm>
            <a:off x="6227763" y="2708275"/>
            <a:ext cx="431800" cy="433388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s-CL"/>
          </a:p>
        </p:txBody>
      </p:sp>
      <p:sp>
        <p:nvSpPr>
          <p:cNvPr id="23" name="22 Rectángulo"/>
          <p:cNvSpPr/>
          <p:nvPr/>
        </p:nvSpPr>
        <p:spPr>
          <a:xfrm>
            <a:off x="6948488" y="2205038"/>
            <a:ext cx="576262" cy="936625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s-CL"/>
          </a:p>
        </p:txBody>
      </p:sp>
      <p:sp>
        <p:nvSpPr>
          <p:cNvPr id="24" name="23 Rectángulo"/>
          <p:cNvSpPr/>
          <p:nvPr/>
        </p:nvSpPr>
        <p:spPr>
          <a:xfrm>
            <a:off x="7740650" y="2708275"/>
            <a:ext cx="431800" cy="433388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s-CL"/>
          </a:p>
        </p:txBody>
      </p:sp>
      <p:sp>
        <p:nvSpPr>
          <p:cNvPr id="25" name="24 Elipse"/>
          <p:cNvSpPr/>
          <p:nvPr/>
        </p:nvSpPr>
        <p:spPr>
          <a:xfrm>
            <a:off x="8316913" y="2708275"/>
            <a:ext cx="431800" cy="433388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s-CL"/>
          </a:p>
        </p:txBody>
      </p:sp>
      <p:grpSp>
        <p:nvGrpSpPr>
          <p:cNvPr id="3" name="2 Grupo"/>
          <p:cNvGrpSpPr/>
          <p:nvPr/>
        </p:nvGrpSpPr>
        <p:grpSpPr>
          <a:xfrm>
            <a:off x="3851920" y="4185084"/>
            <a:ext cx="1800200" cy="936104"/>
            <a:chOff x="4932040" y="4257092"/>
            <a:chExt cx="1800200" cy="936104"/>
          </a:xfrm>
          <a:solidFill>
            <a:schemeClr val="bg2">
              <a:lumMod val="75000"/>
            </a:schemeClr>
          </a:solidFill>
        </p:grpSpPr>
        <p:sp>
          <p:nvSpPr>
            <p:cNvPr id="26" name="25 Rectángulo"/>
            <p:cNvSpPr/>
            <p:nvPr/>
          </p:nvSpPr>
          <p:spPr>
            <a:xfrm>
              <a:off x="4932040" y="4257092"/>
              <a:ext cx="576064" cy="936104"/>
            </a:xfrm>
            <a:prstGeom prst="rect">
              <a:avLst/>
            </a:prstGeom>
            <a:grpFill/>
            <a:ln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CL"/>
            </a:p>
          </p:txBody>
        </p:sp>
        <p:sp>
          <p:nvSpPr>
            <p:cNvPr id="27" name="26 Rectángulo"/>
            <p:cNvSpPr/>
            <p:nvPr/>
          </p:nvSpPr>
          <p:spPr>
            <a:xfrm>
              <a:off x="5724128" y="4761148"/>
              <a:ext cx="432048" cy="432048"/>
            </a:xfrm>
            <a:prstGeom prst="rect">
              <a:avLst/>
            </a:prstGeom>
            <a:grpFill/>
            <a:ln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CL"/>
            </a:p>
          </p:txBody>
        </p:sp>
        <p:sp>
          <p:nvSpPr>
            <p:cNvPr id="28" name="27 Elipse"/>
            <p:cNvSpPr/>
            <p:nvPr/>
          </p:nvSpPr>
          <p:spPr>
            <a:xfrm>
              <a:off x="6300192" y="4761148"/>
              <a:ext cx="432048" cy="432048"/>
            </a:xfrm>
            <a:prstGeom prst="ellipse">
              <a:avLst/>
            </a:prstGeom>
            <a:grpFill/>
            <a:ln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CL"/>
            </a:p>
          </p:txBody>
        </p:sp>
      </p:grpSp>
      <p:sp>
        <p:nvSpPr>
          <p:cNvPr id="30" name="29 Rectángulo"/>
          <p:cNvSpPr/>
          <p:nvPr/>
        </p:nvSpPr>
        <p:spPr>
          <a:xfrm>
            <a:off x="3492500" y="5661025"/>
            <a:ext cx="1614488" cy="7080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s-ES" sz="40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cs typeface="+mn-cs"/>
              </a:rPr>
              <a:t>patrón</a:t>
            </a:r>
          </a:p>
        </p:txBody>
      </p:sp>
      <p:sp>
        <p:nvSpPr>
          <p:cNvPr id="2" name="1 Rectángulo redondeado"/>
          <p:cNvSpPr/>
          <p:nvPr/>
        </p:nvSpPr>
        <p:spPr>
          <a:xfrm>
            <a:off x="611188" y="1916113"/>
            <a:ext cx="2087562" cy="1512887"/>
          </a:xfrm>
          <a:prstGeom prst="roundRect">
            <a:avLst/>
          </a:prstGeom>
          <a:noFill/>
          <a:ln w="19050">
            <a:solidFill>
              <a:schemeClr val="accent1">
                <a:lumMod val="75000"/>
              </a:schemeClr>
            </a:solidFill>
            <a:prstDash val="sysDot"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s-CL"/>
          </a:p>
        </p:txBody>
      </p:sp>
      <p:sp>
        <p:nvSpPr>
          <p:cNvPr id="5" name="4 Llamada rectangular redondeada"/>
          <p:cNvSpPr/>
          <p:nvPr/>
        </p:nvSpPr>
        <p:spPr>
          <a:xfrm>
            <a:off x="3635375" y="3933825"/>
            <a:ext cx="2232025" cy="1439863"/>
          </a:xfrm>
          <a:prstGeom prst="wedgeRoundRectCallout">
            <a:avLst>
              <a:gd name="adj1" fmla="val -20833"/>
              <a:gd name="adj2" fmla="val 67203"/>
              <a:gd name="adj3" fmla="val 16667"/>
            </a:avLst>
          </a:prstGeom>
          <a:noFill/>
          <a:ln w="19050">
            <a:solidFill>
              <a:schemeClr val="accent1">
                <a:lumMod val="75000"/>
              </a:schemeClr>
            </a:solidFill>
            <a:prstDash val="sysDot"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s-CL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750"/>
                            </p:stCondLst>
                            <p:childTnLst>
                              <p:par>
                                <p:cTn id="15" presetID="22" presetClass="entr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500"/>
                            </p:stCondLst>
                            <p:childTnLst>
                              <p:par>
                                <p:cTn id="19" presetID="22" presetClass="entr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25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750"/>
                            </p:stCondLst>
                            <p:childTnLst>
                              <p:par>
                                <p:cTn id="27" presetID="22" presetClass="entr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4500"/>
                            </p:stCondLst>
                            <p:childTnLst>
                              <p:par>
                                <p:cTn id="3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0"/>
                            </p:stCondLst>
                            <p:childTnLst>
                              <p:par>
                                <p:cTn id="35" presetID="22" presetClass="entr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750"/>
                            </p:stCondLst>
                            <p:childTnLst>
                              <p:par>
                                <p:cTn id="39" presetID="22" presetClass="entr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6500"/>
                            </p:stCondLst>
                            <p:childTnLst>
                              <p:par>
                                <p:cTn id="43" presetID="22" presetClass="entr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7250"/>
                            </p:stCondLst>
                            <p:childTnLst>
                              <p:par>
                                <p:cTn id="47" presetID="22" presetClass="entr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8000"/>
                            </p:stCondLst>
                            <p:childTnLst>
                              <p:par>
                                <p:cTn id="5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8500"/>
                            </p:stCondLst>
                            <p:childTnLst>
                              <p:par>
                                <p:cTn id="55" presetID="22" presetClass="entr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9250"/>
                            </p:stCondLst>
                            <p:childTnLst>
                              <p:par>
                                <p:cTn id="59" presetID="22" presetClass="entr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0000"/>
                            </p:stCondLst>
                            <p:childTnLst>
                              <p:par>
                                <p:cTn id="63" presetID="10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0750"/>
                            </p:stCondLst>
                            <p:childTnLst>
                              <p:par>
                                <p:cTn id="6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1250"/>
                            </p:stCondLst>
                            <p:childTnLst>
                              <p:par>
                                <p:cTn id="71" presetID="6" presetClass="entr" presetSubtype="16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3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30" grpId="0"/>
      <p:bldP spid="2" grpId="0" animBg="1"/>
      <p:bldP spid="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31 Rectángulo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s-CL"/>
          </a:p>
        </p:txBody>
      </p:sp>
      <p:sp>
        <p:nvSpPr>
          <p:cNvPr id="33" name="32 Rectángulo redondeado"/>
          <p:cNvSpPr/>
          <p:nvPr/>
        </p:nvSpPr>
        <p:spPr>
          <a:xfrm>
            <a:off x="179388" y="188913"/>
            <a:ext cx="8785225" cy="6480175"/>
          </a:xfrm>
          <a:prstGeom prst="roundRect">
            <a:avLst>
              <a:gd name="adj" fmla="val 7957"/>
            </a:avLst>
          </a:prstGeom>
          <a:pattFill prst="pct5">
            <a:fgClr>
              <a:srgbClr val="ABE3FF"/>
            </a:fgClr>
            <a:bgClr>
              <a:schemeClr val="bg1"/>
            </a:bgClr>
          </a:pattFill>
          <a:ln w="6350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s-CL"/>
          </a:p>
        </p:txBody>
      </p:sp>
      <p:sp>
        <p:nvSpPr>
          <p:cNvPr id="8" name="7 Rectángulo"/>
          <p:cNvSpPr/>
          <p:nvPr/>
        </p:nvSpPr>
        <p:spPr>
          <a:xfrm>
            <a:off x="1927225" y="346075"/>
            <a:ext cx="5307013" cy="9223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s-ES" sz="54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cs typeface="+mn-cs"/>
              </a:rPr>
              <a:t>Creando patrones</a:t>
            </a:r>
          </a:p>
        </p:txBody>
      </p:sp>
      <p:sp>
        <p:nvSpPr>
          <p:cNvPr id="30" name="29 Rectángulo"/>
          <p:cNvSpPr/>
          <p:nvPr/>
        </p:nvSpPr>
        <p:spPr>
          <a:xfrm>
            <a:off x="3492500" y="5661025"/>
            <a:ext cx="1614488" cy="7080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s-ES" sz="40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cs typeface="+mn-cs"/>
              </a:rPr>
              <a:t>patrón</a:t>
            </a:r>
          </a:p>
        </p:txBody>
      </p:sp>
      <p:sp>
        <p:nvSpPr>
          <p:cNvPr id="2" name="1 Rectángulo redondeado"/>
          <p:cNvSpPr/>
          <p:nvPr/>
        </p:nvSpPr>
        <p:spPr>
          <a:xfrm>
            <a:off x="5219700" y="1412875"/>
            <a:ext cx="2808288" cy="1944688"/>
          </a:xfrm>
          <a:prstGeom prst="roundRect">
            <a:avLst/>
          </a:prstGeom>
          <a:noFill/>
          <a:ln w="19050">
            <a:solidFill>
              <a:schemeClr val="accent4"/>
            </a:solidFill>
            <a:prstDash val="sysDot"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s-CL"/>
          </a:p>
        </p:txBody>
      </p:sp>
      <p:sp>
        <p:nvSpPr>
          <p:cNvPr id="5" name="4 Llamada rectangular redondeada"/>
          <p:cNvSpPr/>
          <p:nvPr/>
        </p:nvSpPr>
        <p:spPr>
          <a:xfrm>
            <a:off x="3132138" y="3573463"/>
            <a:ext cx="3095625" cy="1871662"/>
          </a:xfrm>
          <a:prstGeom prst="wedgeRoundRectCallout">
            <a:avLst>
              <a:gd name="adj1" fmla="val -20833"/>
              <a:gd name="adj2" fmla="val 67203"/>
              <a:gd name="adj3" fmla="val 16667"/>
            </a:avLst>
          </a:prstGeom>
          <a:noFill/>
          <a:ln w="19050">
            <a:solidFill>
              <a:schemeClr val="accent4"/>
            </a:solidFill>
            <a:prstDash val="sysDot"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s-CL"/>
          </a:p>
        </p:txBody>
      </p:sp>
      <p:sp>
        <p:nvSpPr>
          <p:cNvPr id="6" name="5 Rectángulo"/>
          <p:cNvSpPr/>
          <p:nvPr/>
        </p:nvSpPr>
        <p:spPr>
          <a:xfrm>
            <a:off x="1835150" y="1628775"/>
            <a:ext cx="288925" cy="1447800"/>
          </a:xfrm>
          <a:prstGeom prst="rect">
            <a:avLst/>
          </a:prstGeom>
          <a:solidFill>
            <a:schemeClr val="accent6"/>
          </a:solidFill>
          <a:ln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s-CL"/>
          </a:p>
        </p:txBody>
      </p:sp>
      <p:sp>
        <p:nvSpPr>
          <p:cNvPr id="7" name="6 Elipse"/>
          <p:cNvSpPr/>
          <p:nvPr/>
        </p:nvSpPr>
        <p:spPr>
          <a:xfrm>
            <a:off x="2339975" y="2276475"/>
            <a:ext cx="431800" cy="792163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s-CL"/>
          </a:p>
        </p:txBody>
      </p:sp>
      <p:sp>
        <p:nvSpPr>
          <p:cNvPr id="9" name="8 Triángulo isósceles"/>
          <p:cNvSpPr/>
          <p:nvPr/>
        </p:nvSpPr>
        <p:spPr>
          <a:xfrm>
            <a:off x="2879725" y="2627313"/>
            <a:ext cx="504825" cy="431800"/>
          </a:xfrm>
          <a:prstGeom prst="triangle">
            <a:avLst/>
          </a:prstGeom>
          <a:solidFill>
            <a:srgbClr val="F4D72C"/>
          </a:solidFill>
          <a:ln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s-CL"/>
          </a:p>
        </p:txBody>
      </p:sp>
      <p:sp>
        <p:nvSpPr>
          <p:cNvPr id="10" name="9 Rectángulo redondeado"/>
          <p:cNvSpPr/>
          <p:nvPr/>
        </p:nvSpPr>
        <p:spPr>
          <a:xfrm>
            <a:off x="925513" y="2424113"/>
            <a:ext cx="693737" cy="644525"/>
          </a:xfrm>
          <a:prstGeom prst="roundRect">
            <a:avLst/>
          </a:prstGeom>
          <a:noFill/>
          <a:ln w="57150">
            <a:solidFill>
              <a:schemeClr val="accent4"/>
            </a:solidFill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s-CL"/>
          </a:p>
        </p:txBody>
      </p:sp>
      <p:grpSp>
        <p:nvGrpSpPr>
          <p:cNvPr id="11" name="10 Grupo"/>
          <p:cNvGrpSpPr>
            <a:grpSpLocks/>
          </p:cNvGrpSpPr>
          <p:nvPr/>
        </p:nvGrpSpPr>
        <p:grpSpPr bwMode="auto">
          <a:xfrm>
            <a:off x="5426075" y="1628775"/>
            <a:ext cx="2459038" cy="1447800"/>
            <a:chOff x="1077522" y="1781200"/>
            <a:chExt cx="2458746" cy="1447725"/>
          </a:xfrm>
        </p:grpSpPr>
        <p:sp>
          <p:nvSpPr>
            <p:cNvPr id="31" name="30 Rectángulo"/>
            <p:cNvSpPr/>
            <p:nvPr/>
          </p:nvSpPr>
          <p:spPr>
            <a:xfrm>
              <a:off x="1988639" y="1781200"/>
              <a:ext cx="287304" cy="1447725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CL"/>
            </a:p>
          </p:txBody>
        </p:sp>
        <p:sp>
          <p:nvSpPr>
            <p:cNvPr id="34" name="33 Elipse"/>
            <p:cNvSpPr/>
            <p:nvPr/>
          </p:nvSpPr>
          <p:spPr>
            <a:xfrm>
              <a:off x="2491817" y="2428866"/>
              <a:ext cx="431749" cy="792122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CL"/>
            </a:p>
          </p:txBody>
        </p:sp>
        <p:sp>
          <p:nvSpPr>
            <p:cNvPr id="35" name="34 Triángulo isósceles"/>
            <p:cNvSpPr/>
            <p:nvPr/>
          </p:nvSpPr>
          <p:spPr>
            <a:xfrm>
              <a:off x="3031503" y="2779686"/>
              <a:ext cx="504765" cy="431778"/>
            </a:xfrm>
            <a:prstGeom prst="triangle">
              <a:avLst/>
            </a:prstGeom>
            <a:solidFill>
              <a:srgbClr val="F4D72C"/>
            </a:solidFill>
            <a:ln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CL"/>
            </a:p>
          </p:txBody>
        </p:sp>
        <p:sp>
          <p:nvSpPr>
            <p:cNvPr id="36" name="35 Rectángulo redondeado"/>
            <p:cNvSpPr/>
            <p:nvPr/>
          </p:nvSpPr>
          <p:spPr>
            <a:xfrm>
              <a:off x="1077522" y="2576497"/>
              <a:ext cx="695242" cy="644492"/>
            </a:xfrm>
            <a:prstGeom prst="roundRect">
              <a:avLst/>
            </a:prstGeom>
            <a:noFill/>
            <a:ln w="57150">
              <a:solidFill>
                <a:schemeClr val="accent4"/>
              </a:solidFill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CL"/>
            </a:p>
          </p:txBody>
        </p:sp>
      </p:grpSp>
      <p:grpSp>
        <p:nvGrpSpPr>
          <p:cNvPr id="37" name="36 Grupo"/>
          <p:cNvGrpSpPr>
            <a:grpSpLocks/>
          </p:cNvGrpSpPr>
          <p:nvPr/>
        </p:nvGrpSpPr>
        <p:grpSpPr bwMode="auto">
          <a:xfrm>
            <a:off x="3492500" y="3789363"/>
            <a:ext cx="2457450" cy="1447800"/>
            <a:chOff x="1077522" y="1781200"/>
            <a:chExt cx="2458746" cy="1447725"/>
          </a:xfrm>
        </p:grpSpPr>
        <p:sp>
          <p:nvSpPr>
            <p:cNvPr id="38" name="37 Rectángulo"/>
            <p:cNvSpPr/>
            <p:nvPr/>
          </p:nvSpPr>
          <p:spPr>
            <a:xfrm>
              <a:off x="1987640" y="1781200"/>
              <a:ext cx="289077" cy="1447725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CL"/>
            </a:p>
          </p:txBody>
        </p:sp>
        <p:sp>
          <p:nvSpPr>
            <p:cNvPr id="39" name="38 Elipse"/>
            <p:cNvSpPr/>
            <p:nvPr/>
          </p:nvSpPr>
          <p:spPr>
            <a:xfrm>
              <a:off x="2492731" y="2428866"/>
              <a:ext cx="432028" cy="792121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CL"/>
            </a:p>
          </p:txBody>
        </p:sp>
        <p:sp>
          <p:nvSpPr>
            <p:cNvPr id="40" name="39 Triángulo isósceles"/>
            <p:cNvSpPr/>
            <p:nvPr/>
          </p:nvSpPr>
          <p:spPr>
            <a:xfrm>
              <a:off x="3032766" y="2779685"/>
              <a:ext cx="503502" cy="431778"/>
            </a:xfrm>
            <a:prstGeom prst="triangle">
              <a:avLst/>
            </a:prstGeom>
            <a:solidFill>
              <a:srgbClr val="F4D72C"/>
            </a:solidFill>
            <a:ln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CL"/>
            </a:p>
          </p:txBody>
        </p:sp>
        <p:sp>
          <p:nvSpPr>
            <p:cNvPr id="41" name="40 Rectángulo redondeado"/>
            <p:cNvSpPr/>
            <p:nvPr/>
          </p:nvSpPr>
          <p:spPr>
            <a:xfrm>
              <a:off x="1077522" y="2576496"/>
              <a:ext cx="694104" cy="644492"/>
            </a:xfrm>
            <a:prstGeom prst="roundRect">
              <a:avLst/>
            </a:prstGeom>
            <a:noFill/>
            <a:ln w="57150">
              <a:solidFill>
                <a:schemeClr val="accent4"/>
              </a:solidFill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CL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" presetClass="entr" presetSubtype="4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000"/>
                            </p:stCondLst>
                            <p:childTnLst>
                              <p:par>
                                <p:cTn id="1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2" presetClass="entr" presetSubtype="4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500"/>
                            </p:stCondLst>
                            <p:childTnLst>
                              <p:par>
                                <p:cTn id="26" presetID="2" presetClass="entr" presetSubtype="4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4500"/>
                            </p:stCondLst>
                            <p:childTnLst>
                              <p:par>
                                <p:cTn id="31" presetID="2" presetClass="entr" presetSubtype="4" fill="hold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675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8750"/>
                            </p:stCondLst>
                            <p:childTnLst>
                              <p:par>
                                <p:cTn id="40" presetID="10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500"/>
                            </p:stCondLst>
                            <p:childTnLst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1500"/>
                            </p:stCondLst>
                            <p:childTnLst>
                              <p:par>
                                <p:cTn id="48" presetID="42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30" grpId="0"/>
      <p:bldP spid="2" grpId="0" animBg="1"/>
      <p:bldP spid="5" grpId="0" animBg="1"/>
      <p:bldP spid="6" grpId="0" animBg="1"/>
      <p:bldP spid="7" grpId="0" animBg="1"/>
      <p:bldP spid="9" grpId="0" animBg="1"/>
      <p:bldP spid="1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Rectángulo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s-CL"/>
          </a:p>
        </p:txBody>
      </p:sp>
      <p:sp>
        <p:nvSpPr>
          <p:cNvPr id="9" name="8 Rectángulo redondeado"/>
          <p:cNvSpPr/>
          <p:nvPr/>
        </p:nvSpPr>
        <p:spPr>
          <a:xfrm>
            <a:off x="179388" y="188913"/>
            <a:ext cx="8785225" cy="6480175"/>
          </a:xfrm>
          <a:prstGeom prst="roundRect">
            <a:avLst>
              <a:gd name="adj" fmla="val 7957"/>
            </a:avLst>
          </a:prstGeom>
          <a:pattFill prst="pct5">
            <a:fgClr>
              <a:srgbClr val="ABE3FF"/>
            </a:fgClr>
            <a:bgClr>
              <a:schemeClr val="bg1"/>
            </a:bgClr>
          </a:pattFill>
          <a:ln w="6350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s-CL"/>
          </a:p>
        </p:txBody>
      </p:sp>
      <p:sp>
        <p:nvSpPr>
          <p:cNvPr id="8" name="7 Rectángulo"/>
          <p:cNvSpPr/>
          <p:nvPr/>
        </p:nvSpPr>
        <p:spPr>
          <a:xfrm>
            <a:off x="904875" y="500063"/>
            <a:ext cx="7351713" cy="7683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s-ES" sz="44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cs typeface="+mn-cs"/>
              </a:rPr>
              <a:t>Puedes crear tu propio patrón</a:t>
            </a:r>
          </a:p>
        </p:txBody>
      </p:sp>
      <p:pic>
        <p:nvPicPr>
          <p:cNvPr id="2" name="1 Imag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6600" y="5340350"/>
            <a:ext cx="2151063" cy="1328738"/>
          </a:xfrm>
          <a:prstGeom prst="rect">
            <a:avLst/>
          </a:prstGeo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</p:pic>
      <p:pic>
        <p:nvPicPr>
          <p:cNvPr id="3" name="2 Imagen"/>
          <p:cNvPicPr>
            <a:picLocks noChangeAspect="1"/>
          </p:cNvPicPr>
          <p:nvPr/>
        </p:nvPicPr>
        <p:blipFill rotWithShape="1">
          <a:blip r:embed="rId3"/>
          <a:srcRect b="4544"/>
          <a:stretch/>
        </p:blipFill>
        <p:spPr>
          <a:xfrm>
            <a:off x="6948488" y="4525963"/>
            <a:ext cx="1462087" cy="2143125"/>
          </a:xfrm>
          <a:prstGeom prst="rect">
            <a:avLst/>
          </a:prstGeo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</p:pic>
      <p:pic>
        <p:nvPicPr>
          <p:cNvPr id="5" name="4 Image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963" y="3824288"/>
            <a:ext cx="1474787" cy="2844800"/>
          </a:xfrm>
          <a:prstGeom prst="rect">
            <a:avLst/>
          </a:prstGeo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</p:pic>
      <p:grpSp>
        <p:nvGrpSpPr>
          <p:cNvPr id="18" name="17 Grupo"/>
          <p:cNvGrpSpPr>
            <a:grpSpLocks/>
          </p:cNvGrpSpPr>
          <p:nvPr/>
        </p:nvGrpSpPr>
        <p:grpSpPr bwMode="auto">
          <a:xfrm>
            <a:off x="755650" y="1244600"/>
            <a:ext cx="3529013" cy="2184400"/>
            <a:chOff x="755576" y="1244079"/>
            <a:chExt cx="3528392" cy="2184785"/>
          </a:xfrm>
        </p:grpSpPr>
        <p:sp>
          <p:nvSpPr>
            <p:cNvPr id="6" name="5 Llamada ovalada"/>
            <p:cNvSpPr/>
            <p:nvPr/>
          </p:nvSpPr>
          <p:spPr>
            <a:xfrm>
              <a:off x="755576" y="1628322"/>
              <a:ext cx="3528392" cy="1800542"/>
            </a:xfrm>
            <a:prstGeom prst="wedgeEllipseCallout">
              <a:avLst>
                <a:gd name="adj1" fmla="val -21374"/>
                <a:gd name="adj2" fmla="val 69966"/>
              </a:avLst>
            </a:prstGeom>
            <a:solidFill>
              <a:schemeClr val="bg1"/>
            </a:solidFill>
            <a:ln>
              <a:solidFill>
                <a:srgbClr val="81D5FF"/>
              </a:solidFill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CL"/>
            </a:p>
          </p:txBody>
        </p:sp>
        <p:sp>
          <p:nvSpPr>
            <p:cNvPr id="17430" name="23 Rectángulo"/>
            <p:cNvSpPr>
              <a:spLocks noChangeArrowheads="1"/>
            </p:cNvSpPr>
            <p:nvPr/>
          </p:nvSpPr>
          <p:spPr bwMode="auto">
            <a:xfrm>
              <a:off x="1128241" y="1844824"/>
              <a:ext cx="2854050" cy="120032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s-ES" sz="2400" b="1">
                  <a:solidFill>
                    <a:schemeClr val="accent1"/>
                  </a:solidFill>
                  <a:latin typeface="Calibri" pitchFamily="34" charset="0"/>
                </a:rPr>
                <a:t>Puedes usar </a:t>
              </a:r>
            </a:p>
            <a:p>
              <a:pPr algn="ctr"/>
              <a:r>
                <a:rPr lang="es-ES" sz="2400" b="1">
                  <a:solidFill>
                    <a:schemeClr val="accent1"/>
                  </a:solidFill>
                  <a:latin typeface="Calibri" pitchFamily="34" charset="0"/>
                </a:rPr>
                <a:t>la misma figura </a:t>
              </a:r>
            </a:p>
            <a:p>
              <a:pPr algn="ctr"/>
              <a:r>
                <a:rPr lang="es-ES" sz="2400" b="1">
                  <a:solidFill>
                    <a:schemeClr val="accent1"/>
                  </a:solidFill>
                  <a:latin typeface="Calibri" pitchFamily="34" charset="0"/>
                </a:rPr>
                <a:t>en diferentes colores</a:t>
              </a:r>
            </a:p>
          </p:txBody>
        </p:sp>
        <p:sp>
          <p:nvSpPr>
            <p:cNvPr id="10" name="9 Elipse"/>
            <p:cNvSpPr/>
            <p:nvPr/>
          </p:nvSpPr>
          <p:spPr>
            <a:xfrm>
              <a:off x="2195186" y="1340934"/>
              <a:ext cx="469817" cy="57636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CL"/>
            </a:p>
          </p:txBody>
        </p:sp>
        <p:sp>
          <p:nvSpPr>
            <p:cNvPr id="15" name="14 Rectángulo"/>
            <p:cNvSpPr/>
            <p:nvPr/>
          </p:nvSpPr>
          <p:spPr>
            <a:xfrm>
              <a:off x="2195186" y="1244079"/>
              <a:ext cx="469817" cy="77007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s-ES" sz="4400" b="1" dirty="0">
                  <a:solidFill>
                    <a:schemeClr val="accent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lt"/>
                  <a:cs typeface="+mn-cs"/>
                </a:rPr>
                <a:t>1</a:t>
              </a:r>
            </a:p>
          </p:txBody>
        </p:sp>
        <p:sp>
          <p:nvSpPr>
            <p:cNvPr id="11" name="10 Arco"/>
            <p:cNvSpPr/>
            <p:nvPr/>
          </p:nvSpPr>
          <p:spPr>
            <a:xfrm>
              <a:off x="2195186" y="1340934"/>
              <a:ext cx="469817" cy="576364"/>
            </a:xfrm>
            <a:prstGeom prst="arc">
              <a:avLst>
                <a:gd name="adj1" fmla="val 10386334"/>
                <a:gd name="adj2" fmla="val 320106"/>
              </a:avLst>
            </a:prstGeom>
            <a:ln w="19050">
              <a:solidFill>
                <a:srgbClr val="81D5FF"/>
              </a:solidFill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CL"/>
            </a:p>
          </p:txBody>
        </p:sp>
      </p:grpSp>
      <p:grpSp>
        <p:nvGrpSpPr>
          <p:cNvPr id="27" name="26 Grupo"/>
          <p:cNvGrpSpPr>
            <a:grpSpLocks/>
          </p:cNvGrpSpPr>
          <p:nvPr/>
        </p:nvGrpSpPr>
        <p:grpSpPr bwMode="auto">
          <a:xfrm>
            <a:off x="5148263" y="2060575"/>
            <a:ext cx="3384550" cy="1763713"/>
            <a:chOff x="5148064" y="2060267"/>
            <a:chExt cx="3384376" cy="1763326"/>
          </a:xfrm>
        </p:grpSpPr>
        <p:grpSp>
          <p:nvGrpSpPr>
            <p:cNvPr id="17423" name="11 Grupo"/>
            <p:cNvGrpSpPr>
              <a:grpSpLocks/>
            </p:cNvGrpSpPr>
            <p:nvPr/>
          </p:nvGrpSpPr>
          <p:grpSpPr bwMode="auto">
            <a:xfrm>
              <a:off x="5148064" y="2132856"/>
              <a:ext cx="3384376" cy="1690737"/>
              <a:chOff x="5148064" y="2132856"/>
              <a:chExt cx="3384376" cy="1690737"/>
            </a:xfrm>
          </p:grpSpPr>
          <p:sp>
            <p:nvSpPr>
              <p:cNvPr id="13" name="12 Llamada ovalada"/>
              <p:cNvSpPr/>
              <p:nvPr/>
            </p:nvSpPr>
            <p:spPr>
              <a:xfrm>
                <a:off x="5148064" y="2445945"/>
                <a:ext cx="3384376" cy="1377648"/>
              </a:xfrm>
              <a:prstGeom prst="wedgeEllipseCallout">
                <a:avLst>
                  <a:gd name="adj1" fmla="val 21179"/>
                  <a:gd name="adj2" fmla="val 87729"/>
                </a:avLst>
              </a:prstGeom>
              <a:solidFill>
                <a:schemeClr val="bg1"/>
              </a:solidFill>
              <a:ln>
                <a:solidFill>
                  <a:srgbClr val="A69AD2"/>
                </a:solidFill>
              </a:ln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s-CL"/>
              </a:p>
            </p:txBody>
          </p:sp>
          <p:sp>
            <p:nvSpPr>
              <p:cNvPr id="17426" name="24 Rectángulo"/>
              <p:cNvSpPr>
                <a:spLocks noChangeArrowheads="1"/>
              </p:cNvSpPr>
              <p:nvPr/>
            </p:nvSpPr>
            <p:spPr bwMode="auto">
              <a:xfrm>
                <a:off x="5306037" y="2782870"/>
                <a:ext cx="3159519" cy="8309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s-ES" sz="2400" b="1">
                    <a:solidFill>
                      <a:schemeClr val="accent1"/>
                    </a:solidFill>
                    <a:latin typeface="Calibri" pitchFamily="34" charset="0"/>
                  </a:rPr>
                  <a:t>Puedes usar una figura </a:t>
                </a:r>
              </a:p>
              <a:p>
                <a:pPr algn="ctr"/>
                <a:r>
                  <a:rPr lang="es-ES" sz="2400" b="1">
                    <a:solidFill>
                      <a:schemeClr val="accent1"/>
                    </a:solidFill>
                    <a:latin typeface="Calibri" pitchFamily="34" charset="0"/>
                  </a:rPr>
                  <a:t>y girarla</a:t>
                </a:r>
              </a:p>
            </p:txBody>
          </p:sp>
          <p:sp>
            <p:nvSpPr>
              <p:cNvPr id="20" name="19 Elipse"/>
              <p:cNvSpPr/>
              <p:nvPr/>
            </p:nvSpPr>
            <p:spPr>
              <a:xfrm>
                <a:off x="6535468" y="2157084"/>
                <a:ext cx="469876" cy="576136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s-CL"/>
              </a:p>
            </p:txBody>
          </p:sp>
          <p:sp>
            <p:nvSpPr>
              <p:cNvPr id="21" name="20 Arco"/>
              <p:cNvSpPr/>
              <p:nvPr/>
            </p:nvSpPr>
            <p:spPr>
              <a:xfrm>
                <a:off x="6535468" y="2133276"/>
                <a:ext cx="469876" cy="576137"/>
              </a:xfrm>
              <a:prstGeom prst="arc">
                <a:avLst>
                  <a:gd name="adj1" fmla="val 10389644"/>
                  <a:gd name="adj2" fmla="val 320106"/>
                </a:avLst>
              </a:prstGeom>
              <a:ln w="19050">
                <a:solidFill>
                  <a:srgbClr val="A69AD2"/>
                </a:solidFill>
              </a:ln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s-CL"/>
              </a:p>
            </p:txBody>
          </p:sp>
        </p:grpSp>
        <p:sp>
          <p:nvSpPr>
            <p:cNvPr id="17" name="16 Rectángulo"/>
            <p:cNvSpPr/>
            <p:nvPr/>
          </p:nvSpPr>
          <p:spPr>
            <a:xfrm>
              <a:off x="6535468" y="2060267"/>
              <a:ext cx="469876" cy="769769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s-ES" sz="4400" b="1" dirty="0">
                  <a:solidFill>
                    <a:schemeClr val="accent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lt"/>
                  <a:cs typeface="+mn-cs"/>
                </a:rPr>
                <a:t>2</a:t>
              </a:r>
            </a:p>
          </p:txBody>
        </p:sp>
      </p:grpSp>
      <p:grpSp>
        <p:nvGrpSpPr>
          <p:cNvPr id="19" name="18 Grupo"/>
          <p:cNvGrpSpPr>
            <a:grpSpLocks/>
          </p:cNvGrpSpPr>
          <p:nvPr/>
        </p:nvGrpSpPr>
        <p:grpSpPr bwMode="auto">
          <a:xfrm>
            <a:off x="2771775" y="3235325"/>
            <a:ext cx="3600450" cy="2105025"/>
            <a:chOff x="2771800" y="3235623"/>
            <a:chExt cx="3600400" cy="2104645"/>
          </a:xfrm>
        </p:grpSpPr>
        <p:sp>
          <p:nvSpPr>
            <p:cNvPr id="14" name="13 Llamada ovalada"/>
            <p:cNvSpPr/>
            <p:nvPr/>
          </p:nvSpPr>
          <p:spPr>
            <a:xfrm>
              <a:off x="2771800" y="3613380"/>
              <a:ext cx="3600400" cy="1726888"/>
            </a:xfrm>
            <a:prstGeom prst="wedgeEllipseCallout">
              <a:avLst>
                <a:gd name="adj1" fmla="val -18560"/>
                <a:gd name="adj2" fmla="val 79958"/>
              </a:avLst>
            </a:prstGeom>
            <a:solidFill>
              <a:schemeClr val="bg1"/>
            </a:solidFill>
            <a:ln>
              <a:solidFill>
                <a:schemeClr val="accent4"/>
              </a:solidFill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CL"/>
            </a:p>
          </p:txBody>
        </p:sp>
        <p:sp>
          <p:nvSpPr>
            <p:cNvPr id="17419" name="25 Rectángulo"/>
            <p:cNvSpPr>
              <a:spLocks noChangeArrowheads="1"/>
            </p:cNvSpPr>
            <p:nvPr/>
          </p:nvSpPr>
          <p:spPr bwMode="auto">
            <a:xfrm>
              <a:off x="3200919" y="3861048"/>
              <a:ext cx="2742161" cy="120032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s-ES" sz="2400" b="1">
                  <a:solidFill>
                    <a:schemeClr val="accent1"/>
                  </a:solidFill>
                  <a:latin typeface="Calibri" pitchFamily="34" charset="0"/>
                </a:rPr>
                <a:t>Puedes usar figuras </a:t>
              </a:r>
            </a:p>
            <a:p>
              <a:pPr algn="ctr"/>
              <a:r>
                <a:rPr lang="es-ES" sz="2400" b="1">
                  <a:solidFill>
                    <a:schemeClr val="accent1"/>
                  </a:solidFill>
                  <a:latin typeface="Calibri" pitchFamily="34" charset="0"/>
                </a:rPr>
                <a:t>de dos formas y </a:t>
              </a:r>
            </a:p>
            <a:p>
              <a:pPr algn="ctr"/>
              <a:r>
                <a:rPr lang="es-ES" sz="2400" b="1">
                  <a:solidFill>
                    <a:schemeClr val="accent1"/>
                  </a:solidFill>
                  <a:latin typeface="Calibri" pitchFamily="34" charset="0"/>
                </a:rPr>
                <a:t>tamaños diferentes</a:t>
              </a:r>
            </a:p>
          </p:txBody>
        </p:sp>
        <p:sp>
          <p:nvSpPr>
            <p:cNvPr id="22" name="21 Elipse"/>
            <p:cNvSpPr/>
            <p:nvPr/>
          </p:nvSpPr>
          <p:spPr>
            <a:xfrm>
              <a:off x="4351341" y="3332444"/>
              <a:ext cx="469893" cy="57615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CL"/>
            </a:p>
          </p:txBody>
        </p:sp>
        <p:sp>
          <p:nvSpPr>
            <p:cNvPr id="16" name="15 Rectángulo"/>
            <p:cNvSpPr/>
            <p:nvPr/>
          </p:nvSpPr>
          <p:spPr>
            <a:xfrm>
              <a:off x="4351341" y="3235623"/>
              <a:ext cx="469893" cy="769799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s-ES" sz="4400" b="1" dirty="0">
                  <a:solidFill>
                    <a:schemeClr val="accent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lt"/>
                  <a:cs typeface="+mn-cs"/>
                </a:rPr>
                <a:t>3</a:t>
              </a:r>
            </a:p>
          </p:txBody>
        </p:sp>
        <p:sp>
          <p:nvSpPr>
            <p:cNvPr id="23" name="22 Arco"/>
            <p:cNvSpPr/>
            <p:nvPr/>
          </p:nvSpPr>
          <p:spPr>
            <a:xfrm>
              <a:off x="4351341" y="3326095"/>
              <a:ext cx="469893" cy="576158"/>
            </a:xfrm>
            <a:prstGeom prst="arc">
              <a:avLst>
                <a:gd name="adj1" fmla="val 10601035"/>
                <a:gd name="adj2" fmla="val 320106"/>
              </a:avLst>
            </a:prstGeom>
            <a:ln w="19050">
              <a:solidFill>
                <a:schemeClr val="accent4"/>
              </a:solidFill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CL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Rectángulo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s-CL"/>
          </a:p>
        </p:txBody>
      </p:sp>
      <p:sp>
        <p:nvSpPr>
          <p:cNvPr id="9" name="8 Rectángulo redondeado"/>
          <p:cNvSpPr/>
          <p:nvPr/>
        </p:nvSpPr>
        <p:spPr>
          <a:xfrm>
            <a:off x="179388" y="188913"/>
            <a:ext cx="8785225" cy="6480175"/>
          </a:xfrm>
          <a:prstGeom prst="roundRect">
            <a:avLst>
              <a:gd name="adj" fmla="val 7957"/>
            </a:avLst>
          </a:prstGeom>
          <a:pattFill prst="pct5">
            <a:fgClr>
              <a:srgbClr val="ABE3FF"/>
            </a:fgClr>
            <a:bgClr>
              <a:schemeClr val="bg1"/>
            </a:bgClr>
          </a:pattFill>
          <a:ln w="6350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s-CL"/>
          </a:p>
        </p:txBody>
      </p:sp>
      <p:sp>
        <p:nvSpPr>
          <p:cNvPr id="8" name="7 Rectángulo"/>
          <p:cNvSpPr/>
          <p:nvPr/>
        </p:nvSpPr>
        <p:spPr>
          <a:xfrm>
            <a:off x="2827338" y="3678238"/>
            <a:ext cx="3563937" cy="76993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s-ES" sz="44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cs typeface="+mn-cs"/>
              </a:rPr>
              <a:t>¿Cómo te fue?</a:t>
            </a:r>
          </a:p>
        </p:txBody>
      </p:sp>
      <p:sp>
        <p:nvSpPr>
          <p:cNvPr id="33" name="32 Llamada ovalada"/>
          <p:cNvSpPr/>
          <p:nvPr/>
        </p:nvSpPr>
        <p:spPr>
          <a:xfrm>
            <a:off x="5016500" y="1446213"/>
            <a:ext cx="1787525" cy="1655762"/>
          </a:xfrm>
          <a:prstGeom prst="wedgeEllipseCallout">
            <a:avLst>
              <a:gd name="adj1" fmla="val -6225"/>
              <a:gd name="adj2" fmla="val 73972"/>
            </a:avLst>
          </a:prstGeom>
          <a:solidFill>
            <a:schemeClr val="bg1"/>
          </a:solidFill>
          <a:ln w="57150">
            <a:solidFill>
              <a:schemeClr val="accent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s-CL"/>
          </a:p>
        </p:txBody>
      </p:sp>
      <p:sp>
        <p:nvSpPr>
          <p:cNvPr id="32" name="31 Llamada ovalada"/>
          <p:cNvSpPr/>
          <p:nvPr/>
        </p:nvSpPr>
        <p:spPr>
          <a:xfrm>
            <a:off x="3552825" y="1412875"/>
            <a:ext cx="1787525" cy="1655763"/>
          </a:xfrm>
          <a:prstGeom prst="wedgeEllipseCallout">
            <a:avLst>
              <a:gd name="adj1" fmla="val 13696"/>
              <a:gd name="adj2" fmla="val 71821"/>
            </a:avLst>
          </a:prstGeom>
          <a:solidFill>
            <a:schemeClr val="bg1"/>
          </a:solidFill>
          <a:ln w="57150">
            <a:solidFill>
              <a:schemeClr val="accent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s-CL"/>
          </a:p>
        </p:txBody>
      </p:sp>
      <p:sp>
        <p:nvSpPr>
          <p:cNvPr id="31" name="30 Llamada ovalada"/>
          <p:cNvSpPr/>
          <p:nvPr/>
        </p:nvSpPr>
        <p:spPr>
          <a:xfrm>
            <a:off x="2143125" y="1446213"/>
            <a:ext cx="1787525" cy="1655762"/>
          </a:xfrm>
          <a:prstGeom prst="wedgeEllipseCallout">
            <a:avLst>
              <a:gd name="adj1" fmla="val 26313"/>
              <a:gd name="adj2" fmla="val 71104"/>
            </a:avLst>
          </a:prstGeom>
          <a:solidFill>
            <a:schemeClr val="bg1"/>
          </a:solidFill>
          <a:ln w="57150">
            <a:solidFill>
              <a:schemeClr val="accent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s-CL"/>
          </a:p>
        </p:txBody>
      </p:sp>
      <p:pic>
        <p:nvPicPr>
          <p:cNvPr id="30" name="29 Imag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8125" y="1914525"/>
            <a:ext cx="3397250" cy="792163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25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75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25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33" grpId="0" animBg="1"/>
      <p:bldP spid="32" grpId="0" animBg="1"/>
      <p:bldP spid="31" grpId="0" animBg="1"/>
    </p:bldLst>
  </p:timing>
</p:sld>
</file>

<file path=ppt/theme/theme1.xml><?xml version="1.0" encoding="utf-8"?>
<a:theme xmlns:a="http://schemas.openxmlformats.org/drawingml/2006/main" name="Tema de Office">
  <a:themeElements>
    <a:clrScheme name="Personalizado 1">
      <a:dk1>
        <a:sysClr val="windowText" lastClr="000000"/>
      </a:dk1>
      <a:lt1>
        <a:srgbClr val="FFFFFF"/>
      </a:lt1>
      <a:dk2>
        <a:srgbClr val="465E9C"/>
      </a:dk2>
      <a:lt2>
        <a:srgbClr val="CCDDEA"/>
      </a:lt2>
      <a:accent1>
        <a:srgbClr val="FDA023"/>
      </a:accent1>
      <a:accent2>
        <a:srgbClr val="AA2B1E"/>
      </a:accent2>
      <a:accent3>
        <a:srgbClr val="71685C"/>
      </a:accent3>
      <a:accent4>
        <a:srgbClr val="64A73B"/>
      </a:accent4>
      <a:accent5>
        <a:srgbClr val="EB5605"/>
      </a:accent5>
      <a:accent6>
        <a:srgbClr val="B9CA1A"/>
      </a:accent6>
      <a:hlink>
        <a:srgbClr val="D83E2C"/>
      </a:hlink>
      <a:folHlink>
        <a:srgbClr val="ED7D27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2077</TotalTime>
  <Words>71</Words>
  <Application>Microsoft Office PowerPoint</Application>
  <PresentationFormat>Presentación en pantalla (4:3)</PresentationFormat>
  <Paragraphs>23</Paragraphs>
  <Slides>6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7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Maria Loreto Jullian</dc:creator>
  <cp:lastModifiedBy>Miguel Urbina Moraga</cp:lastModifiedBy>
  <cp:revision>137</cp:revision>
  <dcterms:created xsi:type="dcterms:W3CDTF">2011-10-03T14:57:32Z</dcterms:created>
  <dcterms:modified xsi:type="dcterms:W3CDTF">2013-06-04T22:55:23Z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0x0101005CB7FB4DFD77A542A502E4889E60EF12</vt:lpwstr>
  </property>
</Properties>
</file>