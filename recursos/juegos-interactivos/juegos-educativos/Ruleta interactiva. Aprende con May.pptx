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8C3FC5"/>
    <a:srgbClr val="FF3300"/>
    <a:srgbClr val="3333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32" d="100"/>
          <a:sy n="32" d="100"/>
        </p:scale>
        <p:origin x="1507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Hoja1!$B$1</c:f>
              <c:strCache>
                <c:ptCount val="1"/>
                <c:pt idx="0">
                  <c:v>Ventas</c:v>
                </c:pt>
              </c:strCache>
            </c:strRef>
          </c:tx>
          <c:spPr>
            <a:ln w="76200"/>
          </c:spPr>
          <c:dPt>
            <c:idx val="0"/>
            <c:bubble3D val="0"/>
            <c:spPr>
              <a:solidFill>
                <a:srgbClr val="00B050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636-4A78-9029-33A7355B5CB9}"/>
              </c:ext>
            </c:extLst>
          </c:dPt>
          <c:dPt>
            <c:idx val="1"/>
            <c:bubble3D val="0"/>
            <c:spPr>
              <a:solidFill>
                <a:srgbClr val="8C3FC5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36-4A78-9029-33A7355B5CB9}"/>
              </c:ext>
            </c:extLst>
          </c:dPt>
          <c:dPt>
            <c:idx val="2"/>
            <c:bubble3D val="0"/>
            <c:spPr>
              <a:solidFill>
                <a:srgbClr val="00B0F0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2636-4A78-9029-33A7355B5CB9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636-4A78-9029-33A7355B5CB9}"/>
              </c:ext>
            </c:extLst>
          </c:dPt>
          <c:dPt>
            <c:idx val="4"/>
            <c:bubble3D val="0"/>
            <c:spPr>
              <a:solidFill>
                <a:srgbClr val="FF3300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636-4A78-9029-33A7355B5CB9}"/>
              </c:ext>
            </c:extLst>
          </c:dPt>
          <c:dPt>
            <c:idx val="5"/>
            <c:bubble3D val="0"/>
            <c:spPr>
              <a:solidFill>
                <a:srgbClr val="FF3399"/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636-4A78-9029-33A7355B5CB9}"/>
              </c:ext>
            </c:extLst>
          </c:dPt>
          <c:dPt>
            <c:idx val="6"/>
            <c:bubble3D val="0"/>
            <c:spPr>
              <a:solidFill>
                <a:schemeClr val="accent1">
                  <a:lumMod val="75000"/>
                </a:schemeClr>
              </a:solidFill>
              <a:ln w="7620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636-4A78-9029-33A7355B5CB9}"/>
              </c:ext>
            </c:extLst>
          </c:dPt>
          <c:dLbls>
            <c:dLbl>
              <c:idx val="0"/>
              <c:layout>
                <c:manualLayout>
                  <c:x val="-0.18044292728140451"/>
                  <c:y val="0.1819777297269980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5400000" spcFirstLastPara="1" vertOverflow="ellipsis" wrap="square" lIns="38100" tIns="19050" rIns="38100" bIns="19050" anchor="ctr" anchorCtr="1">
                  <a:spAutoFit/>
                </a:bodyPr>
                <a:lstStyle/>
                <a:p>
                  <a:pPr>
                    <a:defRPr sz="3800" b="1" i="0" u="none" strike="noStrike" kern="1200" baseline="0">
                      <a:solidFill>
                        <a:schemeClr val="bg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025892274949811"/>
                      <c:h val="0.1645544558726824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636-4A78-9029-33A7355B5CB9}"/>
                </c:ext>
              </c:extLst>
            </c:dLbl>
            <c:dLbl>
              <c:idx val="1"/>
              <c:layout>
                <c:manualLayout>
                  <c:x val="-0.12415987597761537"/>
                  <c:y val="6.2553772088926984E-2"/>
                </c:manualLayout>
              </c:layout>
              <c:tx>
                <c:rich>
                  <a:bodyPr rot="3540000" spcFirstLastPara="1" vertOverflow="ellipsis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8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BA9BA43F-58A5-4F1D-9411-1F1BE3190866}" type="CATEGORYNAME">
                      <a:rPr lang="en-US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3540000" spcFirstLastPara="1" vertOverflow="ellipsis" wrap="square" lIns="38100" tIns="19050" rIns="38100" bIns="19050" anchor="ctr" anchorCtr="1">
                  <a:noAutofit/>
                </a:bodyPr>
                <a:lstStyle/>
                <a:p>
                  <a:pPr>
                    <a:defRPr sz="38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9719164841231213"/>
                      <c:h val="0.2520961099822567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636-4A78-9029-33A7355B5CB9}"/>
                </c:ext>
              </c:extLst>
            </c:dLbl>
            <c:dLbl>
              <c:idx val="2"/>
              <c:layout>
                <c:manualLayout>
                  <c:x val="-0.16001251111405029"/>
                  <c:y val="-0.16973244610927365"/>
                </c:manualLayout>
              </c:layout>
              <c:tx>
                <c:rich>
                  <a:bodyPr rot="-5400000" spcFirstLastPara="1" vertOverflow="ellipsis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4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1774A583-408F-467C-82B4-808B13AC6C43}" type="CATEGORYNAME">
                      <a:rPr lang="es-MX" sz="3400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4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-5400000" spcFirstLastPara="1" vertOverflow="ellipsis" wrap="square" lIns="38100" tIns="19050" rIns="38100" bIns="19050" anchor="ctr" anchorCtr="1">
                  <a:noAutofit/>
                </a:bodyPr>
                <a:lstStyle/>
                <a:p>
                  <a:pPr>
                    <a:defRPr sz="34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43996696695519"/>
                      <c:h val="0.2045813819765818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2636-4A78-9029-33A7355B5CB9}"/>
                </c:ext>
              </c:extLst>
            </c:dLbl>
            <c:dLbl>
              <c:idx val="3"/>
              <c:layout>
                <c:manualLayout>
                  <c:x val="1.539743460699944E-3"/>
                  <c:y val="-0.14186432916776831"/>
                </c:manualLayout>
              </c:layout>
              <c:tx>
                <c:rich>
                  <a:bodyPr rot="-5400000" spcFirstLastPara="1" vertOverflow="ellipsis" wrap="square" lIns="38100" tIns="19050" rIns="38100" bIns="19050" anchor="ctr" anchorCtr="0">
                    <a:noAutofit/>
                  </a:bodyPr>
                  <a:lstStyle/>
                  <a:p>
                    <a:pPr>
                      <a:defRPr sz="38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D287ABBF-48CF-40DD-BD5B-85C422D389A7}" type="CATEGORYNAME">
                      <a:rPr lang="es-MX" sz="3200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-5400000" spcFirstLastPara="1" vertOverflow="ellipsis" wrap="square" lIns="38100" tIns="19050" rIns="38100" bIns="19050" anchor="ctr" anchorCtr="0">
                  <a:noAutofit/>
                </a:bodyPr>
                <a:lstStyle/>
                <a:p>
                  <a:pPr>
                    <a:defRPr sz="38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6953525369967468"/>
                      <c:h val="0.2014424170261230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636-4A78-9029-33A7355B5CB9}"/>
                </c:ext>
              </c:extLst>
            </c:dLbl>
            <c:dLbl>
              <c:idx val="4"/>
              <c:layout>
                <c:manualLayout>
                  <c:x val="0.15210350588171626"/>
                  <c:y val="-0.17121556968523755"/>
                </c:manualLayout>
              </c:layout>
              <c:tx>
                <c:rich>
                  <a:bodyPr rot="-2460000" spcFirstLastPara="1" vertOverflow="ellipsis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8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8B763E13-682E-467D-A50B-3FF5DFAD3A6E}" type="CATEGORYNAME">
                      <a:rPr lang="en-US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-2460000" spcFirstLastPara="1" vertOverflow="ellipsis" wrap="square" lIns="38100" tIns="19050" rIns="38100" bIns="19050" anchor="ctr" anchorCtr="1">
                  <a:noAutofit/>
                </a:bodyPr>
                <a:lstStyle/>
                <a:p>
                  <a:pPr>
                    <a:defRPr sz="38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251872576290935"/>
                      <c:h val="0.196501701909725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636-4A78-9029-33A7355B5CB9}"/>
                </c:ext>
              </c:extLst>
            </c:dLbl>
            <c:dLbl>
              <c:idx val="5"/>
              <c:layout>
                <c:manualLayout>
                  <c:x val="9.1742050106556797E-2"/>
                  <c:y val="5.9586754563231974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0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AEB3C8C6-FC7D-4584-8BA8-8AB07359429B}" type="CATEGORYNAME">
                      <a:rPr lang="es-MX" sz="3000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0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30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100712791867793"/>
                      <c:h val="0.194093436477136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636-4A78-9029-33A7355B5CB9}"/>
                </c:ext>
              </c:extLst>
            </c:dLbl>
            <c:dLbl>
              <c:idx val="6"/>
              <c:layout>
                <c:manualLayout>
                  <c:x val="0.17942920297083484"/>
                  <c:y val="0.12278609986878994"/>
                </c:manualLayout>
              </c:layout>
              <c:tx>
                <c:rich>
                  <a:bodyPr rot="2700000" spcFirstLastPara="1" vertOverflow="ellipsis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3800" b="1" i="0" u="none" strike="noStrike" kern="1200" baseline="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+mn-ea"/>
                        <a:cs typeface="Leelawadee" panose="020B0502040204020203" pitchFamily="34" charset="-34"/>
                      </a:defRPr>
                    </a:pPr>
                    <a:fld id="{B86DA1D7-2B9D-422D-8E5E-F296F86DC23B}" type="CATEGORYNAME">
                      <a:rPr lang="es-MX">
                        <a:solidFill>
                          <a:schemeClr val="bg1"/>
                        </a:solidFill>
                        <a:latin typeface="Comic Sans MS" panose="030F0702030302020204" pitchFamily="66" charset="0"/>
                      </a:rPr>
                      <a:pPr>
                        <a:defRPr sz="3800" b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  <a:cs typeface="Leelawadee" panose="020B0502040204020203" pitchFamily="34" charset="-34"/>
                        </a:defRPr>
                      </a:pPr>
                      <a:t>[NOMBRE DE CATEGORÍA]</a:t>
                    </a:fld>
                    <a:endParaRPr lang="es-MX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2700000" spcFirstLastPara="1" vertOverflow="ellipsis" wrap="square" lIns="38100" tIns="19050" rIns="38100" bIns="19050" anchor="ctr" anchorCtr="1">
                  <a:noAutofit/>
                </a:bodyPr>
                <a:lstStyle/>
                <a:p>
                  <a:pPr>
                    <a:defRPr sz="3800" b="1" i="0" u="none" strike="noStrike" kern="1200" baseline="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+mn-ea"/>
                      <a:cs typeface="Leelawadee" panose="020B0502040204020203" pitchFamily="34" charset="-34"/>
                    </a:defRPr>
                  </a:pPr>
                  <a:endParaRPr lang="es-MX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009436336556792"/>
                      <c:h val="0.2519314811082781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636-4A78-9029-33A7355B5C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800" b="1" i="0" u="none" strike="noStrike" kern="1200" baseline="0">
                    <a:solidFill>
                      <a:schemeClr val="tx1"/>
                    </a:solidFill>
                    <a:latin typeface="Comic Sans MS" panose="030F0702030302020204" pitchFamily="66" charset="0"/>
                    <a:ea typeface="+mn-ea"/>
                    <a:cs typeface="Leelawadee" panose="020B0502040204020203" pitchFamily="34" charset="-34"/>
                  </a:defRPr>
                </a:pPr>
                <a:endParaRPr lang="es-MX"/>
              </a:p>
            </c:txPr>
            <c:dLblPos val="bestFit"/>
            <c:showLegendKey val="0"/>
            <c:showVal val="0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Hoja1!$A$2:$A$8</c:f>
              <c:strCache>
                <c:ptCount val="7"/>
                <c:pt idx="0">
                  <c:v>Mi color favorito es... </c:v>
                </c:pt>
                <c:pt idx="1">
                  <c:v>Escenifica tu película favorita. </c:v>
                </c:pt>
                <c:pt idx="2">
                  <c:v>Representa con mímica lo que más te gusta hacer.</c:v>
                </c:pt>
                <c:pt idx="3">
                  <c:v>La comida que más me gusta es…</c:v>
                </c:pt>
                <c:pt idx="4">
                  <c:v>Cuenta un chiste o adivinanza.</c:v>
                </c:pt>
                <c:pt idx="5">
                  <c:v>Menciona en 8 segundos palabras con la letra: _</c:v>
                </c:pt>
                <c:pt idx="6">
                  <c:v>Lo que más me hace feliz es…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6-4A78-9029-33A7355B5C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"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8000" y1="6077" x2="21385" y2="26692"/>
                        <a14:foregroundMark x1="41538" y1="39385" x2="54231" y2="58385"/>
                        <a14:foregroundMark x1="76462" y1="7923" x2="89615" y2="27385"/>
                        <a14:foregroundMark x1="89615" y1="40308" x2="75538" y2="57462"/>
                        <a14:foregroundMark x1="25077" y1="40077" x2="11000" y2="59308"/>
                        <a14:foregroundMark x1="9615" y1="72692" x2="25077" y2="91462"/>
                        <a14:foregroundMark x1="57692" y1="72231" x2="46231" y2="94769"/>
                        <a14:foregroundMark x1="75769" y1="75538" x2="89846" y2="94308"/>
                        <a14:foregroundMark x1="41538" y1="57923" x2="39154" y2="42462"/>
                        <a14:foregroundMark x1="84692" y1="72231" x2="94077" y2="87000"/>
                        <a14:foregroundMark x1="19462" y1="73615" x2="26538" y2="86308"/>
                        <a14:foregroundMark x1="43615" y1="89615" x2="60538" y2="89154"/>
                        <a14:foregroundMark x1="61462" y1="87231" x2="55154" y2="93615"/>
                      </a14:backgroundRemoval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67185"/>
          <a:stretch/>
        </p:blipFill>
        <p:spPr>
          <a:xfrm>
            <a:off x="745589" y="1497530"/>
            <a:ext cx="10677378" cy="3503792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 rotWithShape="1">
          <a:blip r:embed="rId5" cstate="print">
            <a:duotone>
              <a:prstClr val="black"/>
              <a:srgbClr val="DCB9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8000" y1="6077" x2="21385" y2="26692"/>
                        <a14:foregroundMark x1="41538" y1="39385" x2="54231" y2="58385"/>
                        <a14:foregroundMark x1="76462" y1="7923" x2="89615" y2="27385"/>
                        <a14:foregroundMark x1="89615" y1="40308" x2="75538" y2="57462"/>
                        <a14:foregroundMark x1="25077" y1="40077" x2="11000" y2="59308"/>
                        <a14:foregroundMark x1="9615" y1="72692" x2="25077" y2="91462"/>
                        <a14:foregroundMark x1="57692" y1="72231" x2="46231" y2="94769"/>
                        <a14:foregroundMark x1="75769" y1="75538" x2="89846" y2="94308"/>
                        <a14:foregroundMark x1="41538" y1="57923" x2="39154" y2="42462"/>
                        <a14:foregroundMark x1="84692" y1="72231" x2="94077" y2="87000"/>
                        <a14:foregroundMark x1="19462" y1="73615" x2="26538" y2="86308"/>
                        <a14:foregroundMark x1="43615" y1="89615" x2="60538" y2="89154"/>
                        <a14:foregroundMark x1="61462" y1="87231" x2="55154" y2="93615"/>
                      </a14:backgroundRemoval>
                    </a14:imgEffect>
                    <a14:imgEffect>
                      <a14:artisticMarker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946" r="68051" b="34356"/>
          <a:stretch/>
        </p:blipFill>
        <p:spPr>
          <a:xfrm>
            <a:off x="2911829" y="2016157"/>
            <a:ext cx="2409979" cy="2466538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 rotWithShape="1">
          <a:blip r:embed="rId5" cstate="print">
            <a:duotone>
              <a:prstClr val="black"/>
              <a:srgbClr val="DCB9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>
                        <a14:foregroundMark x1="8000" y1="6077" x2="21385" y2="26692"/>
                        <a14:foregroundMark x1="41538" y1="39385" x2="54231" y2="58385"/>
                        <a14:foregroundMark x1="76462" y1="7923" x2="89615" y2="27385"/>
                        <a14:foregroundMark x1="89615" y1="40308" x2="75538" y2="57462"/>
                        <a14:foregroundMark x1="25077" y1="40077" x2="11000" y2="59308"/>
                        <a14:foregroundMark x1="9615" y1="72692" x2="25077" y2="91462"/>
                        <a14:foregroundMark x1="57692" y1="72231" x2="46231" y2="94769"/>
                        <a14:foregroundMark x1="75769" y1="75538" x2="89846" y2="94308"/>
                        <a14:foregroundMark x1="41538" y1="57923" x2="39154" y2="42462"/>
                        <a14:foregroundMark x1="84692" y1="72231" x2="94077" y2="87000"/>
                        <a14:foregroundMark x1="19462" y1="73615" x2="26538" y2="86308"/>
                        <a14:foregroundMark x1="43615" y1="89615" x2="60538" y2="89154"/>
                        <a14:foregroundMark x1="61462" y1="87231" x2="55154" y2="93615"/>
                      </a14:backgroundRemoval>
                    </a14:imgEffect>
                    <a14:imgEffect>
                      <a14:artisticMarker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946" r="68051" b="34356"/>
          <a:stretch/>
        </p:blipFill>
        <p:spPr>
          <a:xfrm>
            <a:off x="6837811" y="2016157"/>
            <a:ext cx="2409979" cy="246653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19794" y="2227974"/>
            <a:ext cx="9144000" cy="2387600"/>
          </a:xfrm>
        </p:spPr>
        <p:txBody>
          <a:bodyPr anchor="b">
            <a:normAutofit/>
          </a:bodyPr>
          <a:lstStyle>
            <a:lvl1pPr algn="ctr">
              <a:defRPr sz="9600" b="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Playlist" pitchFamily="50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171656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  <p:grpSp>
        <p:nvGrpSpPr>
          <p:cNvPr id="13" name="Grupo 12"/>
          <p:cNvGrpSpPr/>
          <p:nvPr/>
        </p:nvGrpSpPr>
        <p:grpSpPr>
          <a:xfrm>
            <a:off x="735230" y="356956"/>
            <a:ext cx="10759638" cy="1341905"/>
            <a:chOff x="735230" y="356956"/>
            <a:chExt cx="10759638" cy="1341905"/>
          </a:xfrm>
        </p:grpSpPr>
        <p:pic>
          <p:nvPicPr>
            <p:cNvPr id="9" name="Imagen 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735230" y="368867"/>
              <a:ext cx="4039493" cy="132556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 userDrawn="1"/>
          </p:nvPicPr>
          <p:blipFill rotWithShape="1">
            <a:blip r:embed="rId4" cstate="print">
              <a:duotone>
                <a:prstClr val="black"/>
                <a:srgbClr val="DCB9FF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4774723" y="373298"/>
              <a:ext cx="4039493" cy="1325563"/>
            </a:xfrm>
            <a:prstGeom prst="rect">
              <a:avLst/>
            </a:prstGeom>
          </p:spPr>
        </p:pic>
        <p:pic>
          <p:nvPicPr>
            <p:cNvPr id="12" name="Imagen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04" b="67185"/>
            <a:stretch/>
          </p:blipFill>
          <p:spPr>
            <a:xfrm flipH="1">
              <a:off x="8764338" y="356956"/>
              <a:ext cx="2730530" cy="1325563"/>
            </a:xfrm>
            <a:prstGeom prst="rect">
              <a:avLst/>
            </a:prstGeom>
          </p:spPr>
        </p:pic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Lovehearts XYZ" panose="03000600000000000000" pitchFamily="66" charset="0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92250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ln>
            <a:solidFill>
              <a:schemeClr val="bg1"/>
            </a:solidFill>
          </a:ln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628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20673"/>
            <a:ext cx="10515600" cy="1325563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71463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CB9FF"/>
                </a:solidFill>
                <a:latin typeface="DK Lemon Yellow Sun" panose="02000000000000000000" pitchFamily="50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CB9FF"/>
                </a:solidFill>
                <a:latin typeface="DK Lemon Yellow Sun" panose="02000000000000000000" pitchFamily="50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126109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36992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  <p:grpSp>
        <p:nvGrpSpPr>
          <p:cNvPr id="7" name="Grupo 6"/>
          <p:cNvGrpSpPr/>
          <p:nvPr/>
        </p:nvGrpSpPr>
        <p:grpSpPr>
          <a:xfrm>
            <a:off x="735230" y="356956"/>
            <a:ext cx="10759638" cy="1341905"/>
            <a:chOff x="735230" y="356956"/>
            <a:chExt cx="10759638" cy="1341905"/>
          </a:xfrm>
        </p:grpSpPr>
        <p:pic>
          <p:nvPicPr>
            <p:cNvPr id="8" name="Imagen 7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735230" y="368867"/>
              <a:ext cx="4039493" cy="1325563"/>
            </a:xfrm>
            <a:prstGeom prst="rect">
              <a:avLst/>
            </a:prstGeom>
          </p:spPr>
        </p:pic>
        <p:pic>
          <p:nvPicPr>
            <p:cNvPr id="9" name="Imagen 8"/>
            <p:cNvPicPr>
              <a:picLocks noChangeAspect="1"/>
            </p:cNvPicPr>
            <p:nvPr userDrawn="1"/>
          </p:nvPicPr>
          <p:blipFill rotWithShape="1">
            <a:blip r:embed="rId4" cstate="print">
              <a:duotone>
                <a:prstClr val="black"/>
                <a:srgbClr val="DCB9FF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4774723" y="373298"/>
              <a:ext cx="4039493" cy="1325563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04" b="67185"/>
            <a:stretch/>
          </p:blipFill>
          <p:spPr>
            <a:xfrm flipH="1">
              <a:off x="8764338" y="356956"/>
              <a:ext cx="2730530" cy="1325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9916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4374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678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5623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  <p:grpSp>
        <p:nvGrpSpPr>
          <p:cNvPr id="8" name="Grupo 7"/>
          <p:cNvGrpSpPr/>
          <p:nvPr/>
        </p:nvGrpSpPr>
        <p:grpSpPr>
          <a:xfrm>
            <a:off x="735230" y="356956"/>
            <a:ext cx="10759638" cy="1341905"/>
            <a:chOff x="735230" y="356956"/>
            <a:chExt cx="10759638" cy="1341905"/>
          </a:xfrm>
        </p:grpSpPr>
        <p:pic>
          <p:nvPicPr>
            <p:cNvPr id="9" name="Imagen 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735230" y="368867"/>
              <a:ext cx="4039493" cy="1325563"/>
            </a:xfrm>
            <a:prstGeom prst="rect">
              <a:avLst/>
            </a:prstGeom>
          </p:spPr>
        </p:pic>
        <p:pic>
          <p:nvPicPr>
            <p:cNvPr id="10" name="Imagen 9"/>
            <p:cNvPicPr>
              <a:picLocks noChangeAspect="1"/>
            </p:cNvPicPr>
            <p:nvPr userDrawn="1"/>
          </p:nvPicPr>
          <p:blipFill rotWithShape="1">
            <a:blip r:embed="rId4" cstate="print">
              <a:duotone>
                <a:prstClr val="black"/>
                <a:srgbClr val="DCB9FF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7185"/>
            <a:stretch/>
          </p:blipFill>
          <p:spPr>
            <a:xfrm flipH="1">
              <a:off x="4774723" y="373298"/>
              <a:ext cx="4039493" cy="132556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0" r="100000">
                          <a14:foregroundMark x1="8000" y1="6077" x2="21385" y2="26692"/>
                          <a14:foregroundMark x1="41538" y1="39385" x2="54231" y2="58385"/>
                          <a14:foregroundMark x1="76462" y1="7923" x2="89615" y2="27385"/>
                          <a14:foregroundMark x1="89615" y1="40308" x2="75538" y2="57462"/>
                          <a14:foregroundMark x1="25077" y1="40077" x2="11000" y2="59308"/>
                          <a14:foregroundMark x1="9615" y1="72692" x2="25077" y2="91462"/>
                          <a14:foregroundMark x1="57692" y1="72231" x2="46231" y2="94769"/>
                          <a14:foregroundMark x1="75769" y1="75538" x2="89846" y2="94308"/>
                          <a14:foregroundMark x1="41538" y1="57923" x2="39154" y2="42462"/>
                          <a14:foregroundMark x1="84692" y1="72231" x2="94077" y2="87000"/>
                          <a14:foregroundMark x1="19462" y1="73615" x2="26538" y2="86308"/>
                          <a14:foregroundMark x1="43615" y1="89615" x2="60538" y2="89154"/>
                          <a14:foregroundMark x1="61462" y1="87231" x2="55154" y2="93615"/>
                        </a14:backgroundRemoval>
                      </a14:imgEffect>
                      <a14:imgEffect>
                        <a14:artisticMarker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404" b="67185"/>
            <a:stretch/>
          </p:blipFill>
          <p:spPr>
            <a:xfrm flipH="1">
              <a:off x="8764338" y="356956"/>
              <a:ext cx="2730530" cy="1325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929659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 sz="54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35458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362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56000"/>
            <a:lum/>
          </a:blip>
          <a:srcRect/>
          <a:stretch>
            <a:fillRect t="-108000" b="-10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BB858-0CA0-41D5-8A51-70E6F178FC00}" type="datetimeFigureOut">
              <a:rPr lang="es-MX" smtClean="0"/>
              <a:t>10/08/2020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FC1B8-645B-4079-855D-2A8CACFF5311}" type="slidenum">
              <a:rPr lang="es-MX" smtClean="0"/>
              <a:t>‹Nº›</a:t>
            </a:fld>
            <a:endParaRPr lang="es-MX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944" b="89869" l="0" r="100000"/>
                    </a14:imgEffect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>
          <a:xfrm>
            <a:off x="0" y="2796540"/>
            <a:ext cx="12192000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372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5400" kern="1200">
          <a:ln>
            <a:solidFill>
              <a:schemeClr val="tx1"/>
            </a:solidFill>
          </a:ln>
          <a:solidFill>
            <a:schemeClr val="bg1"/>
          </a:solidFill>
          <a:latin typeface="Lovehearts XYZ" panose="03000600000000000000" pitchFamily="66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5.png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/>
          <p:cNvGraphicFramePr/>
          <p:nvPr>
            <p:extLst>
              <p:ext uri="{D42A27DB-BD31-4B8C-83A1-F6EECF244321}">
                <p14:modId xmlns:p14="http://schemas.microsoft.com/office/powerpoint/2010/main" val="989205388"/>
              </p:ext>
            </p:extLst>
          </p:nvPr>
        </p:nvGraphicFramePr>
        <p:xfrm>
          <a:off x="3895967" y="-2463521"/>
          <a:ext cx="12528061" cy="1298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Elipse 8"/>
          <p:cNvSpPr/>
          <p:nvPr/>
        </p:nvSpPr>
        <p:spPr>
          <a:xfrm>
            <a:off x="9117009" y="2982119"/>
            <a:ext cx="2085975" cy="2085975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2" name="Grupo 11"/>
          <p:cNvGrpSpPr/>
          <p:nvPr/>
        </p:nvGrpSpPr>
        <p:grpSpPr>
          <a:xfrm rot="7337381">
            <a:off x="3542835" y="2218737"/>
            <a:ext cx="1577788" cy="2083222"/>
            <a:chOff x="1143069" y="3079554"/>
            <a:chExt cx="2743408" cy="2312233"/>
          </a:xfrm>
          <a:solidFill>
            <a:srgbClr val="FF0000"/>
          </a:solidFill>
        </p:grpSpPr>
        <p:sp>
          <p:nvSpPr>
            <p:cNvPr id="10" name="Triángulo isósceles 9"/>
            <p:cNvSpPr/>
            <p:nvPr/>
          </p:nvSpPr>
          <p:spPr>
            <a:xfrm>
              <a:off x="1286861" y="3079554"/>
              <a:ext cx="2525349" cy="1930075"/>
            </a:xfrm>
            <a:prstGeom prst="triangle">
              <a:avLst/>
            </a:prstGeom>
            <a:grp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 10"/>
            <p:cNvSpPr/>
            <p:nvPr/>
          </p:nvSpPr>
          <p:spPr>
            <a:xfrm>
              <a:off x="1143069" y="4812585"/>
              <a:ext cx="2743408" cy="579202"/>
            </a:xfrm>
            <a:prstGeom prst="rect">
              <a:avLst/>
            </a:prstGeom>
            <a:grpFill/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grpSp>
        <p:nvGrpSpPr>
          <p:cNvPr id="15" name="BOTÓN"/>
          <p:cNvGrpSpPr/>
          <p:nvPr/>
        </p:nvGrpSpPr>
        <p:grpSpPr>
          <a:xfrm>
            <a:off x="277804" y="4895651"/>
            <a:ext cx="1979622" cy="1705174"/>
            <a:chOff x="822113" y="4218753"/>
            <a:chExt cx="2535155" cy="2439222"/>
          </a:xfrm>
        </p:grpSpPr>
        <p:sp>
          <p:nvSpPr>
            <p:cNvPr id="13" name="Elipse 12"/>
            <p:cNvSpPr/>
            <p:nvPr/>
          </p:nvSpPr>
          <p:spPr>
            <a:xfrm>
              <a:off x="822113" y="4218753"/>
              <a:ext cx="2535155" cy="2439222"/>
            </a:xfrm>
            <a:prstGeom prst="ellipse">
              <a:avLst/>
            </a:prstGeom>
            <a:solidFill>
              <a:schemeClr val="bg1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4" name="Elipse 13"/>
            <p:cNvSpPr/>
            <p:nvPr/>
          </p:nvSpPr>
          <p:spPr>
            <a:xfrm>
              <a:off x="1114426" y="4465430"/>
              <a:ext cx="1943100" cy="1992519"/>
            </a:xfrm>
            <a:prstGeom prst="ellipse">
              <a:avLst/>
            </a:prstGeom>
            <a:solidFill>
              <a:srgbClr val="FF0000"/>
            </a:solidFill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7" name="CuadroTexto 16"/>
          <p:cNvSpPr txBox="1"/>
          <p:nvPr/>
        </p:nvSpPr>
        <p:spPr>
          <a:xfrm>
            <a:off x="603086" y="4286210"/>
            <a:ext cx="1505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cap="all" dirty="0" smtClean="0">
                <a:latin typeface="Arial" panose="020B0604020202020204" pitchFamily="34" charset="0"/>
                <a:ea typeface="Anjelika Rose" panose="02000603000000000000" pitchFamily="2" charset="0"/>
                <a:cs typeface="Arial" panose="020B0604020202020204" pitchFamily="34" charset="0"/>
              </a:rPr>
              <a:t>Botón</a:t>
            </a:r>
            <a:r>
              <a:rPr lang="es-MX" sz="2800" dirty="0" smtClean="0">
                <a:latin typeface="KidDos Font KidDos Font" pitchFamily="2" charset="0"/>
              </a:rPr>
              <a:t> </a:t>
            </a:r>
            <a:endParaRPr lang="es-MX" sz="2800" dirty="0">
              <a:latin typeface="KidDos Font KidDos Font" pitchFamily="2" charset="0"/>
            </a:endParaRPr>
          </a:p>
        </p:txBody>
      </p:sp>
      <p:sp>
        <p:nvSpPr>
          <p:cNvPr id="18" name="CuadroTexto 17"/>
          <p:cNvSpPr txBox="1"/>
          <p:nvPr/>
        </p:nvSpPr>
        <p:spPr>
          <a:xfrm>
            <a:off x="102709" y="391907"/>
            <a:ext cx="489527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b="1" cap="all" dirty="0" smtClean="0">
                <a:latin typeface="Aharoni" panose="02010803020104030203" pitchFamily="2" charset="-79"/>
                <a:ea typeface="Anjelika Rose Thin" panose="02000603000000000000" pitchFamily="2" charset="0"/>
                <a:cs typeface="Aharoni" panose="02010803020104030203" pitchFamily="2" charset="-79"/>
              </a:rPr>
              <a:t>Ruleta</a:t>
            </a:r>
            <a:r>
              <a:rPr lang="es-MX" sz="3600" b="1" cap="all" dirty="0" smtClean="0">
                <a:latin typeface="Aharoni" panose="02010803020104030203" pitchFamily="2" charset="-79"/>
                <a:ea typeface="Anjelika Rose Thin" panose="02000603000000000000" pitchFamily="2" charset="0"/>
                <a:cs typeface="Aharoni" panose="02010803020104030203" pitchFamily="2" charset="-79"/>
              </a:rPr>
              <a:t> </a:t>
            </a:r>
            <a:r>
              <a:rPr lang="es-MX" sz="4800" b="1" cap="all" dirty="0" smtClean="0">
                <a:latin typeface="Aharoni" panose="02010803020104030203" pitchFamily="2" charset="-79"/>
                <a:ea typeface="Anjelika Rose Thin" panose="02000603000000000000" pitchFamily="2" charset="0"/>
                <a:cs typeface="Aharoni" panose="02010803020104030203" pitchFamily="2" charset="-79"/>
              </a:rPr>
              <a:t>interactiva</a:t>
            </a:r>
            <a:r>
              <a:rPr lang="es-MX" sz="3600" b="1" cap="all" dirty="0" smtClean="0">
                <a:latin typeface="Aharoni" panose="02010803020104030203" pitchFamily="2" charset="-79"/>
                <a:ea typeface="Anjelika Rose Thin" panose="02000603000000000000" pitchFamily="2" charset="0"/>
                <a:cs typeface="Aharoni" panose="02010803020104030203" pitchFamily="2" charset="-79"/>
              </a:rPr>
              <a:t> </a:t>
            </a:r>
            <a:endParaRPr lang="es-MX" sz="3600" b="1" cap="all" dirty="0">
              <a:latin typeface="Aharoni" panose="02010803020104030203" pitchFamily="2" charset="-79"/>
              <a:ea typeface="Anjelika Rose Thin" panose="02000603000000000000" pitchFamily="2" charset="0"/>
              <a:cs typeface="Aharoni" panose="02010803020104030203" pitchFamily="2" charset="-79"/>
            </a:endParaRPr>
          </a:p>
        </p:txBody>
      </p:sp>
      <p:pic>
        <p:nvPicPr>
          <p:cNvPr id="3" name="Sonido ruleta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00881" y="4838416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973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14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 numSld="999" showWhenStopped="0">
                <p:cTn id="15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Graphic spid="8" grpId="0">
        <p:bldAsOne/>
      </p:bldGraphic>
      <p:bldGraphic spid="8" grpId="1">
        <p:bldAsOne/>
      </p:bldGraphic>
    </p:bldLst>
  </p:timing>
</p:sld>
</file>

<file path=ppt/theme/theme1.xml><?xml version="1.0" encoding="utf-8"?>
<a:theme xmlns:a="http://schemas.openxmlformats.org/drawingml/2006/main" name="Plantilla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1" id="{8D401A73-17DD-45D5-BBDA-2532FD6B93ED}" vid="{A9294ABB-882B-433D-992D-688EECAA5DC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2</Template>
  <TotalTime>348</TotalTime>
  <Words>10</Words>
  <Application>Microsoft Office PowerPoint</Application>
  <PresentationFormat>Panorámica</PresentationFormat>
  <Paragraphs>9</Paragraphs>
  <Slides>1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3" baseType="lpstr">
      <vt:lpstr>Aharoni</vt:lpstr>
      <vt:lpstr>Anjelika Rose</vt:lpstr>
      <vt:lpstr>Anjelika Rose Thin</vt:lpstr>
      <vt:lpstr>Arial</vt:lpstr>
      <vt:lpstr>Calibri</vt:lpstr>
      <vt:lpstr>Comic Sans MS</vt:lpstr>
      <vt:lpstr>DK Lemon Yellow Sun</vt:lpstr>
      <vt:lpstr>KidDos Font KidDos Font</vt:lpstr>
      <vt:lpstr>Leelawadee</vt:lpstr>
      <vt:lpstr>Lovehearts XYZ</vt:lpstr>
      <vt:lpstr>Playlist</vt:lpstr>
      <vt:lpstr>Plantilla 2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</dc:creator>
  <cp:lastModifiedBy>Mar</cp:lastModifiedBy>
  <cp:revision>35</cp:revision>
  <dcterms:created xsi:type="dcterms:W3CDTF">2020-08-10T14:15:47Z</dcterms:created>
  <dcterms:modified xsi:type="dcterms:W3CDTF">2020-08-10T20:38:15Z</dcterms:modified>
</cp:coreProperties>
</file>