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2" r:id="rId10"/>
    <p:sldId id="283" r:id="rId11"/>
    <p:sldId id="284" r:id="rId12"/>
    <p:sldId id="285" r:id="rId13"/>
    <p:sldId id="286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6207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289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612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932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813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640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363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999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13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517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528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5C191-1583-49D9-8111-25913DFF3431}" type="datetimeFigureOut">
              <a:rPr lang="es-CL" smtClean="0"/>
              <a:t>23-03-2019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5ED7F-7B11-4935-8C51-57FDC17B485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34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6632"/>
            <a:ext cx="9036496" cy="6741368"/>
          </a:xfrm>
          <a:prstGeom prst="rect">
            <a:avLst/>
          </a:prstGeom>
          <a:noFill/>
          <a:ln w="76200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" y="260648"/>
            <a:ext cx="9036496" cy="32316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endParaRPr lang="es-ES" sz="5400" b="1" cap="none" spc="0" dirty="0" smtClean="0">
              <a:ln>
                <a:prstDash val="solid"/>
              </a:ln>
              <a:solidFill>
                <a:srgbClr val="7030A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Berlin Sans FB Demi" pitchFamily="34" charset="0"/>
            </a:endParaRPr>
          </a:p>
          <a:p>
            <a:pPr algn="ctr"/>
            <a:endParaRPr lang="es-ES" sz="5400" b="1" dirty="0">
              <a:ln>
                <a:prstDash val="solid"/>
              </a:ln>
              <a:solidFill>
                <a:srgbClr val="7030A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Berlin Sans FB Demi" pitchFamily="34" charset="0"/>
            </a:endParaRPr>
          </a:p>
          <a:p>
            <a:pPr algn="ctr"/>
            <a:r>
              <a:rPr lang="es-ES" sz="4800" b="1" cap="none" spc="0" dirty="0" smtClean="0">
                <a:ln>
                  <a:prstDash val="solid"/>
                </a:ln>
                <a:solidFill>
                  <a:srgbClr val="7030A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Berlin Sans FB Demi" pitchFamily="34" charset="0"/>
              </a:rPr>
              <a:t>Distinguir sílabas de una palabra</a:t>
            </a:r>
            <a:endParaRPr lang="es-ES" sz="4800" b="1" cap="none" spc="0" dirty="0">
              <a:ln>
                <a:prstDash val="solid"/>
              </a:ln>
              <a:solidFill>
                <a:srgbClr val="7030A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323528" y="241067"/>
            <a:ext cx="69647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L" sz="5400" b="1" cap="none" spc="0" dirty="0" smtClean="0">
                <a:ln w="1905"/>
                <a:latin typeface="Cooper Black" pitchFamily="18" charset="0"/>
              </a:rPr>
              <a:t>Hoy aprenderemos:</a:t>
            </a:r>
            <a:endParaRPr lang="es-CL" sz="5400" b="1" cap="none" spc="0" dirty="0">
              <a:ln w="1905"/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23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3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30189"/>
            <a:ext cx="9126708" cy="682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65269"/>
            <a:ext cx="2016224" cy="215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6" b="15821"/>
          <a:stretch/>
        </p:blipFill>
        <p:spPr bwMode="auto">
          <a:xfrm>
            <a:off x="3233484" y="3645025"/>
            <a:ext cx="2232248" cy="207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dibujo de caball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36526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032088" y="1340768"/>
            <a:ext cx="70166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3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164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30189"/>
            <a:ext cx="9126708" cy="682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dibujo de tr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212976"/>
            <a:ext cx="2470531" cy="193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441" y="3520227"/>
            <a:ext cx="2063267" cy="2063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para dibujo de palom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353418"/>
            <a:ext cx="1834529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169945" y="1340768"/>
            <a:ext cx="67409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1 Sílaba?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5043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30189"/>
            <a:ext cx="9126708" cy="682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Resultado de imagen para dibujo de ros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76" name="Picture 4" descr="Resultado de imagen para dibujo de ros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12976"/>
            <a:ext cx="1482208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de o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816" y="4005064"/>
            <a:ext cx="229901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641247"/>
            <a:ext cx="2778079" cy="18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2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4464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30189"/>
            <a:ext cx="9126708" cy="682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 para dibujo de sil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4" r="23816"/>
          <a:stretch/>
        </p:blipFill>
        <p:spPr bwMode="auto">
          <a:xfrm>
            <a:off x="1115616" y="2821210"/>
            <a:ext cx="1869743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sultado de imagen para dibujo microfo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041" y="3534931"/>
            <a:ext cx="2194055" cy="219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Resultado de imagen para dibujo de castill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44094"/>
            <a:ext cx="2470531" cy="193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4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771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30189"/>
            <a:ext cx="9126708" cy="682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Resultado de imagen para dibujo de calceti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742" y="3418388"/>
            <a:ext cx="1476323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5" r="13747" b="24114"/>
          <a:stretch/>
        </p:blipFill>
        <p:spPr bwMode="auto">
          <a:xfrm>
            <a:off x="3311436" y="3861049"/>
            <a:ext cx="2538419" cy="200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488912"/>
            <a:ext cx="1770077" cy="202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169945" y="1340768"/>
            <a:ext cx="67409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1 Sílaba?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2567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30189"/>
            <a:ext cx="9126708" cy="682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Resultado de imagen para dibujo de av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873696"/>
            <a:ext cx="2390052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644" y="4077073"/>
            <a:ext cx="2122341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44094"/>
            <a:ext cx="2189431" cy="187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3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854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1"/>
            <a:ext cx="91267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95238"/>
            <a:ext cx="228225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828" y="3962138"/>
            <a:ext cx="1705211" cy="2064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sultado de imagen para dibujo de  coraz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645024"/>
            <a:ext cx="204836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4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655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1"/>
            <a:ext cx="91267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Resultado de imagen para dibujo de  tor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487005"/>
            <a:ext cx="2067921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dibujo de tortug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933056"/>
            <a:ext cx="2435482" cy="19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 de le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717032"/>
            <a:ext cx="2009315" cy="187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2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437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1"/>
            <a:ext cx="91267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636735"/>
            <a:ext cx="1944216" cy="208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sultado de imagen para dibujo de aut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077072"/>
            <a:ext cx="2298127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Resultado de imagen para dibujo de uv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796468"/>
            <a:ext cx="1877194" cy="189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3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8355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1"/>
            <a:ext cx="91267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Resultado de imagen para dibujo de cangu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154" y="3212976"/>
            <a:ext cx="2301717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500" y="3772884"/>
            <a:ext cx="3006496" cy="225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Resultado de imagen para dibujo de jiraf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829036"/>
            <a:ext cx="2185896" cy="279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3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2378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1"/>
            <a:ext cx="91267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Resultado de imagen para dibujo de  lapiz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21"/>
          <a:stretch/>
        </p:blipFill>
        <p:spPr bwMode="auto">
          <a:xfrm>
            <a:off x="827584" y="3429001"/>
            <a:ext cx="2398479" cy="199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Resultado de imagen para dibujo de  mochi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6" r="20730"/>
          <a:stretch/>
        </p:blipFill>
        <p:spPr bwMode="auto">
          <a:xfrm>
            <a:off x="3387575" y="3429001"/>
            <a:ext cx="1806704" cy="26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Resultado de imagen para dibujo de regl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70" b="20273"/>
          <a:stretch/>
        </p:blipFill>
        <p:spPr bwMode="auto">
          <a:xfrm>
            <a:off x="5436096" y="3752193"/>
            <a:ext cx="2405062" cy="134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2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1706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 descr="C:\Users\Manuel Alvarado\Desktop\BORDES\17212187691c47f0d177c7586baff3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" y="30189"/>
            <a:ext cx="9126708" cy="682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Resultado de imagen para dibujo de manzan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7" t="6634" r="21512" b="7701"/>
          <a:stretch/>
        </p:blipFill>
        <p:spPr bwMode="auto">
          <a:xfrm>
            <a:off x="1043608" y="3444094"/>
            <a:ext cx="1872208" cy="209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Resultado de imagen para dibujo de per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84" b="9656"/>
          <a:stretch/>
        </p:blipFill>
        <p:spPr bwMode="auto">
          <a:xfrm>
            <a:off x="3347864" y="3455654"/>
            <a:ext cx="2088232" cy="2479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Resultado de imagen para dibujo de sandi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6" t="5920" r="14493" b="12073"/>
          <a:stretch/>
        </p:blipFill>
        <p:spPr bwMode="auto">
          <a:xfrm>
            <a:off x="5652120" y="3652468"/>
            <a:ext cx="1985111" cy="167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32087" y="1340768"/>
            <a:ext cx="7016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tiene 2 Sílabas?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12233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80</Words>
  <Application>Microsoft Office PowerPoint</Application>
  <PresentationFormat>Presentación en pantalla (4:3)</PresentationFormat>
  <Paragraphs>16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16</cp:revision>
  <dcterms:created xsi:type="dcterms:W3CDTF">2019-03-23T00:58:28Z</dcterms:created>
  <dcterms:modified xsi:type="dcterms:W3CDTF">2019-03-24T01:17:15Z</dcterms:modified>
</cp:coreProperties>
</file>