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6" r:id="rId3"/>
    <p:sldId id="257" r:id="rId4"/>
    <p:sldId id="258" r:id="rId5"/>
    <p:sldId id="259" r:id="rId6"/>
    <p:sldId id="273" r:id="rId7"/>
    <p:sldId id="260" r:id="rId8"/>
    <p:sldId id="261" r:id="rId9"/>
    <p:sldId id="262" r:id="rId10"/>
    <p:sldId id="263" r:id="rId11"/>
    <p:sldId id="264" r:id="rId12"/>
    <p:sldId id="265" r:id="rId13"/>
    <p:sldId id="267" r:id="rId14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2D6A8-2F2C-41D3-B02D-2DD1EEB1C886}" type="datetimeFigureOut">
              <a:rPr lang="es-CL" smtClean="0"/>
              <a:t>09-01-2020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AC93A-4498-4F8F-9A67-61E663051D0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45008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2D6A8-2F2C-41D3-B02D-2DD1EEB1C886}" type="datetimeFigureOut">
              <a:rPr lang="es-CL" smtClean="0"/>
              <a:t>09-01-2020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AC93A-4498-4F8F-9A67-61E663051D0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72614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2D6A8-2F2C-41D3-B02D-2DD1EEB1C886}" type="datetimeFigureOut">
              <a:rPr lang="es-CL" smtClean="0"/>
              <a:t>09-01-2020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AC93A-4498-4F8F-9A67-61E663051D0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24435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2D6A8-2F2C-41D3-B02D-2DD1EEB1C886}" type="datetimeFigureOut">
              <a:rPr lang="es-CL" smtClean="0"/>
              <a:t>09-01-2020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AC93A-4498-4F8F-9A67-61E663051D0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80773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2D6A8-2F2C-41D3-B02D-2DD1EEB1C886}" type="datetimeFigureOut">
              <a:rPr lang="es-CL" smtClean="0"/>
              <a:t>09-01-2020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AC93A-4498-4F8F-9A67-61E663051D0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4360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2D6A8-2F2C-41D3-B02D-2DD1EEB1C886}" type="datetimeFigureOut">
              <a:rPr lang="es-CL" smtClean="0"/>
              <a:t>09-01-2020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AC93A-4498-4F8F-9A67-61E663051D0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27589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2D6A8-2F2C-41D3-B02D-2DD1EEB1C886}" type="datetimeFigureOut">
              <a:rPr lang="es-CL" smtClean="0"/>
              <a:t>09-01-2020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AC93A-4498-4F8F-9A67-61E663051D0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9826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2D6A8-2F2C-41D3-B02D-2DD1EEB1C886}" type="datetimeFigureOut">
              <a:rPr lang="es-CL" smtClean="0"/>
              <a:t>09-01-2020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AC93A-4498-4F8F-9A67-61E663051D0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46861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2D6A8-2F2C-41D3-B02D-2DD1EEB1C886}" type="datetimeFigureOut">
              <a:rPr lang="es-CL" smtClean="0"/>
              <a:t>09-01-2020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AC93A-4498-4F8F-9A67-61E663051D0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286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2D6A8-2F2C-41D3-B02D-2DD1EEB1C886}" type="datetimeFigureOut">
              <a:rPr lang="es-CL" smtClean="0"/>
              <a:t>09-01-2020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AC93A-4498-4F8F-9A67-61E663051D0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1044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2D6A8-2F2C-41D3-B02D-2DD1EEB1C886}" type="datetimeFigureOut">
              <a:rPr lang="es-CL" smtClean="0"/>
              <a:t>09-01-2020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AC93A-4498-4F8F-9A67-61E663051D0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5884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62D6A8-2F2C-41D3-B02D-2DD1EEB1C886}" type="datetimeFigureOut">
              <a:rPr lang="es-CL" smtClean="0"/>
              <a:t>09-01-2020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6AC93A-4498-4F8F-9A67-61E663051D0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07192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Relationship Id="rId9" Type="http://schemas.openxmlformats.org/officeDocument/2006/relationships/image" Target="../media/image1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7" Type="http://schemas.openxmlformats.org/officeDocument/2006/relationships/image" Target="../media/image19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27.jpeg"/><Relationship Id="rId7" Type="http://schemas.openxmlformats.org/officeDocument/2006/relationships/image" Target="../media/image31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jpeg"/><Relationship Id="rId4" Type="http://schemas.openxmlformats.org/officeDocument/2006/relationships/image" Target="../media/image28.png"/><Relationship Id="rId9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7" Type="http://schemas.openxmlformats.org/officeDocument/2006/relationships/image" Target="../media/image37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image" Target="../media/image4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128"/>
            <a:ext cx="9144000" cy="6867128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CuadroTexto"/>
          <p:cNvSpPr txBox="1"/>
          <p:nvPr/>
        </p:nvSpPr>
        <p:spPr>
          <a:xfrm>
            <a:off x="899592" y="2636912"/>
            <a:ext cx="75608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 smtClean="0">
                <a:solidFill>
                  <a:srgbClr val="0070C0"/>
                </a:solidFill>
              </a:rPr>
              <a:t>Ámbito: </a:t>
            </a:r>
            <a:r>
              <a:rPr lang="es-CL" sz="2800" dirty="0" smtClean="0"/>
              <a:t>Interacción y comprensión del entorno. </a:t>
            </a:r>
          </a:p>
          <a:p>
            <a:r>
              <a:rPr lang="es-CL" sz="2800" b="1" dirty="0" smtClean="0">
                <a:solidFill>
                  <a:srgbClr val="0070C0"/>
                </a:solidFill>
              </a:rPr>
              <a:t>Núcleo: </a:t>
            </a:r>
            <a:r>
              <a:rPr lang="es-CL" sz="2800" dirty="0" smtClean="0"/>
              <a:t>Pensamiento Matemático.</a:t>
            </a:r>
            <a:endParaRPr lang="es-CL" sz="2800" dirty="0"/>
          </a:p>
        </p:txBody>
      </p:sp>
      <p:sp>
        <p:nvSpPr>
          <p:cNvPr id="3" name="2 Rectángulo"/>
          <p:cNvSpPr/>
          <p:nvPr/>
        </p:nvSpPr>
        <p:spPr>
          <a:xfrm>
            <a:off x="1526427" y="1052736"/>
            <a:ext cx="6240811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Reproduciendo patrones: </a:t>
            </a:r>
          </a:p>
          <a:p>
            <a:pPr algn="ctr"/>
            <a:r>
              <a:rPr lang="es-ES" sz="2800" b="1" cap="none" spc="0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Sonoros, visuales, gestuales y corporales </a:t>
            </a:r>
            <a:endParaRPr lang="es-ES" sz="2800" b="1" cap="none" spc="0" dirty="0">
              <a:ln w="1905"/>
              <a:solidFill>
                <a:srgbClr val="FF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74989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997167" y="1051210"/>
            <a:ext cx="487902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 smtClean="0">
                <a:ln w="1905"/>
                <a:solidFill>
                  <a:srgbClr val="00206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Objetivo de aprendizaje:</a:t>
            </a:r>
            <a:endParaRPr lang="es-ES" sz="3600" b="1" cap="none" spc="0" dirty="0">
              <a:ln w="1905"/>
              <a:solidFill>
                <a:srgbClr val="00206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1043608" y="1744912"/>
            <a:ext cx="71287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 smtClean="0"/>
              <a:t>Reproducir patrones sonoros,visuales,gestuales,corporales u otros, de dos o tres elementos. </a:t>
            </a:r>
            <a:endParaRPr lang="es-CL" sz="2800" dirty="0"/>
          </a:p>
        </p:txBody>
      </p:sp>
      <p:pic>
        <p:nvPicPr>
          <p:cNvPr id="2056" name="Picture 8" descr="Resultado de imagen de dibujo de niños escolares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6" y="3144862"/>
            <a:ext cx="3665401" cy="2804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8748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950070" y="1756741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smtClean="0"/>
              <a:t>Actividad: Reproduce los siguientes patrones sonoros. </a:t>
            </a:r>
            <a:endParaRPr lang="es-CL" sz="2400" b="1" dirty="0"/>
          </a:p>
        </p:txBody>
      </p:sp>
      <p:pic>
        <p:nvPicPr>
          <p:cNvPr id="3074" name="Picture 2" descr="Resultado de imagen de dibujo silbar&quo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444" y="2526992"/>
            <a:ext cx="1189709" cy="951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esultado de imagen de dibujo aplaudir&quot;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36"/>
          <a:stretch/>
        </p:blipFill>
        <p:spPr bwMode="auto">
          <a:xfrm>
            <a:off x="2132825" y="2218406"/>
            <a:ext cx="1463590" cy="1264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Resultado de imagen de dibujo silbar&quot;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1745" y="2511817"/>
            <a:ext cx="1123235" cy="898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Resultado de imagen de dibujo aplaudir&quot;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36"/>
          <a:stretch/>
        </p:blipFill>
        <p:spPr bwMode="auto">
          <a:xfrm>
            <a:off x="4622478" y="2370318"/>
            <a:ext cx="1368152" cy="1181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de dibujo silbar&quot;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0630" y="2580171"/>
            <a:ext cx="1123235" cy="898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Resultado de imagen de dibujo aplaudir&quot;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36"/>
          <a:stretch/>
        </p:blipFill>
        <p:spPr bwMode="auto">
          <a:xfrm>
            <a:off x="7093100" y="2412082"/>
            <a:ext cx="1212192" cy="1181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Resultado de imagen de dibujo aplaudir&quot;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36"/>
          <a:stretch/>
        </p:blipFill>
        <p:spPr bwMode="auto">
          <a:xfrm>
            <a:off x="1043608" y="4149080"/>
            <a:ext cx="1463590" cy="1264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Resultado de imagen de dibujo aplaudir&quot;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36"/>
          <a:stretch/>
        </p:blipFill>
        <p:spPr bwMode="auto">
          <a:xfrm>
            <a:off x="2506427" y="4149080"/>
            <a:ext cx="1463590" cy="1264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Resultado de imagen de dibujo gritando&quot;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3853586"/>
            <a:ext cx="1526642" cy="2103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Resultado de imagen de dibujo aplaudir&quot;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36"/>
          <a:stretch/>
        </p:blipFill>
        <p:spPr bwMode="auto">
          <a:xfrm>
            <a:off x="5010029" y="4149080"/>
            <a:ext cx="1463590" cy="1264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Resultado de imagen de dibujo aplaudir&quot;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36"/>
          <a:stretch/>
        </p:blipFill>
        <p:spPr bwMode="auto">
          <a:xfrm>
            <a:off x="6300421" y="4149080"/>
            <a:ext cx="1463590" cy="1264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1419173" y="867493"/>
            <a:ext cx="663995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rush Script MT" pitchFamily="66" charset="0"/>
              </a:rPr>
              <a:t>Jugando con patrones sonoros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rush Script MT" pitchFamily="66" charset="0"/>
            </a:endParaRPr>
          </a:p>
        </p:txBody>
      </p:sp>
      <p:cxnSp>
        <p:nvCxnSpPr>
          <p:cNvPr id="11" name="10 Conector recto"/>
          <p:cNvCxnSpPr/>
          <p:nvPr/>
        </p:nvCxnSpPr>
        <p:spPr>
          <a:xfrm>
            <a:off x="539552" y="3853586"/>
            <a:ext cx="806489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292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419173" y="867493"/>
            <a:ext cx="663995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rush Script MT" pitchFamily="66" charset="0"/>
              </a:rPr>
              <a:t>Jugando con patrones sonoros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rush Script MT" pitchFamily="66" charset="0"/>
            </a:endParaRPr>
          </a:p>
        </p:txBody>
      </p:sp>
      <p:pic>
        <p:nvPicPr>
          <p:cNvPr id="4098" name="Picture 2" descr="Resultado de imagen de dibujo bosteso&quo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00" y="2218396"/>
            <a:ext cx="1368152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Resultado de imagen de dibujo bosteso&quo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025" y="2273813"/>
            <a:ext cx="1368152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Resultado de imagen de dibujo aplaudir&quot;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36"/>
          <a:stretch/>
        </p:blipFill>
        <p:spPr bwMode="auto">
          <a:xfrm>
            <a:off x="3347363" y="2315408"/>
            <a:ext cx="1368152" cy="1181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esultado de imagen de dibujo bosteso&quo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2322279"/>
            <a:ext cx="1296144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de dibujo bosteso&quo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2329151"/>
            <a:ext cx="1368152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Resultado de imagen de dibujo aplaudir&quot;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36"/>
          <a:stretch/>
        </p:blipFill>
        <p:spPr bwMode="auto">
          <a:xfrm>
            <a:off x="7043642" y="2453315"/>
            <a:ext cx="1152128" cy="1181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Resultado de imagen de dibujo estornudar&quot;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872" y="4149080"/>
            <a:ext cx="1572604" cy="1572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Resultado de imagen de dibujo aplaudir&quot;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36"/>
          <a:stretch/>
        </p:blipFill>
        <p:spPr bwMode="auto">
          <a:xfrm>
            <a:off x="2411760" y="4344589"/>
            <a:ext cx="1368152" cy="1181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Resultado de imagen de dibujo estornudar&quot;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468" y="4264626"/>
            <a:ext cx="1572604" cy="1572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Resultado de imagen de dibujo aplaudir&quot;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36"/>
          <a:stretch/>
        </p:blipFill>
        <p:spPr bwMode="auto">
          <a:xfrm>
            <a:off x="5112060" y="4344589"/>
            <a:ext cx="1368152" cy="1181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Resultado de imagen de dibujo estornudar&quot;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986" y="4297044"/>
            <a:ext cx="1572604" cy="1572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13 Conector recto"/>
          <p:cNvCxnSpPr/>
          <p:nvPr/>
        </p:nvCxnSpPr>
        <p:spPr>
          <a:xfrm>
            <a:off x="608531" y="3869463"/>
            <a:ext cx="792088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16 CuadroTexto"/>
          <p:cNvSpPr txBox="1"/>
          <p:nvPr/>
        </p:nvSpPr>
        <p:spPr>
          <a:xfrm>
            <a:off x="950070" y="1559990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smtClean="0"/>
              <a:t>Actividad: Reproduce los siguientes patrones sonoros. </a:t>
            </a:r>
            <a:endParaRPr lang="es-CL" sz="2400" b="1" dirty="0"/>
          </a:p>
        </p:txBody>
      </p:sp>
    </p:spTree>
    <p:extLst>
      <p:ext uri="{BB962C8B-B14F-4D97-AF65-F5344CB8AC3E}">
        <p14:creationId xmlns:p14="http://schemas.microsoft.com/office/powerpoint/2010/main" val="1010803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325396" y="867493"/>
            <a:ext cx="68275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solidFill>
                  <a:srgbClr val="00B0F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rush Script MT" pitchFamily="66" charset="0"/>
              </a:rPr>
              <a:t>Jugando con patrones visuales</a:t>
            </a:r>
            <a:endParaRPr lang="es-ES" sz="5400" b="1" cap="none" spc="0" dirty="0">
              <a:ln w="1905"/>
              <a:solidFill>
                <a:srgbClr val="00B0F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rush Script MT" pitchFamily="66" charset="0"/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950070" y="1756741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smtClean="0"/>
              <a:t>Actividad: Reproduce los siguientes patrones visuales. </a:t>
            </a:r>
            <a:endParaRPr lang="es-CL" sz="2400" b="1" dirty="0"/>
          </a:p>
        </p:txBody>
      </p:sp>
      <p:pic>
        <p:nvPicPr>
          <p:cNvPr id="5122" name="Picture 2" descr="Resultado de imagen de dibujo de gato&quo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402" y="2801541"/>
            <a:ext cx="1062522" cy="1121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Resultado de imagen de dibujo de perro&quot;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702855"/>
            <a:ext cx="1237161" cy="1262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esultado de imagen de dibujo de gato&quot;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536" y="2567448"/>
            <a:ext cx="1231068" cy="1356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Resultado de imagen de dibujo de perro&quot;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9151" y="2655275"/>
            <a:ext cx="1197630" cy="1222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Resultado de imagen de dibujo de gato&quot;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0833" y="2591821"/>
            <a:ext cx="1238054" cy="130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Resultado de imagen de dibujo de circulo color&quot;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343" y="4505610"/>
            <a:ext cx="1397597" cy="1428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Resultado de imagen de dibujo de circulo color&quot;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3940" y="4478572"/>
            <a:ext cx="1455972" cy="1455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Resultado de imagen de dibujo de circulo color&quot;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2583" y="4492091"/>
            <a:ext cx="1455972" cy="1455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Resultado de imagen de dibujo de circulo color&quot;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035" y="4519129"/>
            <a:ext cx="1397597" cy="1428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13 Conector recto"/>
          <p:cNvCxnSpPr/>
          <p:nvPr/>
        </p:nvCxnSpPr>
        <p:spPr>
          <a:xfrm>
            <a:off x="662038" y="4149080"/>
            <a:ext cx="763284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34" name="Picture 14" descr="Resultado de imagen de dibujo de interrogacion&quot;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2" t="8962" r="16701" b="10683"/>
          <a:stretch/>
        </p:blipFill>
        <p:spPr bwMode="auto">
          <a:xfrm>
            <a:off x="7184148" y="2567448"/>
            <a:ext cx="1056216" cy="1262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4" descr="Resultado de imagen de dibujo de interrogacion&quot;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2" t="8962" r="16701" b="10683"/>
          <a:stretch/>
        </p:blipFill>
        <p:spPr bwMode="auto">
          <a:xfrm>
            <a:off x="6656040" y="4492091"/>
            <a:ext cx="1056216" cy="1262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7401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325396" y="867493"/>
            <a:ext cx="68275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solidFill>
                  <a:srgbClr val="00B0F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rush Script MT" pitchFamily="66" charset="0"/>
              </a:rPr>
              <a:t>Jugando con patrones visuales</a:t>
            </a:r>
            <a:endParaRPr lang="es-ES" sz="5400" b="1" cap="none" spc="0" dirty="0">
              <a:ln w="1905"/>
              <a:solidFill>
                <a:srgbClr val="00B0F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rush Script MT" pitchFamily="66" charset="0"/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950070" y="1756741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smtClean="0"/>
              <a:t>Actividad: Reproduce los siguientes patrones visuales. </a:t>
            </a:r>
            <a:endParaRPr lang="es-CL" sz="2400" b="1" dirty="0"/>
          </a:p>
        </p:txBody>
      </p:sp>
      <p:pic>
        <p:nvPicPr>
          <p:cNvPr id="7170" name="Picture 2" descr="Resultado de imagen de dibujo de flor&quot;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20"/>
          <a:stretch/>
        </p:blipFill>
        <p:spPr bwMode="auto">
          <a:xfrm>
            <a:off x="1115616" y="2348880"/>
            <a:ext cx="1152128" cy="1439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Resultado de imagen de dibujo de arbo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218407"/>
            <a:ext cx="1488021" cy="1569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esultado de imagen de dibujo de flor&quot;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20"/>
          <a:stretch/>
        </p:blipFill>
        <p:spPr bwMode="auto">
          <a:xfrm>
            <a:off x="3899781" y="2348880"/>
            <a:ext cx="1152128" cy="1439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Resultado de imagen de dibujo de arbo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570" y="2283643"/>
            <a:ext cx="1488021" cy="1569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Resultado de imagen de dibujo de vaca&quot;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675" y="4219396"/>
            <a:ext cx="1680342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Resultado de imagen de dibujo de jirafa&quot;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4104613"/>
            <a:ext cx="1833042" cy="188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Resultado de imagen de dibujo de vaca&quot;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399" y="4334179"/>
            <a:ext cx="1680342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Resultado de imagen de dibujo de jirafa&quot;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4320637"/>
            <a:ext cx="1623056" cy="166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11 Conector recto"/>
          <p:cNvCxnSpPr/>
          <p:nvPr/>
        </p:nvCxnSpPr>
        <p:spPr>
          <a:xfrm>
            <a:off x="662038" y="3993875"/>
            <a:ext cx="779839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4" descr="Resultado de imagen de dibujo de interrogacion&quot;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2" t="8962" r="16701" b="10683"/>
          <a:stretch/>
        </p:blipFill>
        <p:spPr bwMode="auto">
          <a:xfrm>
            <a:off x="7096691" y="4669343"/>
            <a:ext cx="1056216" cy="1262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Resultado de imagen de dibujo de interrogacion&quot;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2" t="8962" r="16701" b="10683"/>
          <a:stretch/>
        </p:blipFill>
        <p:spPr bwMode="auto">
          <a:xfrm>
            <a:off x="6804248" y="2500895"/>
            <a:ext cx="1056216" cy="1262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2519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Resultado de imagen de patrones visuales para prescolar&quot;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659"/>
          <a:stretch/>
        </p:blipFill>
        <p:spPr bwMode="auto">
          <a:xfrm>
            <a:off x="1043608" y="2348880"/>
            <a:ext cx="7036892" cy="352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1325396" y="867493"/>
            <a:ext cx="68275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solidFill>
                  <a:srgbClr val="00B0F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rush Script MT" pitchFamily="66" charset="0"/>
              </a:rPr>
              <a:t>Jugando con patrones visuales</a:t>
            </a:r>
            <a:endParaRPr lang="es-ES" sz="5400" b="1" cap="none" spc="0" dirty="0">
              <a:ln w="1905"/>
              <a:solidFill>
                <a:srgbClr val="00B0F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rush Script MT" pitchFamily="66" charset="0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950070" y="1756741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smtClean="0"/>
              <a:t>Actividad: Reproduce los siguientes patrones visuales. </a:t>
            </a:r>
            <a:endParaRPr lang="es-CL" sz="2400" b="1" dirty="0"/>
          </a:p>
        </p:txBody>
      </p:sp>
    </p:spTree>
    <p:extLst>
      <p:ext uri="{BB962C8B-B14F-4D97-AF65-F5344CB8AC3E}">
        <p14:creationId xmlns:p14="http://schemas.microsoft.com/office/powerpoint/2010/main" val="1840260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325396" y="867493"/>
            <a:ext cx="68275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solidFill>
                  <a:srgbClr val="00B0F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rush Script MT" pitchFamily="66" charset="0"/>
              </a:rPr>
              <a:t>Jugando con patrones visuales</a:t>
            </a:r>
            <a:endParaRPr lang="es-ES" sz="5400" b="1" cap="none" spc="0" dirty="0">
              <a:ln w="1905"/>
              <a:solidFill>
                <a:srgbClr val="00B0F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rush Script MT" pitchFamily="66" charset="0"/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950070" y="1756741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smtClean="0"/>
              <a:t>Actividad: Reproduce los siguientes patrones visuales. </a:t>
            </a:r>
            <a:endParaRPr lang="es-CL" sz="2400" b="1" dirty="0"/>
          </a:p>
        </p:txBody>
      </p:sp>
      <p:pic>
        <p:nvPicPr>
          <p:cNvPr id="8194" name="Picture 2" descr="Resultado de imagen de dibujo de estrella&quot;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46" r="23751"/>
          <a:stretch/>
        </p:blipFill>
        <p:spPr bwMode="auto">
          <a:xfrm>
            <a:off x="950070" y="2543256"/>
            <a:ext cx="1040800" cy="124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Resultado de imagen de dibujo de luna&quot;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651118"/>
            <a:ext cx="1176471" cy="1195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Resultado de imagen de dibujo de sol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5" name="AutoShape 8" descr="Resultado de imagen de dibujo de sol&quot;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8201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325" y="2543256"/>
            <a:ext cx="1669223" cy="1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 descr="Resultado de imagen de dibujo de estrella&quot;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46" r="23751"/>
          <a:stretch/>
        </p:blipFill>
        <p:spPr bwMode="auto">
          <a:xfrm>
            <a:off x="4996884" y="2543256"/>
            <a:ext cx="1375315" cy="1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3" name="Picture 11" descr="Resultado de imagen de dibujo de triangulo&quot;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78" y="4221088"/>
            <a:ext cx="1636441" cy="1636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5" name="Picture 13" descr="Resultado de imagen de dibujo de cuadrado color&quot;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0573" y="4192611"/>
            <a:ext cx="1468636" cy="1468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Resultado de imagen de dibujo de circulo color&quot;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209" y="4221088"/>
            <a:ext cx="1455972" cy="1455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1" descr="Resultado de imagen de dibujo de triangulo&quot;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0573" y="4192611"/>
            <a:ext cx="1636441" cy="1636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4" descr="Resultado de imagen de dibujo de interrogacion&quot;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2" t="8962" r="16701" b="10683"/>
          <a:stretch/>
        </p:blipFill>
        <p:spPr bwMode="auto">
          <a:xfrm>
            <a:off x="6656040" y="4492091"/>
            <a:ext cx="1056216" cy="1262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Resultado de imagen de dibujo de interrogacion&quot;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2" t="8962" r="16701" b="10683"/>
          <a:stretch/>
        </p:blipFill>
        <p:spPr bwMode="auto">
          <a:xfrm>
            <a:off x="6673940" y="2565725"/>
            <a:ext cx="1056216" cy="1262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7219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325396" y="867493"/>
            <a:ext cx="68275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rush Script MT" pitchFamily="66" charset="0"/>
              </a:rPr>
              <a:t>Jugando con patrones visuales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rush Script MT" pitchFamily="66" charset="0"/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950070" y="1756741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smtClean="0"/>
              <a:t>Actividad: Reproduce los siguientes patrones visuales. </a:t>
            </a:r>
            <a:endParaRPr lang="es-CL" sz="2400" b="1" dirty="0"/>
          </a:p>
        </p:txBody>
      </p:sp>
      <p:sp>
        <p:nvSpPr>
          <p:cNvPr id="4" name="AutoShape 2" descr="Resultado de imagen de dibujo de uv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9220" name="Picture 4" descr="Resultado de imagen de dibujo de uva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070" y="2442838"/>
            <a:ext cx="1152525" cy="1685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Resultado de imagen de dibujo de manzanas&quot;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41" t="9094" r="21962" b="9184"/>
          <a:stretch/>
        </p:blipFill>
        <p:spPr bwMode="auto">
          <a:xfrm>
            <a:off x="2102595" y="2446575"/>
            <a:ext cx="1373379" cy="1523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Resultado de imagen de dibujo de uva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5974" y="2389018"/>
            <a:ext cx="1152525" cy="1685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Resultado de imagen de dibujo de manzanas&quot;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41" t="9094" r="21962" b="9184"/>
          <a:stretch/>
        </p:blipFill>
        <p:spPr bwMode="auto">
          <a:xfrm>
            <a:off x="4622478" y="2463165"/>
            <a:ext cx="1373379" cy="1523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Resultado de imagen de dibujo de uva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5857" y="2442838"/>
            <a:ext cx="1152525" cy="1685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Resultado de imagen de dibujo de interrogacion&quot;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2" t="8962" r="16701" b="10683"/>
          <a:stretch/>
        </p:blipFill>
        <p:spPr bwMode="auto">
          <a:xfrm>
            <a:off x="7195152" y="2558798"/>
            <a:ext cx="1056216" cy="1516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Resultado de imagen de dibujo de interrogacion&quot;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2" t="8962" r="16701" b="10683"/>
          <a:stretch/>
        </p:blipFill>
        <p:spPr bwMode="auto">
          <a:xfrm>
            <a:off x="7158387" y="4437112"/>
            <a:ext cx="1056216" cy="1516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Resultado de imagen de dibujo de sandia&quot;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4" t="26272" r="6386" b="16466"/>
          <a:stretch/>
        </p:blipFill>
        <p:spPr bwMode="auto">
          <a:xfrm>
            <a:off x="962823" y="4794872"/>
            <a:ext cx="1139772" cy="923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6" name="Picture 10" descr="Resultado de imagen de dibujo de PERA&quot;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9" t="4187" r="7263" b="9821"/>
          <a:stretch/>
        </p:blipFill>
        <p:spPr bwMode="auto">
          <a:xfrm>
            <a:off x="2286236" y="4348919"/>
            <a:ext cx="1006095" cy="1369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12" descr="Resultado de imagen de dibujo de platan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9229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7599" y="4390213"/>
            <a:ext cx="1214880" cy="1380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8" descr="Resultado de imagen de dibujo de sandia&quot;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4" t="26272" r="6386" b="16466"/>
          <a:stretch/>
        </p:blipFill>
        <p:spPr bwMode="auto">
          <a:xfrm>
            <a:off x="4739151" y="4640634"/>
            <a:ext cx="1256706" cy="123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4" descr="Resultado de imagen de dibujo de interrogacion&quot;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2" t="8962" r="16701" b="10683"/>
          <a:stretch/>
        </p:blipFill>
        <p:spPr bwMode="auto">
          <a:xfrm>
            <a:off x="6043026" y="4390213"/>
            <a:ext cx="1056216" cy="1516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5642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012123" y="878561"/>
            <a:ext cx="72827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rush Script MT" pitchFamily="66" charset="0"/>
              </a:rPr>
              <a:t>Jugando con patrones corporales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rush Script MT" pitchFamily="66" charset="0"/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950070" y="1756741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smtClean="0"/>
              <a:t>Actividad: Reproduce los siguientes patrones corporales. </a:t>
            </a:r>
            <a:endParaRPr lang="es-CL" sz="2400" b="1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0" b="34236"/>
          <a:stretch/>
        </p:blipFill>
        <p:spPr bwMode="auto">
          <a:xfrm>
            <a:off x="1219200" y="2492896"/>
            <a:ext cx="6665168" cy="3240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4475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012123" y="878561"/>
            <a:ext cx="72827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rush Script MT" pitchFamily="66" charset="0"/>
              </a:rPr>
              <a:t>Jugando con patrones corporales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rush Script MT" pitchFamily="66" charset="0"/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950070" y="1756741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smtClean="0"/>
              <a:t>Actividad: Reproduce los siguientes patrones corporales. </a:t>
            </a:r>
            <a:endParaRPr lang="es-CL" sz="2400" b="1" dirty="0"/>
          </a:p>
        </p:txBody>
      </p:sp>
      <p:pic>
        <p:nvPicPr>
          <p:cNvPr id="11266" name="Picture 2" descr="Resultado de imagen de dibujo levantar la mano&quot;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5" b="21282"/>
          <a:stretch/>
        </p:blipFill>
        <p:spPr bwMode="auto">
          <a:xfrm>
            <a:off x="950070" y="2272514"/>
            <a:ext cx="1742162" cy="1613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Resultado de imagen de dibujo levantar brazos&quot;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00"/>
          <a:stretch/>
        </p:blipFill>
        <p:spPr bwMode="auto">
          <a:xfrm>
            <a:off x="2692232" y="2218406"/>
            <a:ext cx="1714500" cy="166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esultado de imagen de dibujo levantar la mano&quot;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5" b="21282"/>
          <a:stretch/>
        </p:blipFill>
        <p:spPr bwMode="auto">
          <a:xfrm>
            <a:off x="4406732" y="2272514"/>
            <a:ext cx="1742162" cy="1613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de dibujo levantar la mano&quot;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5" b="21282"/>
          <a:stretch/>
        </p:blipFill>
        <p:spPr bwMode="auto">
          <a:xfrm>
            <a:off x="1102470" y="2424914"/>
            <a:ext cx="1742162" cy="1613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Resultado de imagen de dibujo levantar la mano&quot;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5" b="21282"/>
          <a:stretch/>
        </p:blipFill>
        <p:spPr bwMode="auto">
          <a:xfrm>
            <a:off x="1102470" y="4056298"/>
            <a:ext cx="1742162" cy="1613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Resultado de imagen de dibujo levantar brazos&quot;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00"/>
          <a:stretch/>
        </p:blipFill>
        <p:spPr bwMode="auto">
          <a:xfrm>
            <a:off x="2939182" y="4060312"/>
            <a:ext cx="1714500" cy="166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Resultado de imagen de dibujo levantar brazos&quot;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00"/>
          <a:stretch/>
        </p:blipFill>
        <p:spPr bwMode="auto">
          <a:xfrm>
            <a:off x="4860032" y="4099588"/>
            <a:ext cx="1714500" cy="166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4" descr="Resultado de imagen de dibujo de interrogacion&quot;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2" t="8962" r="16701" b="10683"/>
          <a:stretch/>
        </p:blipFill>
        <p:spPr bwMode="auto">
          <a:xfrm>
            <a:off x="6091160" y="2634092"/>
            <a:ext cx="1056216" cy="1262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4" descr="Resultado de imagen de dibujo de interrogacion&quot;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2" t="8962" r="16701" b="10683"/>
          <a:stretch/>
        </p:blipFill>
        <p:spPr bwMode="auto">
          <a:xfrm>
            <a:off x="7238670" y="2565725"/>
            <a:ext cx="1056216" cy="1262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4" descr="Resultado de imagen de dibujo de interrogacion&quot;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2" t="8962" r="16701" b="10683"/>
          <a:stretch/>
        </p:blipFill>
        <p:spPr bwMode="auto">
          <a:xfrm>
            <a:off x="6619268" y="4464300"/>
            <a:ext cx="1056216" cy="1262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094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Resultado de imagen de dibujo manos en la cintura&quot;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50" t="8916" r="29588" b="12072"/>
          <a:stretch/>
        </p:blipFill>
        <p:spPr bwMode="auto">
          <a:xfrm>
            <a:off x="2196274" y="2304689"/>
            <a:ext cx="1074057" cy="1678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Resultado de imagen de dibujo manos en la cintura&quot;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50" t="8916" r="29588" b="12072"/>
          <a:stretch/>
        </p:blipFill>
        <p:spPr bwMode="auto">
          <a:xfrm>
            <a:off x="1122218" y="2304689"/>
            <a:ext cx="1074057" cy="1698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012123" y="878561"/>
            <a:ext cx="72827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rush Script MT" pitchFamily="66" charset="0"/>
              </a:rPr>
              <a:t>Jugando con patrones corporales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rush Script MT" pitchFamily="66" charset="0"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950070" y="1756741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smtClean="0"/>
              <a:t>Actividad: Reproduce los siguientes patrones corporales. </a:t>
            </a:r>
            <a:endParaRPr lang="es-CL" sz="2400" b="1" dirty="0"/>
          </a:p>
        </p:txBody>
      </p:sp>
      <p:pic>
        <p:nvPicPr>
          <p:cNvPr id="12292" name="Picture 4" descr="Resultado de imagen de dibujo tocandose la cabeza&quot;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01" t="10771" r="20577" b="8982"/>
          <a:stretch/>
        </p:blipFill>
        <p:spPr bwMode="auto">
          <a:xfrm>
            <a:off x="3277612" y="2319822"/>
            <a:ext cx="1176478" cy="1570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Resultado de imagen de dibujo tocandose la cabeza&quot;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01" t="10771" r="20577" b="8982"/>
          <a:stretch/>
        </p:blipFill>
        <p:spPr bwMode="auto">
          <a:xfrm>
            <a:off x="4481265" y="2294848"/>
            <a:ext cx="1176478" cy="1570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4" descr="Resultado de imagen de dibujo de interrogacion&quot;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2" t="8962" r="16701" b="10683"/>
          <a:stretch/>
        </p:blipFill>
        <p:spPr bwMode="auto">
          <a:xfrm>
            <a:off x="5796136" y="2512430"/>
            <a:ext cx="1056216" cy="1262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Resultado de imagen de dibujo de interrogacion&quot;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2" t="8962" r="16701" b="10683"/>
          <a:stretch/>
        </p:blipFill>
        <p:spPr bwMode="auto">
          <a:xfrm>
            <a:off x="6865137" y="2473558"/>
            <a:ext cx="1056216" cy="1262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sultado de imagen de dibujo manos en la cintura&quot;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50" t="8916" r="29588" b="12072"/>
          <a:stretch/>
        </p:blipFill>
        <p:spPr bwMode="auto">
          <a:xfrm>
            <a:off x="1122217" y="4165001"/>
            <a:ext cx="1074057" cy="1698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Resultado de imagen de dibujo tocandose la cabeza&quot;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01" t="10771" r="20577" b="8982"/>
          <a:stretch/>
        </p:blipFill>
        <p:spPr bwMode="auto">
          <a:xfrm>
            <a:off x="2177413" y="4165001"/>
            <a:ext cx="1176478" cy="1570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Resultado de imagen de dibujo manos en la cintura&quot;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50" t="8916" r="29588" b="12072"/>
          <a:stretch/>
        </p:blipFill>
        <p:spPr bwMode="auto">
          <a:xfrm>
            <a:off x="3299287" y="4165001"/>
            <a:ext cx="1074057" cy="1698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Resultado de imagen de dibujo tocandose la cabeza&quot;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01" t="10771" r="20577" b="8982"/>
          <a:stretch/>
        </p:blipFill>
        <p:spPr bwMode="auto">
          <a:xfrm>
            <a:off x="4373344" y="4229041"/>
            <a:ext cx="1176478" cy="1570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4" descr="Resultado de imagen de dibujo de interrogacion&quot;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2" t="8962" r="16701" b="10683"/>
          <a:stretch/>
        </p:blipFill>
        <p:spPr bwMode="auto">
          <a:xfrm>
            <a:off x="5657743" y="4472474"/>
            <a:ext cx="1056216" cy="1262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Resultado de imagen de dibujo de interrogacion&quot;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2" t="8962" r="16701" b="10683"/>
          <a:stretch/>
        </p:blipFill>
        <p:spPr bwMode="auto">
          <a:xfrm>
            <a:off x="6803505" y="4472473"/>
            <a:ext cx="1056216" cy="1262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5893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Resultado de imagen de dibujo saltando&quo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867" y="2780928"/>
            <a:ext cx="1842972" cy="1886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Resultado de imagen de dibujo saltando&quot;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780927"/>
            <a:ext cx="1440160" cy="1886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Resultado de imagen de dibujo saltando&quo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4689" y="2714307"/>
            <a:ext cx="1842972" cy="1886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Resultado de imagen de dibujo saltando&quot;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2742017"/>
            <a:ext cx="1440160" cy="1886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Resultado de imagen de dibujo de interrogacion&quot;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2" t="8962" r="16701" b="10683"/>
          <a:stretch/>
        </p:blipFill>
        <p:spPr bwMode="auto">
          <a:xfrm>
            <a:off x="6948264" y="2847459"/>
            <a:ext cx="1056216" cy="1619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1012123" y="878561"/>
            <a:ext cx="72827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rush Script MT" pitchFamily="66" charset="0"/>
              </a:rPr>
              <a:t>Jugando con patrones corporales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rush Script MT" pitchFamily="66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950070" y="1756741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smtClean="0"/>
              <a:t>Actividad: Reproduce los siguientes patrones corporales. </a:t>
            </a:r>
            <a:endParaRPr lang="es-CL" sz="2400" b="1" dirty="0"/>
          </a:p>
        </p:txBody>
      </p:sp>
    </p:spTree>
    <p:extLst>
      <p:ext uri="{BB962C8B-B14F-4D97-AF65-F5344CB8AC3E}">
        <p14:creationId xmlns:p14="http://schemas.microsoft.com/office/powerpoint/2010/main" val="40871259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171</Words>
  <Application>Microsoft Office PowerPoint</Application>
  <PresentationFormat>Presentación en pantalla (4:3)</PresentationFormat>
  <Paragraphs>28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11</cp:revision>
  <dcterms:created xsi:type="dcterms:W3CDTF">2020-01-09T18:55:06Z</dcterms:created>
  <dcterms:modified xsi:type="dcterms:W3CDTF">2020-01-09T21:44:53Z</dcterms:modified>
</cp:coreProperties>
</file>