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5"/>
  </p:notesMasterIdLst>
  <p:sldIdLst>
    <p:sldId id="256" r:id="rId2"/>
    <p:sldId id="257" r:id="rId3"/>
    <p:sldId id="311" r:id="rId4"/>
    <p:sldId id="273" r:id="rId5"/>
    <p:sldId id="309" r:id="rId6"/>
    <p:sldId id="310" r:id="rId7"/>
    <p:sldId id="312" r:id="rId8"/>
    <p:sldId id="313" r:id="rId9"/>
    <p:sldId id="314" r:id="rId10"/>
    <p:sldId id="315" r:id="rId11"/>
    <p:sldId id="316" r:id="rId12"/>
    <p:sldId id="317" r:id="rId13"/>
    <p:sldId id="285" r:id="rId14"/>
    <p:sldId id="323" r:id="rId15"/>
    <p:sldId id="324" r:id="rId16"/>
    <p:sldId id="279" r:id="rId17"/>
    <p:sldId id="318" r:id="rId18"/>
    <p:sldId id="322" r:id="rId19"/>
    <p:sldId id="319" r:id="rId20"/>
    <p:sldId id="320" r:id="rId21"/>
    <p:sldId id="321" r:id="rId22"/>
    <p:sldId id="288" r:id="rId23"/>
    <p:sldId id="289" r:id="rId24"/>
  </p:sldIdLst>
  <p:sldSz cx="9144000" cy="5143500" type="screen16x9"/>
  <p:notesSz cx="6858000" cy="9144000"/>
  <p:embeddedFontLst>
    <p:embeddedFont>
      <p:font typeface="DM Sans" panose="020B0604020202020204" charset="0"/>
      <p:regular r:id="rId26"/>
      <p:bold r:id="rId27"/>
      <p:italic r:id="rId28"/>
      <p:boldItalic r:id="rId29"/>
    </p:embeddedFont>
    <p:embeddedFont>
      <p:font typeface="Londrina Solid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15EE8-D003-48BA-92CB-27C53BACE400}" v="3" dt="2020-05-31T22:24:22.576"/>
  </p1510:revLst>
</p1510:revInfo>
</file>

<file path=ppt/tableStyles.xml><?xml version="1.0" encoding="utf-8"?>
<a:tblStyleLst xmlns:a="http://schemas.openxmlformats.org/drawingml/2006/main" def="{5AF7DDD8-1967-4CAB-AF3F-8C2FA072C048}">
  <a:tblStyle styleId="{5AF7DDD8-1967-4CAB-AF3F-8C2FA072C0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ita Troncoso Schwerter" userId="1ab969e33be6b930" providerId="Windows Live" clId="Web-{D8915EE8-D003-48BA-92CB-27C53BACE400}"/>
    <pc:docChg chg="modSld">
      <pc:chgData name="Carlita Troncoso Schwerter" userId="1ab969e33be6b930" providerId="Windows Live" clId="Web-{D8915EE8-D003-48BA-92CB-27C53BACE400}" dt="2020-05-31T22:24:22.576" v="2" actId="1076"/>
      <pc:docMkLst>
        <pc:docMk/>
      </pc:docMkLst>
      <pc:sldChg chg="modSp">
        <pc:chgData name="Carlita Troncoso Schwerter" userId="1ab969e33be6b930" providerId="Windows Live" clId="Web-{D8915EE8-D003-48BA-92CB-27C53BACE400}" dt="2020-05-31T22:24:22.576" v="2" actId="1076"/>
        <pc:sldMkLst>
          <pc:docMk/>
          <pc:sldMk cId="0" sldId="285"/>
        </pc:sldMkLst>
        <pc:spChg chg="mod">
          <ac:chgData name="Carlita Troncoso Schwerter" userId="1ab969e33be6b930" providerId="Windows Live" clId="Web-{D8915EE8-D003-48BA-92CB-27C53BACE400}" dt="2020-05-31T22:24:22.576" v="2" actId="1076"/>
          <ac:spMkLst>
            <pc:docMk/>
            <pc:sldMk cId="0" sldId="285"/>
            <ac:spMk id="33" creationId="{2A5947A7-D35A-4181-853A-A08AB188B1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7f37e0169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7f37e0169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093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44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899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569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680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223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351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697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719fef0afa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719fef0afa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020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719fef0afa_0_2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719fef0afa_0_2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719fef0afa_0_2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719fef0afa_0_2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637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719fef0afa_0_2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719fef0afa_0_2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58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719fef0afa_0_1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719fef0afa_0_1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0994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719fef0afa_0_2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719fef0afa_0_2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719fef0afa_0_2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719fef0afa_0_2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605" y="3651920"/>
            <a:ext cx="9140888" cy="1491551"/>
          </a:xfrm>
          <a:custGeom>
            <a:avLst/>
            <a:gdLst/>
            <a:ahLst/>
            <a:cxnLst/>
            <a:rect l="l" t="t" r="r" b="b"/>
            <a:pathLst>
              <a:path w="129856" h="25105" extrusionOk="0">
                <a:moveTo>
                  <a:pt x="174" y="1"/>
                </a:moveTo>
                <a:lnTo>
                  <a:pt x="1" y="25104"/>
                </a:lnTo>
                <a:lnTo>
                  <a:pt x="129856" y="25104"/>
                </a:lnTo>
                <a:lnTo>
                  <a:pt x="129856" y="3649"/>
                </a:lnTo>
                <a:cubicBezTo>
                  <a:pt x="112618" y="10125"/>
                  <a:pt x="94207" y="12447"/>
                  <a:pt x="76653" y="12447"/>
                </a:cubicBezTo>
                <a:cubicBezTo>
                  <a:pt x="43596" y="12447"/>
                  <a:pt x="13581" y="4215"/>
                  <a:pt x="1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605" y="1644867"/>
            <a:ext cx="9141311" cy="1788494"/>
          </a:xfrm>
          <a:custGeom>
            <a:avLst/>
            <a:gdLst/>
            <a:ahLst/>
            <a:cxnLst/>
            <a:rect l="l" t="t" r="r" b="b"/>
            <a:pathLst>
              <a:path w="129862" h="30103" extrusionOk="0">
                <a:moveTo>
                  <a:pt x="129862" y="0"/>
                </a:moveTo>
                <a:lnTo>
                  <a:pt x="129857" y="2"/>
                </a:lnTo>
                <a:cubicBezTo>
                  <a:pt x="119952" y="447"/>
                  <a:pt x="111155" y="5362"/>
                  <a:pt x="101671" y="8633"/>
                </a:cubicBezTo>
                <a:cubicBezTo>
                  <a:pt x="94674" y="11046"/>
                  <a:pt x="87398" y="12578"/>
                  <a:pt x="80103" y="13847"/>
                </a:cubicBezTo>
                <a:cubicBezTo>
                  <a:pt x="73530" y="14992"/>
                  <a:pt x="66893" y="15931"/>
                  <a:pt x="60222" y="15931"/>
                </a:cubicBezTo>
                <a:cubicBezTo>
                  <a:pt x="60122" y="15931"/>
                  <a:pt x="60023" y="15931"/>
                  <a:pt x="59923" y="15931"/>
                </a:cubicBezTo>
                <a:cubicBezTo>
                  <a:pt x="53208" y="15900"/>
                  <a:pt x="46540" y="14905"/>
                  <a:pt x="39912" y="13834"/>
                </a:cubicBezTo>
                <a:cubicBezTo>
                  <a:pt x="26293" y="11638"/>
                  <a:pt x="12401" y="8981"/>
                  <a:pt x="174" y="2808"/>
                </a:cubicBezTo>
                <a:lnTo>
                  <a:pt x="1" y="14808"/>
                </a:lnTo>
                <a:cubicBezTo>
                  <a:pt x="11891" y="19268"/>
                  <a:pt x="44189" y="30103"/>
                  <a:pt x="73969" y="30103"/>
                </a:cubicBezTo>
                <a:cubicBezTo>
                  <a:pt x="74579" y="30103"/>
                  <a:pt x="75188" y="30098"/>
                  <a:pt x="75796" y="30089"/>
                </a:cubicBezTo>
                <a:cubicBezTo>
                  <a:pt x="103056" y="29672"/>
                  <a:pt x="121410" y="21708"/>
                  <a:pt x="129856" y="17112"/>
                </a:cubicBezTo>
                <a:lnTo>
                  <a:pt x="129856" y="15419"/>
                </a:lnTo>
                <a:lnTo>
                  <a:pt x="129857" y="13581"/>
                </a:lnTo>
                <a:lnTo>
                  <a:pt x="1298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605" y="0"/>
            <a:ext cx="9140888" cy="1331137"/>
          </a:xfrm>
          <a:custGeom>
            <a:avLst/>
            <a:gdLst/>
            <a:ahLst/>
            <a:cxnLst/>
            <a:rect l="l" t="t" r="r" b="b"/>
            <a:pathLst>
              <a:path w="129856" h="22405" extrusionOk="0">
                <a:moveTo>
                  <a:pt x="1" y="0"/>
                </a:moveTo>
                <a:lnTo>
                  <a:pt x="1" y="8728"/>
                </a:lnTo>
                <a:cubicBezTo>
                  <a:pt x="7460" y="13310"/>
                  <a:pt x="25482" y="22404"/>
                  <a:pt x="55880" y="22404"/>
                </a:cubicBezTo>
                <a:cubicBezTo>
                  <a:pt x="59198" y="22404"/>
                  <a:pt x="62662" y="22296"/>
                  <a:pt x="66277" y="22062"/>
                </a:cubicBezTo>
                <a:cubicBezTo>
                  <a:pt x="104263" y="19597"/>
                  <a:pt x="123321" y="10900"/>
                  <a:pt x="129856" y="7241"/>
                </a:cubicBezTo>
                <a:lnTo>
                  <a:pt x="129856" y="21"/>
                </a:lnTo>
                <a:lnTo>
                  <a:pt x="1" y="0"/>
                </a:lnTo>
                <a:close/>
              </a:path>
            </a:pathLst>
          </a:custGeom>
          <a:solidFill>
            <a:srgbClr val="66D7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82587" y="-183300"/>
            <a:ext cx="9309170" cy="3847455"/>
            <a:chOff x="-82587" y="-183300"/>
            <a:chExt cx="9309170" cy="3847455"/>
          </a:xfrm>
        </p:grpSpPr>
        <p:sp>
          <p:nvSpPr>
            <p:cNvPr id="14" name="Google Shape;14;p2"/>
            <p:cNvSpPr/>
            <p:nvPr/>
          </p:nvSpPr>
          <p:spPr>
            <a:xfrm>
              <a:off x="-82587" y="-183300"/>
              <a:ext cx="9309170" cy="3847455"/>
            </a:xfrm>
            <a:custGeom>
              <a:avLst/>
              <a:gdLst/>
              <a:ahLst/>
              <a:cxnLst/>
              <a:rect l="l" t="t" r="r" b="b"/>
              <a:pathLst>
                <a:path w="91041" h="34988" extrusionOk="0">
                  <a:moveTo>
                    <a:pt x="3749" y="1"/>
                  </a:moveTo>
                  <a:cubicBezTo>
                    <a:pt x="950" y="3293"/>
                    <a:pt x="0" y="7970"/>
                    <a:pt x="1196" y="12204"/>
                  </a:cubicBezTo>
                  <a:cubicBezTo>
                    <a:pt x="2958" y="18449"/>
                    <a:pt x="8626" y="22563"/>
                    <a:pt x="14685" y="24088"/>
                  </a:cubicBezTo>
                  <a:cubicBezTo>
                    <a:pt x="18326" y="25005"/>
                    <a:pt x="21842" y="25676"/>
                    <a:pt x="25203" y="27421"/>
                  </a:cubicBezTo>
                  <a:cubicBezTo>
                    <a:pt x="28708" y="29238"/>
                    <a:pt x="31955" y="31535"/>
                    <a:pt x="35576" y="33132"/>
                  </a:cubicBezTo>
                  <a:cubicBezTo>
                    <a:pt x="38351" y="34357"/>
                    <a:pt x="41323" y="34988"/>
                    <a:pt x="44289" y="34988"/>
                  </a:cubicBezTo>
                  <a:cubicBezTo>
                    <a:pt x="47525" y="34988"/>
                    <a:pt x="50753" y="34237"/>
                    <a:pt x="53709" y="32686"/>
                  </a:cubicBezTo>
                  <a:cubicBezTo>
                    <a:pt x="57838" y="30520"/>
                    <a:pt x="61160" y="27392"/>
                    <a:pt x="65751" y="26132"/>
                  </a:cubicBezTo>
                  <a:cubicBezTo>
                    <a:pt x="70582" y="24805"/>
                    <a:pt x="75725" y="24630"/>
                    <a:pt x="80262" y="22328"/>
                  </a:cubicBezTo>
                  <a:cubicBezTo>
                    <a:pt x="84265" y="20298"/>
                    <a:pt x="87732" y="16964"/>
                    <a:pt x="89395" y="12743"/>
                  </a:cubicBezTo>
                  <a:cubicBezTo>
                    <a:pt x="91040" y="8567"/>
                    <a:pt x="90720" y="3737"/>
                    <a:pt x="88355" y="16"/>
                  </a:cubicBezTo>
                  <a:lnTo>
                    <a:pt x="37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0950" y="-15675"/>
              <a:ext cx="9154800" cy="69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17313" y="1101225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678000" y="3720125"/>
            <a:ext cx="1788000" cy="3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ondrina Solid"/>
              <a:buNone/>
              <a:defRPr sz="28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01500" y="1948225"/>
            <a:ext cx="327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001500" y="3057800"/>
            <a:ext cx="3077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1001488" y="984441"/>
            <a:ext cx="239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/>
          <p:nvPr/>
        </p:nvSpPr>
        <p:spPr>
          <a:xfrm rot="8385005" flipH="1">
            <a:off x="3723491" y="-138082"/>
            <a:ext cx="7758274" cy="6073585"/>
          </a:xfrm>
          <a:custGeom>
            <a:avLst/>
            <a:gdLst/>
            <a:ahLst/>
            <a:cxnLst/>
            <a:rect l="l" t="t" r="r" b="b"/>
            <a:pathLst>
              <a:path w="44489" h="29163" extrusionOk="0">
                <a:moveTo>
                  <a:pt x="15430" y="0"/>
                </a:moveTo>
                <a:cubicBezTo>
                  <a:pt x="9906" y="0"/>
                  <a:pt x="4387" y="3454"/>
                  <a:pt x="1803" y="8453"/>
                </a:cubicBezTo>
                <a:cubicBezTo>
                  <a:pt x="645" y="10703"/>
                  <a:pt x="1" y="13358"/>
                  <a:pt x="798" y="15762"/>
                </a:cubicBezTo>
                <a:cubicBezTo>
                  <a:pt x="1891" y="19083"/>
                  <a:pt x="5431" y="21017"/>
                  <a:pt x="8883" y="21596"/>
                </a:cubicBezTo>
                <a:cubicBezTo>
                  <a:pt x="14914" y="22623"/>
                  <a:pt x="21294" y="20809"/>
                  <a:pt x="26724" y="24480"/>
                </a:cubicBezTo>
                <a:cubicBezTo>
                  <a:pt x="29916" y="26636"/>
                  <a:pt x="33253" y="29163"/>
                  <a:pt x="37049" y="29163"/>
                </a:cubicBezTo>
                <a:cubicBezTo>
                  <a:pt x="38256" y="29163"/>
                  <a:pt x="39509" y="28907"/>
                  <a:pt x="40818" y="28304"/>
                </a:cubicBezTo>
                <a:cubicBezTo>
                  <a:pt x="42796" y="27386"/>
                  <a:pt x="44391" y="25431"/>
                  <a:pt x="44434" y="23246"/>
                </a:cubicBezTo>
                <a:cubicBezTo>
                  <a:pt x="44489" y="21148"/>
                  <a:pt x="43167" y="19236"/>
                  <a:pt x="41561" y="17892"/>
                </a:cubicBezTo>
                <a:cubicBezTo>
                  <a:pt x="39955" y="16548"/>
                  <a:pt x="38032" y="15631"/>
                  <a:pt x="36306" y="14451"/>
                </a:cubicBezTo>
                <a:cubicBezTo>
                  <a:pt x="30155" y="10244"/>
                  <a:pt x="26211" y="2695"/>
                  <a:pt x="19076" y="532"/>
                </a:cubicBezTo>
                <a:cubicBezTo>
                  <a:pt x="17882" y="170"/>
                  <a:pt x="16656" y="0"/>
                  <a:pt x="15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8"/>
          <p:cNvGrpSpPr/>
          <p:nvPr/>
        </p:nvGrpSpPr>
        <p:grpSpPr>
          <a:xfrm rot="-9712166">
            <a:off x="3946825" y="-724753"/>
            <a:ext cx="7281563" cy="6772981"/>
            <a:chOff x="-1000319" y="-363278"/>
            <a:chExt cx="7281179" cy="6419995"/>
          </a:xfrm>
        </p:grpSpPr>
        <p:sp>
          <p:nvSpPr>
            <p:cNvPr id="42" name="Google Shape;42;p8"/>
            <p:cNvSpPr/>
            <p:nvPr/>
          </p:nvSpPr>
          <p:spPr>
            <a:xfrm rot="2124644">
              <a:off x="-729977" y="1304226"/>
              <a:ext cx="6740494" cy="3084987"/>
            </a:xfrm>
            <a:custGeom>
              <a:avLst/>
              <a:gdLst/>
              <a:ahLst/>
              <a:cxnLst/>
              <a:rect l="l" t="t" r="r" b="b"/>
              <a:pathLst>
                <a:path w="77386" h="35418" extrusionOk="0">
                  <a:moveTo>
                    <a:pt x="9118" y="0"/>
                  </a:moveTo>
                  <a:cubicBezTo>
                    <a:pt x="8417" y="0"/>
                    <a:pt x="7719" y="80"/>
                    <a:pt x="7048" y="276"/>
                  </a:cubicBezTo>
                  <a:cubicBezTo>
                    <a:pt x="1" y="2341"/>
                    <a:pt x="3792" y="9901"/>
                    <a:pt x="6076" y="14064"/>
                  </a:cubicBezTo>
                  <a:cubicBezTo>
                    <a:pt x="7987" y="17527"/>
                    <a:pt x="10795" y="20412"/>
                    <a:pt x="13778" y="23012"/>
                  </a:cubicBezTo>
                  <a:cubicBezTo>
                    <a:pt x="17547" y="26290"/>
                    <a:pt x="21677" y="29174"/>
                    <a:pt x="26200" y="31261"/>
                  </a:cubicBezTo>
                  <a:cubicBezTo>
                    <a:pt x="32498" y="34160"/>
                    <a:pt x="39402" y="35417"/>
                    <a:pt x="46355" y="35417"/>
                  </a:cubicBezTo>
                  <a:cubicBezTo>
                    <a:pt x="50981" y="35417"/>
                    <a:pt x="55629" y="34861"/>
                    <a:pt x="60134" y="33861"/>
                  </a:cubicBezTo>
                  <a:cubicBezTo>
                    <a:pt x="65980" y="32561"/>
                    <a:pt x="72251" y="30059"/>
                    <a:pt x="74829" y="24651"/>
                  </a:cubicBezTo>
                  <a:cubicBezTo>
                    <a:pt x="77386" y="19297"/>
                    <a:pt x="74906" y="12119"/>
                    <a:pt x="69585" y="9486"/>
                  </a:cubicBezTo>
                  <a:cubicBezTo>
                    <a:pt x="67586" y="8492"/>
                    <a:pt x="65335" y="8099"/>
                    <a:pt x="63095" y="8055"/>
                  </a:cubicBezTo>
                  <a:cubicBezTo>
                    <a:pt x="62924" y="8051"/>
                    <a:pt x="62754" y="8050"/>
                    <a:pt x="62583" y="8050"/>
                  </a:cubicBezTo>
                  <a:cubicBezTo>
                    <a:pt x="57191" y="8050"/>
                    <a:pt x="51934" y="9844"/>
                    <a:pt x="46554" y="10459"/>
                  </a:cubicBezTo>
                  <a:cubicBezTo>
                    <a:pt x="45177" y="10614"/>
                    <a:pt x="43797" y="10691"/>
                    <a:pt x="42420" y="10691"/>
                  </a:cubicBezTo>
                  <a:cubicBezTo>
                    <a:pt x="37196" y="10691"/>
                    <a:pt x="32015" y="9583"/>
                    <a:pt x="27216" y="7421"/>
                  </a:cubicBezTo>
                  <a:cubicBezTo>
                    <a:pt x="21906" y="5018"/>
                    <a:pt x="17077" y="1325"/>
                    <a:pt x="11352" y="232"/>
                  </a:cubicBezTo>
                  <a:cubicBezTo>
                    <a:pt x="10620" y="92"/>
                    <a:pt x="9866" y="0"/>
                    <a:pt x="91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8"/>
            <p:cNvSpPr/>
            <p:nvPr/>
          </p:nvSpPr>
          <p:spPr>
            <a:xfrm>
              <a:off x="-27647" y="-61351"/>
              <a:ext cx="4023550" cy="5810474"/>
            </a:xfrm>
            <a:custGeom>
              <a:avLst/>
              <a:gdLst/>
              <a:ahLst/>
              <a:cxnLst/>
              <a:rect l="l" t="t" r="r" b="b"/>
              <a:pathLst>
                <a:path w="160942" h="213483" extrusionOk="0">
                  <a:moveTo>
                    <a:pt x="0" y="1106"/>
                  </a:moveTo>
                  <a:lnTo>
                    <a:pt x="0" y="213483"/>
                  </a:lnTo>
                  <a:lnTo>
                    <a:pt x="160942" y="213483"/>
                  </a:lnTo>
                  <a:lnTo>
                    <a:pt x="160389" y="193572"/>
                  </a:lnTo>
                  <a:lnTo>
                    <a:pt x="409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</p:grp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5818300" y="526350"/>
            <a:ext cx="24045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rot="9921259" flipH="1">
            <a:off x="5489067" y="988999"/>
            <a:ext cx="6236341" cy="4758215"/>
          </a:xfrm>
          <a:custGeom>
            <a:avLst/>
            <a:gdLst/>
            <a:ahLst/>
            <a:cxnLst/>
            <a:rect l="l" t="t" r="r" b="b"/>
            <a:pathLst>
              <a:path w="44489" h="29163" extrusionOk="0">
                <a:moveTo>
                  <a:pt x="15430" y="0"/>
                </a:moveTo>
                <a:cubicBezTo>
                  <a:pt x="9906" y="0"/>
                  <a:pt x="4387" y="3454"/>
                  <a:pt x="1803" y="8453"/>
                </a:cubicBezTo>
                <a:cubicBezTo>
                  <a:pt x="645" y="10703"/>
                  <a:pt x="1" y="13358"/>
                  <a:pt x="798" y="15762"/>
                </a:cubicBezTo>
                <a:cubicBezTo>
                  <a:pt x="1891" y="19083"/>
                  <a:pt x="5431" y="21017"/>
                  <a:pt x="8883" y="21596"/>
                </a:cubicBezTo>
                <a:cubicBezTo>
                  <a:pt x="14914" y="22623"/>
                  <a:pt x="21294" y="20809"/>
                  <a:pt x="26724" y="24480"/>
                </a:cubicBezTo>
                <a:cubicBezTo>
                  <a:pt x="29916" y="26636"/>
                  <a:pt x="33253" y="29163"/>
                  <a:pt x="37049" y="29163"/>
                </a:cubicBezTo>
                <a:cubicBezTo>
                  <a:pt x="38256" y="29163"/>
                  <a:pt x="39509" y="28907"/>
                  <a:pt x="40818" y="28304"/>
                </a:cubicBezTo>
                <a:cubicBezTo>
                  <a:pt x="42796" y="27386"/>
                  <a:pt x="44391" y="25431"/>
                  <a:pt x="44434" y="23246"/>
                </a:cubicBezTo>
                <a:cubicBezTo>
                  <a:pt x="44489" y="21148"/>
                  <a:pt x="43167" y="19236"/>
                  <a:pt x="41561" y="17892"/>
                </a:cubicBezTo>
                <a:cubicBezTo>
                  <a:pt x="39955" y="16548"/>
                  <a:pt x="38032" y="15631"/>
                  <a:pt x="36306" y="14451"/>
                </a:cubicBezTo>
                <a:cubicBezTo>
                  <a:pt x="30155" y="10244"/>
                  <a:pt x="26211" y="2695"/>
                  <a:pt x="19076" y="532"/>
                </a:cubicBezTo>
                <a:cubicBezTo>
                  <a:pt x="17882" y="170"/>
                  <a:pt x="16656" y="0"/>
                  <a:pt x="154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1151825" y="1375200"/>
            <a:ext cx="4818000" cy="7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1151825" y="2141100"/>
            <a:ext cx="3837000" cy="24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2605" y="3651920"/>
            <a:ext cx="9140888" cy="1491551"/>
          </a:xfrm>
          <a:custGeom>
            <a:avLst/>
            <a:gdLst/>
            <a:ahLst/>
            <a:cxnLst/>
            <a:rect l="l" t="t" r="r" b="b"/>
            <a:pathLst>
              <a:path w="129856" h="25105" extrusionOk="0">
                <a:moveTo>
                  <a:pt x="174" y="1"/>
                </a:moveTo>
                <a:lnTo>
                  <a:pt x="1" y="25104"/>
                </a:lnTo>
                <a:lnTo>
                  <a:pt x="129856" y="25104"/>
                </a:lnTo>
                <a:lnTo>
                  <a:pt x="129856" y="3649"/>
                </a:lnTo>
                <a:cubicBezTo>
                  <a:pt x="112618" y="10125"/>
                  <a:pt x="94207" y="12447"/>
                  <a:pt x="76653" y="12447"/>
                </a:cubicBezTo>
                <a:cubicBezTo>
                  <a:pt x="43596" y="12447"/>
                  <a:pt x="13581" y="4215"/>
                  <a:pt x="1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/>
          <p:nvPr/>
        </p:nvSpPr>
        <p:spPr>
          <a:xfrm>
            <a:off x="2605" y="1644867"/>
            <a:ext cx="9141311" cy="1788494"/>
          </a:xfrm>
          <a:custGeom>
            <a:avLst/>
            <a:gdLst/>
            <a:ahLst/>
            <a:cxnLst/>
            <a:rect l="l" t="t" r="r" b="b"/>
            <a:pathLst>
              <a:path w="129862" h="30103" extrusionOk="0">
                <a:moveTo>
                  <a:pt x="129862" y="0"/>
                </a:moveTo>
                <a:lnTo>
                  <a:pt x="129857" y="2"/>
                </a:lnTo>
                <a:cubicBezTo>
                  <a:pt x="119952" y="447"/>
                  <a:pt x="111155" y="5362"/>
                  <a:pt x="101671" y="8633"/>
                </a:cubicBezTo>
                <a:cubicBezTo>
                  <a:pt x="94674" y="11046"/>
                  <a:pt x="87398" y="12578"/>
                  <a:pt x="80103" y="13847"/>
                </a:cubicBezTo>
                <a:cubicBezTo>
                  <a:pt x="73530" y="14992"/>
                  <a:pt x="66893" y="15931"/>
                  <a:pt x="60222" y="15931"/>
                </a:cubicBezTo>
                <a:cubicBezTo>
                  <a:pt x="60122" y="15931"/>
                  <a:pt x="60023" y="15931"/>
                  <a:pt x="59923" y="15931"/>
                </a:cubicBezTo>
                <a:cubicBezTo>
                  <a:pt x="53208" y="15900"/>
                  <a:pt x="46540" y="14905"/>
                  <a:pt x="39912" y="13834"/>
                </a:cubicBezTo>
                <a:cubicBezTo>
                  <a:pt x="26293" y="11638"/>
                  <a:pt x="12401" y="8981"/>
                  <a:pt x="174" y="2808"/>
                </a:cubicBezTo>
                <a:lnTo>
                  <a:pt x="1" y="14808"/>
                </a:lnTo>
                <a:cubicBezTo>
                  <a:pt x="11891" y="19268"/>
                  <a:pt x="44189" y="30103"/>
                  <a:pt x="73969" y="30103"/>
                </a:cubicBezTo>
                <a:cubicBezTo>
                  <a:pt x="74579" y="30103"/>
                  <a:pt x="75188" y="30098"/>
                  <a:pt x="75796" y="30089"/>
                </a:cubicBezTo>
                <a:cubicBezTo>
                  <a:pt x="103056" y="29672"/>
                  <a:pt x="121410" y="21708"/>
                  <a:pt x="129856" y="17112"/>
                </a:cubicBezTo>
                <a:lnTo>
                  <a:pt x="129856" y="15419"/>
                </a:lnTo>
                <a:lnTo>
                  <a:pt x="129857" y="13581"/>
                </a:lnTo>
                <a:lnTo>
                  <a:pt x="1298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2605" y="0"/>
            <a:ext cx="9140888" cy="1331137"/>
          </a:xfrm>
          <a:custGeom>
            <a:avLst/>
            <a:gdLst/>
            <a:ahLst/>
            <a:cxnLst/>
            <a:rect l="l" t="t" r="r" b="b"/>
            <a:pathLst>
              <a:path w="129856" h="22405" extrusionOk="0">
                <a:moveTo>
                  <a:pt x="1" y="0"/>
                </a:moveTo>
                <a:lnTo>
                  <a:pt x="1" y="8728"/>
                </a:lnTo>
                <a:cubicBezTo>
                  <a:pt x="7460" y="13310"/>
                  <a:pt x="25482" y="22404"/>
                  <a:pt x="55880" y="22404"/>
                </a:cubicBezTo>
                <a:cubicBezTo>
                  <a:pt x="59198" y="22404"/>
                  <a:pt x="62662" y="22296"/>
                  <a:pt x="66277" y="22062"/>
                </a:cubicBezTo>
                <a:cubicBezTo>
                  <a:pt x="104263" y="19597"/>
                  <a:pt x="123321" y="10900"/>
                  <a:pt x="129856" y="7241"/>
                </a:cubicBezTo>
                <a:lnTo>
                  <a:pt x="129856" y="21"/>
                </a:lnTo>
                <a:lnTo>
                  <a:pt x="1" y="0"/>
                </a:lnTo>
                <a:close/>
              </a:path>
            </a:pathLst>
          </a:custGeom>
          <a:solidFill>
            <a:srgbClr val="66D7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/>
          <p:nvPr/>
        </p:nvSpPr>
        <p:spPr>
          <a:xfrm rot="-9900002">
            <a:off x="1626883" y="134837"/>
            <a:ext cx="6186171" cy="4873814"/>
          </a:xfrm>
          <a:custGeom>
            <a:avLst/>
            <a:gdLst/>
            <a:ahLst/>
            <a:cxnLst/>
            <a:rect l="l" t="t" r="r" b="b"/>
            <a:pathLst>
              <a:path w="10238" h="8066" extrusionOk="0">
                <a:moveTo>
                  <a:pt x="5570" y="0"/>
                </a:moveTo>
                <a:cubicBezTo>
                  <a:pt x="4215" y="0"/>
                  <a:pt x="2810" y="534"/>
                  <a:pt x="1825" y="1409"/>
                </a:cubicBezTo>
                <a:cubicBezTo>
                  <a:pt x="568" y="2523"/>
                  <a:pt x="0" y="4184"/>
                  <a:pt x="1082" y="6030"/>
                </a:cubicBezTo>
                <a:cubicBezTo>
                  <a:pt x="1846" y="7319"/>
                  <a:pt x="3352" y="8066"/>
                  <a:pt x="4858" y="8066"/>
                </a:cubicBezTo>
                <a:cubicBezTo>
                  <a:pt x="5075" y="8066"/>
                  <a:pt x="5292" y="8050"/>
                  <a:pt x="5507" y="8018"/>
                </a:cubicBezTo>
                <a:cubicBezTo>
                  <a:pt x="7200" y="7767"/>
                  <a:pt x="8686" y="6609"/>
                  <a:pt x="9538" y="5123"/>
                </a:cubicBezTo>
                <a:cubicBezTo>
                  <a:pt x="9953" y="4402"/>
                  <a:pt x="10237" y="3550"/>
                  <a:pt x="10052" y="2741"/>
                </a:cubicBezTo>
                <a:cubicBezTo>
                  <a:pt x="9746" y="1430"/>
                  <a:pt x="8358" y="709"/>
                  <a:pt x="7091" y="250"/>
                </a:cubicBezTo>
                <a:cubicBezTo>
                  <a:pt x="6610" y="80"/>
                  <a:pt x="6094" y="0"/>
                  <a:pt x="55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180250" y="1350825"/>
            <a:ext cx="4783500" cy="17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2404798" y="3040750"/>
            <a:ext cx="43344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2603" y="2488699"/>
            <a:ext cx="9287081" cy="2515030"/>
          </a:xfrm>
          <a:custGeom>
            <a:avLst/>
            <a:gdLst/>
            <a:ahLst/>
            <a:cxnLst/>
            <a:rect l="l" t="t" r="r" b="b"/>
            <a:pathLst>
              <a:path w="129862" h="30103" extrusionOk="0">
                <a:moveTo>
                  <a:pt x="129862" y="0"/>
                </a:moveTo>
                <a:lnTo>
                  <a:pt x="129857" y="2"/>
                </a:lnTo>
                <a:cubicBezTo>
                  <a:pt x="119952" y="447"/>
                  <a:pt x="111155" y="5362"/>
                  <a:pt x="101671" y="8633"/>
                </a:cubicBezTo>
                <a:cubicBezTo>
                  <a:pt x="94674" y="11046"/>
                  <a:pt x="87398" y="12578"/>
                  <a:pt x="80103" y="13847"/>
                </a:cubicBezTo>
                <a:cubicBezTo>
                  <a:pt x="73530" y="14992"/>
                  <a:pt x="66893" y="15931"/>
                  <a:pt x="60222" y="15931"/>
                </a:cubicBezTo>
                <a:cubicBezTo>
                  <a:pt x="60122" y="15931"/>
                  <a:pt x="60023" y="15931"/>
                  <a:pt x="59923" y="15931"/>
                </a:cubicBezTo>
                <a:cubicBezTo>
                  <a:pt x="53208" y="15900"/>
                  <a:pt x="46540" y="14905"/>
                  <a:pt x="39912" y="13834"/>
                </a:cubicBezTo>
                <a:cubicBezTo>
                  <a:pt x="26293" y="11638"/>
                  <a:pt x="12401" y="8981"/>
                  <a:pt x="174" y="2808"/>
                </a:cubicBezTo>
                <a:lnTo>
                  <a:pt x="1" y="14808"/>
                </a:lnTo>
                <a:cubicBezTo>
                  <a:pt x="11891" y="19268"/>
                  <a:pt x="44189" y="30103"/>
                  <a:pt x="73969" y="30103"/>
                </a:cubicBezTo>
                <a:cubicBezTo>
                  <a:pt x="74579" y="30103"/>
                  <a:pt x="75188" y="30098"/>
                  <a:pt x="75796" y="30089"/>
                </a:cubicBezTo>
                <a:cubicBezTo>
                  <a:pt x="103056" y="29672"/>
                  <a:pt x="121410" y="21708"/>
                  <a:pt x="129856" y="17112"/>
                </a:cubicBezTo>
                <a:lnTo>
                  <a:pt x="129856" y="15419"/>
                </a:lnTo>
                <a:lnTo>
                  <a:pt x="129857" y="13581"/>
                </a:lnTo>
                <a:lnTo>
                  <a:pt x="1298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2605" y="3651920"/>
            <a:ext cx="9140888" cy="1491551"/>
          </a:xfrm>
          <a:custGeom>
            <a:avLst/>
            <a:gdLst/>
            <a:ahLst/>
            <a:cxnLst/>
            <a:rect l="l" t="t" r="r" b="b"/>
            <a:pathLst>
              <a:path w="129856" h="25105" extrusionOk="0">
                <a:moveTo>
                  <a:pt x="174" y="1"/>
                </a:moveTo>
                <a:lnTo>
                  <a:pt x="1" y="25104"/>
                </a:lnTo>
                <a:lnTo>
                  <a:pt x="129856" y="25104"/>
                </a:lnTo>
                <a:lnTo>
                  <a:pt x="129856" y="3649"/>
                </a:lnTo>
                <a:cubicBezTo>
                  <a:pt x="112618" y="10125"/>
                  <a:pt x="94207" y="12447"/>
                  <a:pt x="76653" y="12447"/>
                </a:cubicBezTo>
                <a:cubicBezTo>
                  <a:pt x="43596" y="12447"/>
                  <a:pt x="13581" y="4215"/>
                  <a:pt x="174" y="1"/>
                </a:cubicBezTo>
                <a:close/>
              </a:path>
            </a:pathLst>
          </a:custGeom>
          <a:solidFill>
            <a:srgbClr val="66D7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549400" y="198900"/>
            <a:ext cx="4045200" cy="87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2"/>
          </p:nvPr>
        </p:nvSpPr>
        <p:spPr>
          <a:xfrm>
            <a:off x="791400" y="1594445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 idx="3"/>
          </p:nvPr>
        </p:nvSpPr>
        <p:spPr>
          <a:xfrm>
            <a:off x="3655800" y="1594445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 idx="4"/>
          </p:nvPr>
        </p:nvSpPr>
        <p:spPr>
          <a:xfrm>
            <a:off x="6520200" y="1594445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 idx="5"/>
          </p:nvPr>
        </p:nvSpPr>
        <p:spPr>
          <a:xfrm>
            <a:off x="791400" y="3049846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 idx="6"/>
          </p:nvPr>
        </p:nvSpPr>
        <p:spPr>
          <a:xfrm>
            <a:off x="3655800" y="3049846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 idx="7"/>
          </p:nvPr>
        </p:nvSpPr>
        <p:spPr>
          <a:xfrm>
            <a:off x="6520200" y="3049846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>
            <a:off x="0" y="4474150"/>
            <a:ext cx="9144000" cy="152400"/>
            <a:chOff x="0" y="4474150"/>
            <a:chExt cx="9144000" cy="152400"/>
          </a:xfrm>
        </p:grpSpPr>
        <p:sp>
          <p:nvSpPr>
            <p:cNvPr id="80" name="Google Shape;80;p15"/>
            <p:cNvSpPr/>
            <p:nvPr/>
          </p:nvSpPr>
          <p:spPr>
            <a:xfrm>
              <a:off x="30735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5612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0490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5367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0245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22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89916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84793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9671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4548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426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643035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5918100" y="4474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ONE_COLUMN_TEXT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F4E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681850" y="1046700"/>
            <a:ext cx="37803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ONE_COLUMN_TEXT_1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F2A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2681850" y="1046700"/>
            <a:ext cx="37803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ONE_COLUMN_TEXT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A7E8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2681850" y="1046700"/>
            <a:ext cx="37803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">
  <p:cSld name="ONE_COLUMN_TEXT_1_3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1465604" y="3077575"/>
            <a:ext cx="248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subTitle" idx="1"/>
          </p:nvPr>
        </p:nvSpPr>
        <p:spPr>
          <a:xfrm>
            <a:off x="1465604" y="3746870"/>
            <a:ext cx="24852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title" idx="2"/>
          </p:nvPr>
        </p:nvSpPr>
        <p:spPr>
          <a:xfrm>
            <a:off x="5193196" y="3077575"/>
            <a:ext cx="248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subTitle" idx="3"/>
          </p:nvPr>
        </p:nvSpPr>
        <p:spPr>
          <a:xfrm>
            <a:off x="5193196" y="3746870"/>
            <a:ext cx="24852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A7E8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title" idx="4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">
  <p:cSld name="ONE_COLUMN_TEXT_1_1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969375" y="3456400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subTitle" idx="1"/>
          </p:nvPr>
        </p:nvSpPr>
        <p:spPr>
          <a:xfrm>
            <a:off x="969363" y="3834395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title" idx="2"/>
          </p:nvPr>
        </p:nvSpPr>
        <p:spPr>
          <a:xfrm>
            <a:off x="3508213" y="3456400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subTitle" idx="3"/>
          </p:nvPr>
        </p:nvSpPr>
        <p:spPr>
          <a:xfrm>
            <a:off x="3508200" y="3834395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title" idx="4"/>
          </p:nvPr>
        </p:nvSpPr>
        <p:spPr>
          <a:xfrm>
            <a:off x="6047050" y="3456400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ubTitle" idx="5"/>
          </p:nvPr>
        </p:nvSpPr>
        <p:spPr>
          <a:xfrm>
            <a:off x="6047038" y="3834395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title" idx="6"/>
          </p:nvPr>
        </p:nvSpPr>
        <p:spPr>
          <a:xfrm>
            <a:off x="969363" y="1791875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subTitle" idx="7"/>
          </p:nvPr>
        </p:nvSpPr>
        <p:spPr>
          <a:xfrm>
            <a:off x="969350" y="2169870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title" idx="8"/>
          </p:nvPr>
        </p:nvSpPr>
        <p:spPr>
          <a:xfrm>
            <a:off x="3508200" y="1791875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ubTitle" idx="9"/>
          </p:nvPr>
        </p:nvSpPr>
        <p:spPr>
          <a:xfrm>
            <a:off x="3508188" y="2169870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 idx="13"/>
          </p:nvPr>
        </p:nvSpPr>
        <p:spPr>
          <a:xfrm>
            <a:off x="6047038" y="1791875"/>
            <a:ext cx="2127600" cy="48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subTitle" idx="14"/>
          </p:nvPr>
        </p:nvSpPr>
        <p:spPr>
          <a:xfrm>
            <a:off x="6047026" y="2169870"/>
            <a:ext cx="21276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F2A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title" idx="15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">
  <p:cSld name="ONE_COLUMN_TEXT_1_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1674025" y="3427425"/>
            <a:ext cx="2538300" cy="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subTitle" idx="1"/>
          </p:nvPr>
        </p:nvSpPr>
        <p:spPr>
          <a:xfrm>
            <a:off x="1674025" y="3818173"/>
            <a:ext cx="25383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title" idx="2"/>
          </p:nvPr>
        </p:nvSpPr>
        <p:spPr>
          <a:xfrm>
            <a:off x="4931672" y="3427425"/>
            <a:ext cx="2538300" cy="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subTitle" idx="3"/>
          </p:nvPr>
        </p:nvSpPr>
        <p:spPr>
          <a:xfrm>
            <a:off x="4931669" y="3818173"/>
            <a:ext cx="25383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title" idx="4"/>
          </p:nvPr>
        </p:nvSpPr>
        <p:spPr>
          <a:xfrm>
            <a:off x="1674025" y="1612650"/>
            <a:ext cx="2538300" cy="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subTitle" idx="5"/>
          </p:nvPr>
        </p:nvSpPr>
        <p:spPr>
          <a:xfrm>
            <a:off x="1674025" y="2003398"/>
            <a:ext cx="25383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 idx="6"/>
          </p:nvPr>
        </p:nvSpPr>
        <p:spPr>
          <a:xfrm>
            <a:off x="4931672" y="1612650"/>
            <a:ext cx="2538300" cy="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subTitle" idx="7"/>
          </p:nvPr>
        </p:nvSpPr>
        <p:spPr>
          <a:xfrm>
            <a:off x="4931669" y="2003398"/>
            <a:ext cx="25383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rgbClr val="799C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 idx="8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9"/>
          <p:cNvSpPr/>
          <p:nvPr/>
        </p:nvSpPr>
        <p:spPr>
          <a:xfrm rot="-4217942">
            <a:off x="6523195" y="2729430"/>
            <a:ext cx="4682377" cy="2539135"/>
          </a:xfrm>
          <a:custGeom>
            <a:avLst/>
            <a:gdLst/>
            <a:ahLst/>
            <a:cxnLst/>
            <a:rect l="l" t="t" r="r" b="b"/>
            <a:pathLst>
              <a:path w="77386" h="35418" extrusionOk="0">
                <a:moveTo>
                  <a:pt x="9118" y="0"/>
                </a:moveTo>
                <a:cubicBezTo>
                  <a:pt x="8417" y="0"/>
                  <a:pt x="7719" y="80"/>
                  <a:pt x="7048" y="276"/>
                </a:cubicBezTo>
                <a:cubicBezTo>
                  <a:pt x="1" y="2341"/>
                  <a:pt x="3792" y="9901"/>
                  <a:pt x="6076" y="14064"/>
                </a:cubicBezTo>
                <a:cubicBezTo>
                  <a:pt x="7987" y="17527"/>
                  <a:pt x="10795" y="20412"/>
                  <a:pt x="13778" y="23012"/>
                </a:cubicBezTo>
                <a:cubicBezTo>
                  <a:pt x="17547" y="26290"/>
                  <a:pt x="21677" y="29174"/>
                  <a:pt x="26200" y="31261"/>
                </a:cubicBezTo>
                <a:cubicBezTo>
                  <a:pt x="32498" y="34160"/>
                  <a:pt x="39402" y="35417"/>
                  <a:pt x="46355" y="35417"/>
                </a:cubicBezTo>
                <a:cubicBezTo>
                  <a:pt x="50981" y="35417"/>
                  <a:pt x="55629" y="34861"/>
                  <a:pt x="60134" y="33861"/>
                </a:cubicBezTo>
                <a:cubicBezTo>
                  <a:pt x="65980" y="32561"/>
                  <a:pt x="72251" y="30059"/>
                  <a:pt x="74829" y="24651"/>
                </a:cubicBezTo>
                <a:cubicBezTo>
                  <a:pt x="77386" y="19297"/>
                  <a:pt x="74906" y="12119"/>
                  <a:pt x="69585" y="9486"/>
                </a:cubicBezTo>
                <a:cubicBezTo>
                  <a:pt x="67586" y="8492"/>
                  <a:pt x="65335" y="8099"/>
                  <a:pt x="63095" y="8055"/>
                </a:cubicBezTo>
                <a:cubicBezTo>
                  <a:pt x="62924" y="8051"/>
                  <a:pt x="62754" y="8050"/>
                  <a:pt x="62583" y="8050"/>
                </a:cubicBezTo>
                <a:cubicBezTo>
                  <a:pt x="57191" y="8050"/>
                  <a:pt x="51934" y="9844"/>
                  <a:pt x="46554" y="10459"/>
                </a:cubicBezTo>
                <a:cubicBezTo>
                  <a:pt x="45177" y="10614"/>
                  <a:pt x="43797" y="10691"/>
                  <a:pt x="42420" y="10691"/>
                </a:cubicBezTo>
                <a:cubicBezTo>
                  <a:pt x="37196" y="10691"/>
                  <a:pt x="32015" y="9583"/>
                  <a:pt x="27216" y="7421"/>
                </a:cubicBezTo>
                <a:cubicBezTo>
                  <a:pt x="21906" y="5018"/>
                  <a:pt x="17077" y="1325"/>
                  <a:pt x="11352" y="232"/>
                </a:cubicBezTo>
                <a:cubicBezTo>
                  <a:pt x="10620" y="92"/>
                  <a:pt x="9866" y="0"/>
                  <a:pt x="91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ONE_COLUMN_TEXT_1_4"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30"/>
          <p:cNvGrpSpPr/>
          <p:nvPr/>
        </p:nvGrpSpPr>
        <p:grpSpPr>
          <a:xfrm rot="10800000">
            <a:off x="-395560" y="904090"/>
            <a:ext cx="9901233" cy="4585782"/>
            <a:chOff x="-82587" y="-183300"/>
            <a:chExt cx="9309170" cy="3847455"/>
          </a:xfrm>
        </p:grpSpPr>
        <p:sp>
          <p:nvSpPr>
            <p:cNvPr id="196" name="Google Shape;196;p30"/>
            <p:cNvSpPr/>
            <p:nvPr/>
          </p:nvSpPr>
          <p:spPr>
            <a:xfrm>
              <a:off x="-82587" y="-183300"/>
              <a:ext cx="9309170" cy="3847455"/>
            </a:xfrm>
            <a:custGeom>
              <a:avLst/>
              <a:gdLst/>
              <a:ahLst/>
              <a:cxnLst/>
              <a:rect l="l" t="t" r="r" b="b"/>
              <a:pathLst>
                <a:path w="91041" h="34988" extrusionOk="0">
                  <a:moveTo>
                    <a:pt x="3749" y="1"/>
                  </a:moveTo>
                  <a:cubicBezTo>
                    <a:pt x="950" y="3293"/>
                    <a:pt x="0" y="7970"/>
                    <a:pt x="1196" y="12204"/>
                  </a:cubicBezTo>
                  <a:cubicBezTo>
                    <a:pt x="2958" y="18449"/>
                    <a:pt x="8626" y="22563"/>
                    <a:pt x="14685" y="24088"/>
                  </a:cubicBezTo>
                  <a:cubicBezTo>
                    <a:pt x="18326" y="25005"/>
                    <a:pt x="21842" y="25676"/>
                    <a:pt x="25203" y="27421"/>
                  </a:cubicBezTo>
                  <a:cubicBezTo>
                    <a:pt x="28708" y="29238"/>
                    <a:pt x="31955" y="31535"/>
                    <a:pt x="35576" y="33132"/>
                  </a:cubicBezTo>
                  <a:cubicBezTo>
                    <a:pt x="38351" y="34357"/>
                    <a:pt x="41323" y="34988"/>
                    <a:pt x="44289" y="34988"/>
                  </a:cubicBezTo>
                  <a:cubicBezTo>
                    <a:pt x="47525" y="34988"/>
                    <a:pt x="50753" y="34237"/>
                    <a:pt x="53709" y="32686"/>
                  </a:cubicBezTo>
                  <a:cubicBezTo>
                    <a:pt x="57838" y="30520"/>
                    <a:pt x="61160" y="27392"/>
                    <a:pt x="65751" y="26132"/>
                  </a:cubicBezTo>
                  <a:cubicBezTo>
                    <a:pt x="70582" y="24805"/>
                    <a:pt x="75725" y="24630"/>
                    <a:pt x="80262" y="22328"/>
                  </a:cubicBezTo>
                  <a:cubicBezTo>
                    <a:pt x="84265" y="20298"/>
                    <a:pt x="87732" y="16964"/>
                    <a:pt x="89395" y="12743"/>
                  </a:cubicBezTo>
                  <a:cubicBezTo>
                    <a:pt x="91040" y="8567"/>
                    <a:pt x="90720" y="3737"/>
                    <a:pt x="88355" y="16"/>
                  </a:cubicBezTo>
                  <a:lnTo>
                    <a:pt x="37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-10950" y="-15675"/>
              <a:ext cx="9154800" cy="69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922475" y="2848984"/>
            <a:ext cx="215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ubTitle" idx="1"/>
          </p:nvPr>
        </p:nvSpPr>
        <p:spPr>
          <a:xfrm>
            <a:off x="922475" y="3518275"/>
            <a:ext cx="21552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title" idx="2"/>
          </p:nvPr>
        </p:nvSpPr>
        <p:spPr>
          <a:xfrm>
            <a:off x="3494400" y="2848984"/>
            <a:ext cx="215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subTitle" idx="3"/>
          </p:nvPr>
        </p:nvSpPr>
        <p:spPr>
          <a:xfrm>
            <a:off x="3494400" y="3518275"/>
            <a:ext cx="21552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 idx="4"/>
          </p:nvPr>
        </p:nvSpPr>
        <p:spPr>
          <a:xfrm>
            <a:off x="6066325" y="2848984"/>
            <a:ext cx="2155200" cy="6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5"/>
          </p:nvPr>
        </p:nvSpPr>
        <p:spPr>
          <a:xfrm>
            <a:off x="6066325" y="3518275"/>
            <a:ext cx="21552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6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ONE_COLUMN_TEXT_1_1_1_1_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/>
          <p:nvPr/>
        </p:nvSpPr>
        <p:spPr>
          <a:xfrm>
            <a:off x="-55200" y="1050"/>
            <a:ext cx="9220500" cy="7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917725" y="1351125"/>
            <a:ext cx="39399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2605" y="3651920"/>
            <a:ext cx="9140888" cy="1491551"/>
          </a:xfrm>
          <a:custGeom>
            <a:avLst/>
            <a:gdLst/>
            <a:ahLst/>
            <a:cxnLst/>
            <a:rect l="l" t="t" r="r" b="b"/>
            <a:pathLst>
              <a:path w="129856" h="25105" extrusionOk="0">
                <a:moveTo>
                  <a:pt x="174" y="1"/>
                </a:moveTo>
                <a:lnTo>
                  <a:pt x="1" y="25104"/>
                </a:lnTo>
                <a:lnTo>
                  <a:pt x="129856" y="25104"/>
                </a:lnTo>
                <a:lnTo>
                  <a:pt x="129856" y="3649"/>
                </a:lnTo>
                <a:cubicBezTo>
                  <a:pt x="112618" y="10125"/>
                  <a:pt x="94207" y="12447"/>
                  <a:pt x="76653" y="12447"/>
                </a:cubicBezTo>
                <a:cubicBezTo>
                  <a:pt x="43596" y="12447"/>
                  <a:pt x="13581" y="4215"/>
                  <a:pt x="1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2605" y="1644867"/>
            <a:ext cx="9141311" cy="1788494"/>
          </a:xfrm>
          <a:custGeom>
            <a:avLst/>
            <a:gdLst/>
            <a:ahLst/>
            <a:cxnLst/>
            <a:rect l="l" t="t" r="r" b="b"/>
            <a:pathLst>
              <a:path w="129862" h="30103" extrusionOk="0">
                <a:moveTo>
                  <a:pt x="129862" y="0"/>
                </a:moveTo>
                <a:lnTo>
                  <a:pt x="129857" y="2"/>
                </a:lnTo>
                <a:cubicBezTo>
                  <a:pt x="119952" y="447"/>
                  <a:pt x="111155" y="5362"/>
                  <a:pt x="101671" y="8633"/>
                </a:cubicBezTo>
                <a:cubicBezTo>
                  <a:pt x="94674" y="11046"/>
                  <a:pt x="87398" y="12578"/>
                  <a:pt x="80103" y="13847"/>
                </a:cubicBezTo>
                <a:cubicBezTo>
                  <a:pt x="73530" y="14992"/>
                  <a:pt x="66893" y="15931"/>
                  <a:pt x="60222" y="15931"/>
                </a:cubicBezTo>
                <a:cubicBezTo>
                  <a:pt x="60122" y="15931"/>
                  <a:pt x="60023" y="15931"/>
                  <a:pt x="59923" y="15931"/>
                </a:cubicBezTo>
                <a:cubicBezTo>
                  <a:pt x="53208" y="15900"/>
                  <a:pt x="46540" y="14905"/>
                  <a:pt x="39912" y="13834"/>
                </a:cubicBezTo>
                <a:cubicBezTo>
                  <a:pt x="26293" y="11638"/>
                  <a:pt x="12401" y="8981"/>
                  <a:pt x="174" y="2808"/>
                </a:cubicBezTo>
                <a:lnTo>
                  <a:pt x="1" y="14808"/>
                </a:lnTo>
                <a:cubicBezTo>
                  <a:pt x="11891" y="19268"/>
                  <a:pt x="44189" y="30103"/>
                  <a:pt x="73969" y="30103"/>
                </a:cubicBezTo>
                <a:cubicBezTo>
                  <a:pt x="74579" y="30103"/>
                  <a:pt x="75188" y="30098"/>
                  <a:pt x="75796" y="30089"/>
                </a:cubicBezTo>
                <a:cubicBezTo>
                  <a:pt x="103056" y="29672"/>
                  <a:pt x="121410" y="21708"/>
                  <a:pt x="129856" y="17112"/>
                </a:cubicBezTo>
                <a:lnTo>
                  <a:pt x="129856" y="15419"/>
                </a:lnTo>
                <a:lnTo>
                  <a:pt x="129857" y="13581"/>
                </a:lnTo>
                <a:lnTo>
                  <a:pt x="1298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2605" y="0"/>
            <a:ext cx="9140888" cy="1331137"/>
          </a:xfrm>
          <a:custGeom>
            <a:avLst/>
            <a:gdLst/>
            <a:ahLst/>
            <a:cxnLst/>
            <a:rect l="l" t="t" r="r" b="b"/>
            <a:pathLst>
              <a:path w="129856" h="22405" extrusionOk="0">
                <a:moveTo>
                  <a:pt x="1" y="0"/>
                </a:moveTo>
                <a:lnTo>
                  <a:pt x="1" y="8728"/>
                </a:lnTo>
                <a:cubicBezTo>
                  <a:pt x="7460" y="13310"/>
                  <a:pt x="25482" y="22404"/>
                  <a:pt x="55880" y="22404"/>
                </a:cubicBezTo>
                <a:cubicBezTo>
                  <a:pt x="59198" y="22404"/>
                  <a:pt x="62662" y="22296"/>
                  <a:pt x="66277" y="22062"/>
                </a:cubicBezTo>
                <a:cubicBezTo>
                  <a:pt x="104263" y="19597"/>
                  <a:pt x="123321" y="10900"/>
                  <a:pt x="129856" y="7241"/>
                </a:cubicBezTo>
                <a:lnTo>
                  <a:pt x="129856" y="21"/>
                </a:lnTo>
                <a:lnTo>
                  <a:pt x="1" y="0"/>
                </a:lnTo>
                <a:close/>
              </a:path>
            </a:pathLst>
          </a:custGeom>
          <a:solidFill>
            <a:srgbClr val="66D7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24"/>
          <p:cNvGrpSpPr/>
          <p:nvPr/>
        </p:nvGrpSpPr>
        <p:grpSpPr>
          <a:xfrm rot="10800000">
            <a:off x="-81325" y="1480125"/>
            <a:ext cx="9309170" cy="3847455"/>
            <a:chOff x="-82587" y="-183300"/>
            <a:chExt cx="9309170" cy="3847455"/>
          </a:xfrm>
        </p:grpSpPr>
        <p:sp>
          <p:nvSpPr>
            <p:cNvPr id="127" name="Google Shape;127;p24"/>
            <p:cNvSpPr/>
            <p:nvPr/>
          </p:nvSpPr>
          <p:spPr>
            <a:xfrm>
              <a:off x="-82587" y="-183300"/>
              <a:ext cx="9309170" cy="3847455"/>
            </a:xfrm>
            <a:custGeom>
              <a:avLst/>
              <a:gdLst/>
              <a:ahLst/>
              <a:cxnLst/>
              <a:rect l="l" t="t" r="r" b="b"/>
              <a:pathLst>
                <a:path w="91041" h="34988" extrusionOk="0">
                  <a:moveTo>
                    <a:pt x="3749" y="1"/>
                  </a:moveTo>
                  <a:cubicBezTo>
                    <a:pt x="950" y="3293"/>
                    <a:pt x="0" y="7970"/>
                    <a:pt x="1196" y="12204"/>
                  </a:cubicBezTo>
                  <a:cubicBezTo>
                    <a:pt x="2958" y="18449"/>
                    <a:pt x="8626" y="22563"/>
                    <a:pt x="14685" y="24088"/>
                  </a:cubicBezTo>
                  <a:cubicBezTo>
                    <a:pt x="18326" y="25005"/>
                    <a:pt x="21842" y="25676"/>
                    <a:pt x="25203" y="27421"/>
                  </a:cubicBezTo>
                  <a:cubicBezTo>
                    <a:pt x="28708" y="29238"/>
                    <a:pt x="31955" y="31535"/>
                    <a:pt x="35576" y="33132"/>
                  </a:cubicBezTo>
                  <a:cubicBezTo>
                    <a:pt x="38351" y="34357"/>
                    <a:pt x="41323" y="34988"/>
                    <a:pt x="44289" y="34988"/>
                  </a:cubicBezTo>
                  <a:cubicBezTo>
                    <a:pt x="47525" y="34988"/>
                    <a:pt x="50753" y="34237"/>
                    <a:pt x="53709" y="32686"/>
                  </a:cubicBezTo>
                  <a:cubicBezTo>
                    <a:pt x="57838" y="30520"/>
                    <a:pt x="61160" y="27392"/>
                    <a:pt x="65751" y="26132"/>
                  </a:cubicBezTo>
                  <a:cubicBezTo>
                    <a:pt x="70582" y="24805"/>
                    <a:pt x="75725" y="24630"/>
                    <a:pt x="80262" y="22328"/>
                  </a:cubicBezTo>
                  <a:cubicBezTo>
                    <a:pt x="84265" y="20298"/>
                    <a:pt x="87732" y="16964"/>
                    <a:pt x="89395" y="12743"/>
                  </a:cubicBezTo>
                  <a:cubicBezTo>
                    <a:pt x="91040" y="8567"/>
                    <a:pt x="90720" y="3737"/>
                    <a:pt x="88355" y="16"/>
                  </a:cubicBezTo>
                  <a:lnTo>
                    <a:pt x="37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4"/>
            <p:cNvSpPr/>
            <p:nvPr/>
          </p:nvSpPr>
          <p:spPr>
            <a:xfrm>
              <a:off x="-10950" y="-15675"/>
              <a:ext cx="9154800" cy="69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24"/>
          <p:cNvSpPr txBox="1">
            <a:spLocks noGrp="1"/>
          </p:cNvSpPr>
          <p:nvPr>
            <p:ph type="ctrTitle"/>
          </p:nvPr>
        </p:nvSpPr>
        <p:spPr>
          <a:xfrm rot="-506">
            <a:off x="1517234" y="1295077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2346513" y="2421650"/>
            <a:ext cx="4453500" cy="19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30735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25612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20490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15367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10245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5122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89916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84793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79671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74548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69426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643035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5918100" y="447415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569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Design 6">
    <p:bg>
      <p:bgPr>
        <a:solidFill>
          <a:schemeClr val="accent5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5"/>
          <p:cNvGrpSpPr/>
          <p:nvPr/>
        </p:nvGrpSpPr>
        <p:grpSpPr>
          <a:xfrm>
            <a:off x="0" y="2393330"/>
            <a:ext cx="9191844" cy="2750179"/>
            <a:chOff x="238125" y="3030018"/>
            <a:chExt cx="7142625" cy="2137057"/>
          </a:xfrm>
        </p:grpSpPr>
        <p:sp>
          <p:nvSpPr>
            <p:cNvPr id="147" name="Google Shape;147;p25"/>
            <p:cNvSpPr/>
            <p:nvPr/>
          </p:nvSpPr>
          <p:spPr>
            <a:xfrm>
              <a:off x="238125" y="3722625"/>
              <a:ext cx="7142625" cy="1444450"/>
            </a:xfrm>
            <a:custGeom>
              <a:avLst/>
              <a:gdLst/>
              <a:ahLst/>
              <a:cxnLst/>
              <a:rect l="l" t="t" r="r" b="b"/>
              <a:pathLst>
                <a:path w="285705" h="57778" extrusionOk="0">
                  <a:moveTo>
                    <a:pt x="285704" y="57778"/>
                  </a:moveTo>
                  <a:lnTo>
                    <a:pt x="0" y="57778"/>
                  </a:lnTo>
                  <a:lnTo>
                    <a:pt x="0" y="2623"/>
                  </a:lnTo>
                  <a:cubicBezTo>
                    <a:pt x="26217" y="1"/>
                    <a:pt x="54247" y="1"/>
                    <a:pt x="71641" y="8320"/>
                  </a:cubicBezTo>
                  <a:cubicBezTo>
                    <a:pt x="111973" y="27629"/>
                    <a:pt x="165362" y="23949"/>
                    <a:pt x="218552" y="18504"/>
                  </a:cubicBezTo>
                  <a:cubicBezTo>
                    <a:pt x="237255" y="16588"/>
                    <a:pt x="261808" y="14824"/>
                    <a:pt x="285704" y="133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238125" y="3030018"/>
              <a:ext cx="7142625" cy="1470925"/>
            </a:xfrm>
            <a:custGeom>
              <a:avLst/>
              <a:gdLst/>
              <a:ahLst/>
              <a:cxnLst/>
              <a:rect l="l" t="t" r="r" b="b"/>
              <a:pathLst>
                <a:path w="285705" h="58837" extrusionOk="0">
                  <a:moveTo>
                    <a:pt x="0" y="58836"/>
                  </a:moveTo>
                  <a:lnTo>
                    <a:pt x="0" y="1"/>
                  </a:lnTo>
                  <a:cubicBezTo>
                    <a:pt x="5042" y="505"/>
                    <a:pt x="10386" y="1513"/>
                    <a:pt x="15981" y="3077"/>
                  </a:cubicBezTo>
                  <a:cubicBezTo>
                    <a:pt x="57675" y="14924"/>
                    <a:pt x="54549" y="23496"/>
                    <a:pt x="101235" y="25260"/>
                  </a:cubicBezTo>
                  <a:cubicBezTo>
                    <a:pt x="147919" y="27025"/>
                    <a:pt x="193141" y="9580"/>
                    <a:pt x="231507" y="8824"/>
                  </a:cubicBezTo>
                  <a:cubicBezTo>
                    <a:pt x="249506" y="8471"/>
                    <a:pt x="269521" y="11294"/>
                    <a:pt x="285704" y="14370"/>
                  </a:cubicBezTo>
                  <a:lnTo>
                    <a:pt x="285704" y="57978"/>
                  </a:lnTo>
                  <a:lnTo>
                    <a:pt x="195310" y="51979"/>
                  </a:lnTo>
                  <a:cubicBezTo>
                    <a:pt x="195310" y="51979"/>
                    <a:pt x="61255" y="56618"/>
                    <a:pt x="0" y="58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238125" y="4863275"/>
              <a:ext cx="7142625" cy="303800"/>
            </a:xfrm>
            <a:custGeom>
              <a:avLst/>
              <a:gdLst/>
              <a:ahLst/>
              <a:cxnLst/>
              <a:rect l="l" t="t" r="r" b="b"/>
              <a:pathLst>
                <a:path w="285705" h="12152" extrusionOk="0">
                  <a:moveTo>
                    <a:pt x="285704" y="12152"/>
                  </a:moveTo>
                  <a:lnTo>
                    <a:pt x="0" y="12152"/>
                  </a:lnTo>
                  <a:lnTo>
                    <a:pt x="0" y="4942"/>
                  </a:lnTo>
                  <a:lnTo>
                    <a:pt x="4488" y="3530"/>
                  </a:lnTo>
                  <a:lnTo>
                    <a:pt x="10940" y="9328"/>
                  </a:lnTo>
                  <a:lnTo>
                    <a:pt x="26267" y="2874"/>
                  </a:lnTo>
                  <a:cubicBezTo>
                    <a:pt x="26267" y="2874"/>
                    <a:pt x="40938" y="7866"/>
                    <a:pt x="40938" y="9984"/>
                  </a:cubicBezTo>
                  <a:cubicBezTo>
                    <a:pt x="40938" y="12152"/>
                    <a:pt x="52029" y="4438"/>
                    <a:pt x="52029" y="4438"/>
                  </a:cubicBezTo>
                  <a:lnTo>
                    <a:pt x="62163" y="8672"/>
                  </a:lnTo>
                  <a:lnTo>
                    <a:pt x="70834" y="3782"/>
                  </a:lnTo>
                  <a:lnTo>
                    <a:pt x="76278" y="9328"/>
                  </a:lnTo>
                  <a:lnTo>
                    <a:pt x="83640" y="5546"/>
                  </a:lnTo>
                  <a:lnTo>
                    <a:pt x="87824" y="8976"/>
                  </a:lnTo>
                  <a:lnTo>
                    <a:pt x="96747" y="4538"/>
                  </a:lnTo>
                  <a:lnTo>
                    <a:pt x="102293" y="9228"/>
                  </a:lnTo>
                  <a:lnTo>
                    <a:pt x="109856" y="3682"/>
                  </a:lnTo>
                  <a:lnTo>
                    <a:pt x="114847" y="8420"/>
                  </a:lnTo>
                  <a:lnTo>
                    <a:pt x="121098" y="3430"/>
                  </a:lnTo>
                  <a:lnTo>
                    <a:pt x="126190" y="7664"/>
                  </a:lnTo>
                  <a:lnTo>
                    <a:pt x="131988" y="4338"/>
                  </a:lnTo>
                  <a:lnTo>
                    <a:pt x="137433" y="8674"/>
                  </a:lnTo>
                  <a:lnTo>
                    <a:pt x="144743" y="4338"/>
                  </a:lnTo>
                  <a:lnTo>
                    <a:pt x="150187" y="8674"/>
                  </a:lnTo>
                  <a:lnTo>
                    <a:pt x="158305" y="4086"/>
                  </a:lnTo>
                  <a:lnTo>
                    <a:pt x="164002" y="9126"/>
                  </a:lnTo>
                  <a:lnTo>
                    <a:pt x="171312" y="3530"/>
                  </a:lnTo>
                  <a:lnTo>
                    <a:pt x="177008" y="8874"/>
                  </a:lnTo>
                  <a:lnTo>
                    <a:pt x="184975" y="2976"/>
                  </a:lnTo>
                  <a:lnTo>
                    <a:pt x="188453" y="7766"/>
                  </a:lnTo>
                  <a:lnTo>
                    <a:pt x="194201" y="3228"/>
                  </a:lnTo>
                  <a:lnTo>
                    <a:pt x="197579" y="7210"/>
                  </a:lnTo>
                  <a:lnTo>
                    <a:pt x="203326" y="2674"/>
                  </a:lnTo>
                  <a:lnTo>
                    <a:pt x="209326" y="7766"/>
                  </a:lnTo>
                  <a:lnTo>
                    <a:pt x="217996" y="2422"/>
                  </a:lnTo>
                  <a:lnTo>
                    <a:pt x="228685" y="8018"/>
                  </a:lnTo>
                  <a:lnTo>
                    <a:pt x="238011" y="1110"/>
                  </a:lnTo>
                  <a:lnTo>
                    <a:pt x="247136" y="6000"/>
                  </a:lnTo>
                  <a:lnTo>
                    <a:pt x="261808" y="1"/>
                  </a:lnTo>
                  <a:lnTo>
                    <a:pt x="267605" y="6000"/>
                  </a:lnTo>
                  <a:lnTo>
                    <a:pt x="275269" y="454"/>
                  </a:lnTo>
                  <a:cubicBezTo>
                    <a:pt x="275269" y="454"/>
                    <a:pt x="281773" y="4336"/>
                    <a:pt x="285704" y="62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25"/>
          <p:cNvSpPr/>
          <p:nvPr/>
        </p:nvSpPr>
        <p:spPr>
          <a:xfrm>
            <a:off x="1818688" y="215400"/>
            <a:ext cx="5506625" cy="4516000"/>
          </a:xfrm>
          <a:custGeom>
            <a:avLst/>
            <a:gdLst/>
            <a:ahLst/>
            <a:cxnLst/>
            <a:rect l="l" t="t" r="r" b="b"/>
            <a:pathLst>
              <a:path w="220265" h="180640" extrusionOk="0">
                <a:moveTo>
                  <a:pt x="156793" y="9075"/>
                </a:moveTo>
                <a:cubicBezTo>
                  <a:pt x="132795" y="11344"/>
                  <a:pt x="102242" y="16689"/>
                  <a:pt x="87774" y="16689"/>
                </a:cubicBezTo>
                <a:cubicBezTo>
                  <a:pt x="54752" y="16689"/>
                  <a:pt x="18300" y="0"/>
                  <a:pt x="11242" y="37006"/>
                </a:cubicBezTo>
                <a:cubicBezTo>
                  <a:pt x="9782" y="44720"/>
                  <a:pt x="15024" y="67305"/>
                  <a:pt x="15074" y="90900"/>
                </a:cubicBezTo>
                <a:cubicBezTo>
                  <a:pt x="15176" y="113687"/>
                  <a:pt x="1" y="166018"/>
                  <a:pt x="31509" y="172875"/>
                </a:cubicBezTo>
                <a:cubicBezTo>
                  <a:pt x="51474" y="177210"/>
                  <a:pt x="79707" y="172422"/>
                  <a:pt x="107083" y="171110"/>
                </a:cubicBezTo>
                <a:cubicBezTo>
                  <a:pt x="130577" y="170000"/>
                  <a:pt x="215829" y="180639"/>
                  <a:pt x="218753" y="144641"/>
                </a:cubicBezTo>
                <a:cubicBezTo>
                  <a:pt x="219710" y="133096"/>
                  <a:pt x="215980" y="109351"/>
                  <a:pt x="215980" y="83186"/>
                </a:cubicBezTo>
                <a:cubicBezTo>
                  <a:pt x="215980" y="70329"/>
                  <a:pt x="220265" y="49962"/>
                  <a:pt x="219862" y="43710"/>
                </a:cubicBezTo>
                <a:cubicBezTo>
                  <a:pt x="217997" y="13965"/>
                  <a:pt x="180740" y="6856"/>
                  <a:pt x="156793" y="907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35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ndrina Solid"/>
              <a:buNone/>
              <a:defRPr sz="2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1" r:id="rId8"/>
    <p:sldLayoutId id="2147483664" r:id="rId9"/>
    <p:sldLayoutId id="2147483666" r:id="rId10"/>
    <p:sldLayoutId id="2147483668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80" r:id="rId17"/>
    <p:sldLayoutId id="2147483681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slide" Target="slide22.xml"/><Relationship Id="rId5" Type="http://schemas.openxmlformats.org/officeDocument/2006/relationships/slide" Target="slide16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3" Type="http://schemas.openxmlformats.org/officeDocument/2006/relationships/audio" Target="../media/audio1.wav"/><Relationship Id="rId7" Type="http://schemas.microsoft.com/office/2007/relationships/hdphoto" Target="../media/hdphoto1.wdp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11" Type="http://schemas.microsoft.com/office/2007/relationships/hdphoto" Target="../media/hdphoto3.wdp"/><Relationship Id="rId5" Type="http://schemas.openxmlformats.org/officeDocument/2006/relationships/image" Target="../media/image1.png"/><Relationship Id="rId10" Type="http://schemas.openxmlformats.org/officeDocument/2006/relationships/image" Target="../media/image4.png"/><Relationship Id="rId4" Type="http://schemas.openxmlformats.org/officeDocument/2006/relationships/audio" Target="../media/audio2.wav"/><Relationship Id="rId9" Type="http://schemas.microsoft.com/office/2007/relationships/hdphoto" Target="../media/hdphoto2.wdp"/><Relationship Id="rId1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8.png"/><Relationship Id="rId12" Type="http://schemas.microsoft.com/office/2007/relationships/hdphoto" Target="../media/hdphoto8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microsoft.com/office/2007/relationships/hdphoto" Target="../media/hdphoto5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microsoft.com/office/2007/relationships/hdphoto" Target="../media/hdphoto4.wdp"/><Relationship Id="rId10" Type="http://schemas.microsoft.com/office/2007/relationships/hdphoto" Target="../media/hdphoto7.wdp"/><Relationship Id="rId4" Type="http://schemas.openxmlformats.org/officeDocument/2006/relationships/audio" Target="../media/audio2.wav"/><Relationship Id="rId9" Type="http://schemas.openxmlformats.org/officeDocument/2006/relationships/image" Target="../media/image9.png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microsoft.com/office/2007/relationships/hdphoto" Target="../media/hdphoto9.wdp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microsoft.com/office/2007/relationships/hdphoto" Target="../media/hdphoto11.wdp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audio" Target="../media/audio2.wav"/><Relationship Id="rId9" Type="http://schemas.microsoft.com/office/2007/relationships/hdphoto" Target="../media/hdphoto10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13" Type="http://schemas.openxmlformats.org/officeDocument/2006/relationships/image" Target="../media/image21.png"/><Relationship Id="rId3" Type="http://schemas.openxmlformats.org/officeDocument/2006/relationships/audio" Target="../media/audio1.wav"/><Relationship Id="rId7" Type="http://schemas.openxmlformats.org/officeDocument/2006/relationships/image" Target="../media/image18.png"/><Relationship Id="rId12" Type="http://schemas.microsoft.com/office/2007/relationships/hdphoto" Target="../media/hdphoto15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2.wdp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16.png"/><Relationship Id="rId10" Type="http://schemas.microsoft.com/office/2007/relationships/hdphoto" Target="../media/hdphoto14.wdp"/><Relationship Id="rId4" Type="http://schemas.openxmlformats.org/officeDocument/2006/relationships/audio" Target="../media/audio2.wav"/><Relationship Id="rId9" Type="http://schemas.openxmlformats.org/officeDocument/2006/relationships/image" Target="../media/image19.png"/><Relationship Id="rId14" Type="http://schemas.microsoft.com/office/2007/relationships/hdphoto" Target="../media/hdphoto16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20.wdp"/><Relationship Id="rId3" Type="http://schemas.openxmlformats.org/officeDocument/2006/relationships/audio" Target="../media/audio1.wav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7.wdp"/><Relationship Id="rId11" Type="http://schemas.microsoft.com/office/2007/relationships/hdphoto" Target="../media/hdphoto19.wdp"/><Relationship Id="rId5" Type="http://schemas.openxmlformats.org/officeDocument/2006/relationships/image" Target="../media/image22.png"/><Relationship Id="rId15" Type="http://schemas.microsoft.com/office/2007/relationships/hdphoto" Target="../media/hdphoto16.wdp"/><Relationship Id="rId10" Type="http://schemas.openxmlformats.org/officeDocument/2006/relationships/image" Target="../media/image25.png"/><Relationship Id="rId4" Type="http://schemas.openxmlformats.org/officeDocument/2006/relationships/audio" Target="../media/audio2.wav"/><Relationship Id="rId9" Type="http://schemas.microsoft.com/office/2007/relationships/hdphoto" Target="../media/hdphoto18.wdp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2.wdp"/><Relationship Id="rId13" Type="http://schemas.microsoft.com/office/2007/relationships/hdphoto" Target="../media/hdphoto24.wdp"/><Relationship Id="rId3" Type="http://schemas.openxmlformats.org/officeDocument/2006/relationships/audio" Target="../media/audio1.wav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1.wdp"/><Relationship Id="rId11" Type="http://schemas.microsoft.com/office/2007/relationships/hdphoto" Target="../media/hdphoto23.wdp"/><Relationship Id="rId5" Type="http://schemas.openxmlformats.org/officeDocument/2006/relationships/image" Target="../media/image27.png"/><Relationship Id="rId15" Type="http://schemas.microsoft.com/office/2007/relationships/hdphoto" Target="../media/hdphoto20.wdp"/><Relationship Id="rId10" Type="http://schemas.openxmlformats.org/officeDocument/2006/relationships/image" Target="../media/image30.png"/><Relationship Id="rId4" Type="http://schemas.openxmlformats.org/officeDocument/2006/relationships/audio" Target="../media/audio2.wav"/><Relationship Id="rId9" Type="http://schemas.openxmlformats.org/officeDocument/2006/relationships/image" Target="../media/image29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audio" Target="../media/audio1.wav"/><Relationship Id="rId7" Type="http://schemas.microsoft.com/office/2007/relationships/hdphoto" Target="../media/hdphoto24.wdp"/><Relationship Id="rId12" Type="http://schemas.microsoft.com/office/2007/relationships/hdphoto" Target="../media/hdphoto26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audio" Target="../media/audio2.wav"/><Relationship Id="rId9" Type="http://schemas.microsoft.com/office/2007/relationships/hdphoto" Target="../media/hdphoto25.wdp"/><Relationship Id="rId14" Type="http://schemas.microsoft.com/office/2007/relationships/hdphoto" Target="../media/hdphoto27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7.wdp"/><Relationship Id="rId13" Type="http://schemas.openxmlformats.org/officeDocument/2006/relationships/image" Target="../media/image40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12" Type="http://schemas.microsoft.com/office/2007/relationships/hdphoto" Target="../media/hdphoto30.wdp"/><Relationship Id="rId2" Type="http://schemas.openxmlformats.org/officeDocument/2006/relationships/notesSlide" Target="../notesSlides/notesSlide10.xml"/><Relationship Id="rId16" Type="http://schemas.microsoft.com/office/2007/relationships/hdphoto" Target="../media/hdphoto32.wdp"/><Relationship Id="rId1" Type="http://schemas.openxmlformats.org/officeDocument/2006/relationships/slideLayout" Target="../slideLayouts/slideLayout9.xml"/><Relationship Id="rId6" Type="http://schemas.microsoft.com/office/2007/relationships/hdphoto" Target="../media/hdphoto28.wdp"/><Relationship Id="rId11" Type="http://schemas.openxmlformats.org/officeDocument/2006/relationships/image" Target="../media/image39.png"/><Relationship Id="rId5" Type="http://schemas.openxmlformats.org/officeDocument/2006/relationships/image" Target="../media/image37.png"/><Relationship Id="rId15" Type="http://schemas.openxmlformats.org/officeDocument/2006/relationships/image" Target="../media/image41.png"/><Relationship Id="rId10" Type="http://schemas.microsoft.com/office/2007/relationships/hdphoto" Target="../media/hdphoto29.wdp"/><Relationship Id="rId4" Type="http://schemas.openxmlformats.org/officeDocument/2006/relationships/audio" Target="../media/audio2.wav"/><Relationship Id="rId9" Type="http://schemas.openxmlformats.org/officeDocument/2006/relationships/image" Target="../media/image38.png"/><Relationship Id="rId14" Type="http://schemas.microsoft.com/office/2007/relationships/hdphoto" Target="../media/hdphoto31.wdp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3.wdp"/><Relationship Id="rId13" Type="http://schemas.microsoft.com/office/2007/relationships/hdphoto" Target="../media/hdphoto35.wdp"/><Relationship Id="rId3" Type="http://schemas.openxmlformats.org/officeDocument/2006/relationships/audio" Target="../media/audio1.wav"/><Relationship Id="rId7" Type="http://schemas.openxmlformats.org/officeDocument/2006/relationships/image" Target="../media/image42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32.wdp"/><Relationship Id="rId11" Type="http://schemas.microsoft.com/office/2007/relationships/hdphoto" Target="../media/hdphoto34.wdp"/><Relationship Id="rId5" Type="http://schemas.openxmlformats.org/officeDocument/2006/relationships/image" Target="../media/image41.png"/><Relationship Id="rId15" Type="http://schemas.microsoft.com/office/2007/relationships/hdphoto" Target="../media/hdphoto36.wdp"/><Relationship Id="rId10" Type="http://schemas.openxmlformats.org/officeDocument/2006/relationships/image" Target="../media/image44.png"/><Relationship Id="rId4" Type="http://schemas.openxmlformats.org/officeDocument/2006/relationships/audio" Target="../media/audio2.wav"/><Relationship Id="rId9" Type="http://schemas.openxmlformats.org/officeDocument/2006/relationships/image" Target="../media/image43.png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7.wdp"/><Relationship Id="rId13" Type="http://schemas.microsoft.com/office/2007/relationships/hdphoto" Target="../media/hdphoto39.wdp"/><Relationship Id="rId3" Type="http://schemas.openxmlformats.org/officeDocument/2006/relationships/audio" Target="../media/audio1.wav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6" Type="http://schemas.microsoft.com/office/2007/relationships/hdphoto" Target="../media/hdphoto40.wdp"/><Relationship Id="rId1" Type="http://schemas.openxmlformats.org/officeDocument/2006/relationships/slideLayout" Target="../slideLayouts/slideLayout9.xml"/><Relationship Id="rId6" Type="http://schemas.microsoft.com/office/2007/relationships/hdphoto" Target="../media/hdphoto36.wdp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51.png"/><Relationship Id="rId10" Type="http://schemas.microsoft.com/office/2007/relationships/hdphoto" Target="../media/hdphoto38.wdp"/><Relationship Id="rId4" Type="http://schemas.openxmlformats.org/officeDocument/2006/relationships/audio" Target="../media/audio2.wav"/><Relationship Id="rId9" Type="http://schemas.openxmlformats.org/officeDocument/2006/relationships/image" Target="../media/image48.png"/><Relationship Id="rId1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42.wdp"/><Relationship Id="rId13" Type="http://schemas.openxmlformats.org/officeDocument/2006/relationships/image" Target="../media/image56.png"/><Relationship Id="rId18" Type="http://schemas.microsoft.com/office/2007/relationships/hdphoto" Target="../media/hdphoto47.wdp"/><Relationship Id="rId3" Type="http://schemas.openxmlformats.org/officeDocument/2006/relationships/audio" Target="../media/audio2.wav"/><Relationship Id="rId7" Type="http://schemas.openxmlformats.org/officeDocument/2006/relationships/image" Target="../media/image53.png"/><Relationship Id="rId12" Type="http://schemas.microsoft.com/office/2007/relationships/hdphoto" Target="../media/hdphoto44.wdp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6" Type="http://schemas.microsoft.com/office/2007/relationships/hdphoto" Target="../media/hdphoto46.wdp"/><Relationship Id="rId1" Type="http://schemas.openxmlformats.org/officeDocument/2006/relationships/slideLayout" Target="../slideLayouts/slideLayout11.xml"/><Relationship Id="rId6" Type="http://schemas.microsoft.com/office/2007/relationships/hdphoto" Target="../media/hdphoto41.wdp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microsoft.com/office/2007/relationships/hdphoto" Target="../media/hdphoto43.wdp"/><Relationship Id="rId4" Type="http://schemas.openxmlformats.org/officeDocument/2006/relationships/audio" Target="../media/audio3.wav"/><Relationship Id="rId9" Type="http://schemas.openxmlformats.org/officeDocument/2006/relationships/image" Target="../media/image54.png"/><Relationship Id="rId14" Type="http://schemas.microsoft.com/office/2007/relationships/hdphoto" Target="../media/hdphoto45.wdp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49.wdp"/><Relationship Id="rId13" Type="http://schemas.microsoft.com/office/2007/relationships/hdphoto" Target="../media/hdphoto51.wdp"/><Relationship Id="rId3" Type="http://schemas.openxmlformats.org/officeDocument/2006/relationships/audio" Target="../media/audio2.wav"/><Relationship Id="rId7" Type="http://schemas.openxmlformats.org/officeDocument/2006/relationships/image" Target="../media/image60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48.wdp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microsoft.com/office/2007/relationships/hdphoto" Target="../media/hdphoto52.wdp"/><Relationship Id="rId10" Type="http://schemas.microsoft.com/office/2007/relationships/hdphoto" Target="../media/hdphoto50.wdp"/><Relationship Id="rId4" Type="http://schemas.openxmlformats.org/officeDocument/2006/relationships/audio" Target="../media/audio3.wav"/><Relationship Id="rId9" Type="http://schemas.openxmlformats.org/officeDocument/2006/relationships/image" Target="../media/image61.png"/><Relationship Id="rId1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54.wdp"/><Relationship Id="rId13" Type="http://schemas.openxmlformats.org/officeDocument/2006/relationships/image" Target="../media/image70.png"/><Relationship Id="rId3" Type="http://schemas.openxmlformats.org/officeDocument/2006/relationships/audio" Target="../media/audio2.wav"/><Relationship Id="rId7" Type="http://schemas.openxmlformats.org/officeDocument/2006/relationships/image" Target="../media/image67.png"/><Relationship Id="rId12" Type="http://schemas.microsoft.com/office/2007/relationships/hdphoto" Target="../media/hdphoto56.wdp"/><Relationship Id="rId17" Type="http://schemas.openxmlformats.org/officeDocument/2006/relationships/slide" Target="slide2.xml"/><Relationship Id="rId2" Type="http://schemas.openxmlformats.org/officeDocument/2006/relationships/notesSlide" Target="../notesSlides/notesSlide15.xml"/><Relationship Id="rId16" Type="http://schemas.microsoft.com/office/2007/relationships/hdphoto" Target="../media/hdphoto58.wdp"/><Relationship Id="rId1" Type="http://schemas.openxmlformats.org/officeDocument/2006/relationships/slideLayout" Target="../slideLayouts/slideLayout11.xml"/><Relationship Id="rId6" Type="http://schemas.microsoft.com/office/2007/relationships/hdphoto" Target="../media/hdphoto53.wdp"/><Relationship Id="rId11" Type="http://schemas.openxmlformats.org/officeDocument/2006/relationships/image" Target="../media/image69.png"/><Relationship Id="rId5" Type="http://schemas.openxmlformats.org/officeDocument/2006/relationships/image" Target="../media/image66.png"/><Relationship Id="rId15" Type="http://schemas.openxmlformats.org/officeDocument/2006/relationships/image" Target="../media/image71.png"/><Relationship Id="rId10" Type="http://schemas.microsoft.com/office/2007/relationships/hdphoto" Target="../media/hdphoto55.wdp"/><Relationship Id="rId4" Type="http://schemas.openxmlformats.org/officeDocument/2006/relationships/audio" Target="../media/audio3.wav"/><Relationship Id="rId9" Type="http://schemas.openxmlformats.org/officeDocument/2006/relationships/image" Target="../media/image68.png"/><Relationship Id="rId14" Type="http://schemas.microsoft.com/office/2007/relationships/hdphoto" Target="../media/hdphoto57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3.jpeg"/><Relationship Id="rId4" Type="http://schemas.microsoft.com/office/2007/relationships/hdphoto" Target="../media/hdphoto59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audio" Target="../media/audio3.wav"/><Relationship Id="rId7" Type="http://schemas.openxmlformats.org/officeDocument/2006/relationships/image" Target="../media/image77.gif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jpeg"/><Relationship Id="rId9" Type="http://schemas.microsoft.com/office/2007/relationships/hdphoto" Target="../media/hdphoto60.wdp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62.wdp"/><Relationship Id="rId3" Type="http://schemas.openxmlformats.org/officeDocument/2006/relationships/audio" Target="../media/audio3.wav"/><Relationship Id="rId7" Type="http://schemas.openxmlformats.org/officeDocument/2006/relationships/image" Target="../media/image81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0.xml"/><Relationship Id="rId6" Type="http://schemas.microsoft.com/office/2007/relationships/hdphoto" Target="../media/hdphoto61.wdp"/><Relationship Id="rId5" Type="http://schemas.openxmlformats.org/officeDocument/2006/relationships/image" Target="../media/image80.png"/><Relationship Id="rId10" Type="http://schemas.microsoft.com/office/2007/relationships/hdphoto" Target="../media/hdphoto63.wdp"/><Relationship Id="rId4" Type="http://schemas.openxmlformats.org/officeDocument/2006/relationships/image" Target="../media/image79.jpeg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64.wdp"/><Relationship Id="rId3" Type="http://schemas.openxmlformats.org/officeDocument/2006/relationships/audio" Target="../media/audio3.wav"/><Relationship Id="rId7" Type="http://schemas.openxmlformats.org/officeDocument/2006/relationships/image" Target="../media/image84.png"/><Relationship Id="rId12" Type="http://schemas.microsoft.com/office/2007/relationships/hdphoto" Target="../media/hdphoto66.wdp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0.xml"/><Relationship Id="rId6" Type="http://schemas.microsoft.com/office/2007/relationships/hdphoto" Target="../media/hdphoto63.wdp"/><Relationship Id="rId11" Type="http://schemas.openxmlformats.org/officeDocument/2006/relationships/image" Target="../media/image86.png"/><Relationship Id="rId5" Type="http://schemas.openxmlformats.org/officeDocument/2006/relationships/image" Target="../media/image82.png"/><Relationship Id="rId10" Type="http://schemas.microsoft.com/office/2007/relationships/hdphoto" Target="../media/hdphoto65.wdp"/><Relationship Id="rId4" Type="http://schemas.openxmlformats.org/officeDocument/2006/relationships/image" Target="../media/image83.jpe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67.wdp"/><Relationship Id="rId3" Type="http://schemas.openxmlformats.org/officeDocument/2006/relationships/audio" Target="../media/audio4.wav"/><Relationship Id="rId7" Type="http://schemas.openxmlformats.org/officeDocument/2006/relationships/image" Target="../media/image88.png"/><Relationship Id="rId12" Type="http://schemas.microsoft.com/office/2007/relationships/hdphoto" Target="../media/hdphoto69.wdp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0.xml"/><Relationship Id="rId6" Type="http://schemas.microsoft.com/office/2007/relationships/hdphoto" Target="../media/hdphoto66.wdp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0" Type="http://schemas.microsoft.com/office/2007/relationships/hdphoto" Target="../media/hdphoto68.wdp"/><Relationship Id="rId4" Type="http://schemas.openxmlformats.org/officeDocument/2006/relationships/image" Target="../media/image87.jpe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microsoft.com/office/2007/relationships/hdphoto" Target="../media/hdphoto72.wdp"/><Relationship Id="rId3" Type="http://schemas.openxmlformats.org/officeDocument/2006/relationships/audio" Target="../media/audio4.wav"/><Relationship Id="rId7" Type="http://schemas.microsoft.com/office/2007/relationships/hdphoto" Target="../media/hdphoto70.wdp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2.png"/><Relationship Id="rId11" Type="http://schemas.microsoft.com/office/2007/relationships/hdphoto" Target="../media/hdphoto71.wdp"/><Relationship Id="rId5" Type="http://schemas.openxmlformats.org/officeDocument/2006/relationships/image" Target="../media/image91.jpeg"/><Relationship Id="rId10" Type="http://schemas.openxmlformats.org/officeDocument/2006/relationships/image" Target="../media/image93.png"/><Relationship Id="rId4" Type="http://schemas.openxmlformats.org/officeDocument/2006/relationships/audio" Target="../media/audio3.wav"/><Relationship Id="rId9" Type="http://schemas.microsoft.com/office/2007/relationships/hdphoto" Target="../media/hdphoto69.wdp"/><Relationship Id="rId1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>
            <a:spLocks noGrp="1"/>
          </p:cNvSpPr>
          <p:nvPr>
            <p:ph type="ctrTitle"/>
          </p:nvPr>
        </p:nvSpPr>
        <p:spPr>
          <a:xfrm>
            <a:off x="1517313" y="1101225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#</a:t>
            </a:r>
            <a:r>
              <a:rPr lang="es-CL" dirty="0">
                <a:solidFill>
                  <a:schemeClr val="accent1"/>
                </a:solidFill>
              </a:rPr>
              <a:t>JUEGA</a:t>
            </a:r>
            <a:r>
              <a:rPr lang="es-CL" dirty="0">
                <a:solidFill>
                  <a:schemeClr val="accent5"/>
                </a:solidFill>
              </a:rPr>
              <a:t>Y</a:t>
            </a:r>
            <a:r>
              <a:rPr lang="es-CL" dirty="0">
                <a:solidFill>
                  <a:schemeClr val="accent2"/>
                </a:solidFill>
              </a:rPr>
              <a:t>APRENDE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19" name="Google Shape;219;p34">
            <a:hlinkClick r:id="rId3" action="ppaction://hlinksldjump"/>
          </p:cNvPr>
          <p:cNvSpPr/>
          <p:nvPr/>
        </p:nvSpPr>
        <p:spPr>
          <a:xfrm>
            <a:off x="3573900" y="3596375"/>
            <a:ext cx="1996200" cy="616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38100" dir="768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4">
            <a:hlinkClick r:id="rId3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3678000" y="3720125"/>
            <a:ext cx="1788000" cy="3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hlink"/>
                </a:solidFill>
                <a:uFill>
                  <a:noFill/>
                </a:uFill>
                <a:hlinkClick r:id="rId3" action="ppaction://hlinksldjump"/>
              </a:rPr>
              <a:t>VAMOS</a:t>
            </a:r>
            <a:r>
              <a:rPr lang="en" dirty="0">
                <a:solidFill>
                  <a:schemeClr val="hlink"/>
                </a:solidFill>
                <a:uFill>
                  <a:noFill/>
                </a:uFill>
                <a:latin typeface="Londrina Solid"/>
                <a:ea typeface="Londrina Solid"/>
                <a:cs typeface="Londrina Solid"/>
                <a:sym typeface="Londrina Solid"/>
                <a:hlinkClick r:id="rId3" action="ppaction://hlinksldjump"/>
              </a:rPr>
              <a:t>!</a:t>
            </a:r>
            <a:endParaRPr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21" name="Google Shape;221;p34"/>
          <p:cNvSpPr txBox="1">
            <a:spLocks noGrp="1"/>
          </p:cNvSpPr>
          <p:nvPr>
            <p:ph type="ctrTitle"/>
          </p:nvPr>
        </p:nvSpPr>
        <p:spPr>
          <a:xfrm>
            <a:off x="1428322" y="2195864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Londrina Solid"/>
                <a:ea typeface="Londrina Solid"/>
                <a:cs typeface="Londrina Solid"/>
                <a:sym typeface="Londrina Solid"/>
              </a:rPr>
              <a:t>CATEGOR</a:t>
            </a:r>
            <a:r>
              <a:rPr lang="es-CL" sz="5400" dirty="0">
                <a:latin typeface="Londrina Solid"/>
                <a:ea typeface="Londrina Solid"/>
                <a:cs typeface="Londrina Solid"/>
                <a:sym typeface="Londrina Solid"/>
              </a:rPr>
              <a:t>ÍAS Y CLASIFICACIÓN</a:t>
            </a:r>
            <a:endParaRPr sz="5400"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222" name="Google Shape;222;p34"/>
          <p:cNvGrpSpPr/>
          <p:nvPr/>
        </p:nvGrpSpPr>
        <p:grpSpPr>
          <a:xfrm>
            <a:off x="-118550" y="100667"/>
            <a:ext cx="3272383" cy="2652418"/>
            <a:chOff x="-118550" y="100667"/>
            <a:chExt cx="3272383" cy="2652418"/>
          </a:xfrm>
        </p:grpSpPr>
        <p:sp>
          <p:nvSpPr>
            <p:cNvPr id="223" name="Google Shape;223;p34"/>
            <p:cNvSpPr/>
            <p:nvPr/>
          </p:nvSpPr>
          <p:spPr>
            <a:xfrm>
              <a:off x="-118550" y="776250"/>
              <a:ext cx="2024198" cy="1976836"/>
            </a:xfrm>
            <a:custGeom>
              <a:avLst/>
              <a:gdLst/>
              <a:ahLst/>
              <a:cxnLst/>
              <a:rect l="l" t="t" r="r" b="b"/>
              <a:pathLst>
                <a:path w="75319" h="76208" extrusionOk="0">
                  <a:moveTo>
                    <a:pt x="66654" y="0"/>
                  </a:moveTo>
                  <a:lnTo>
                    <a:pt x="0" y="11109"/>
                  </a:lnTo>
                  <a:lnTo>
                    <a:pt x="2221" y="76208"/>
                  </a:lnTo>
                  <a:lnTo>
                    <a:pt x="75319" y="11109"/>
                  </a:lnTo>
                  <a:close/>
                </a:path>
              </a:pathLst>
            </a:custGeom>
            <a:solidFill>
              <a:srgbClr val="799CF2"/>
            </a:solidFill>
            <a:ln>
              <a:noFill/>
            </a:ln>
          </p:spPr>
        </p:sp>
        <p:grpSp>
          <p:nvGrpSpPr>
            <p:cNvPr id="224" name="Google Shape;224;p34"/>
            <p:cNvGrpSpPr/>
            <p:nvPr/>
          </p:nvGrpSpPr>
          <p:grpSpPr>
            <a:xfrm>
              <a:off x="1157615" y="100667"/>
              <a:ext cx="1996218" cy="1466487"/>
              <a:chOff x="3675275" y="1724425"/>
              <a:chExt cx="736150" cy="540800"/>
            </a:xfrm>
          </p:grpSpPr>
          <p:sp>
            <p:nvSpPr>
              <p:cNvPr id="225" name="Google Shape;225;p34"/>
              <p:cNvSpPr/>
              <p:nvPr/>
            </p:nvSpPr>
            <p:spPr>
              <a:xfrm>
                <a:off x="3870125" y="2099125"/>
                <a:ext cx="233250" cy="166100"/>
              </a:xfrm>
              <a:custGeom>
                <a:avLst/>
                <a:gdLst/>
                <a:ahLst/>
                <a:cxnLst/>
                <a:rect l="l" t="t" r="r" b="b"/>
                <a:pathLst>
                  <a:path w="9330" h="6644" extrusionOk="0">
                    <a:moveTo>
                      <a:pt x="9329" y="0"/>
                    </a:moveTo>
                    <a:lnTo>
                      <a:pt x="5899" y="1201"/>
                    </a:lnTo>
                    <a:cubicBezTo>
                      <a:pt x="5899" y="4918"/>
                      <a:pt x="182" y="5433"/>
                      <a:pt x="61" y="6062"/>
                    </a:cubicBezTo>
                    <a:cubicBezTo>
                      <a:pt x="0" y="6382"/>
                      <a:pt x="758" y="6643"/>
                      <a:pt x="1902" y="6643"/>
                    </a:cubicBezTo>
                    <a:cubicBezTo>
                      <a:pt x="3005" y="6643"/>
                      <a:pt x="4467" y="6400"/>
                      <a:pt x="5899" y="5734"/>
                    </a:cubicBezTo>
                    <a:cubicBezTo>
                      <a:pt x="8816" y="4378"/>
                      <a:pt x="9329" y="0"/>
                      <a:pt x="93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4"/>
              <p:cNvSpPr/>
              <p:nvPr/>
            </p:nvSpPr>
            <p:spPr>
              <a:xfrm>
                <a:off x="3675275" y="1818400"/>
                <a:ext cx="281550" cy="111900"/>
              </a:xfrm>
              <a:custGeom>
                <a:avLst/>
                <a:gdLst/>
                <a:ahLst/>
                <a:cxnLst/>
                <a:rect l="l" t="t" r="r" b="b"/>
                <a:pathLst>
                  <a:path w="11262" h="4476" extrusionOk="0">
                    <a:moveTo>
                      <a:pt x="6498" y="1"/>
                    </a:moveTo>
                    <a:cubicBezTo>
                      <a:pt x="5898" y="1"/>
                      <a:pt x="5291" y="100"/>
                      <a:pt x="4708" y="346"/>
                    </a:cubicBezTo>
                    <a:cubicBezTo>
                      <a:pt x="1745" y="1598"/>
                      <a:pt x="1" y="4121"/>
                      <a:pt x="549" y="4456"/>
                    </a:cubicBezTo>
                    <a:cubicBezTo>
                      <a:pt x="572" y="4469"/>
                      <a:pt x="601" y="4476"/>
                      <a:pt x="636" y="4476"/>
                    </a:cubicBezTo>
                    <a:cubicBezTo>
                      <a:pt x="1238" y="4476"/>
                      <a:pt x="3598" y="2549"/>
                      <a:pt x="5855" y="2549"/>
                    </a:cubicBezTo>
                    <a:cubicBezTo>
                      <a:pt x="6631" y="2549"/>
                      <a:pt x="7394" y="2777"/>
                      <a:pt x="8069" y="3388"/>
                    </a:cubicBezTo>
                    <a:lnTo>
                      <a:pt x="11262" y="1650"/>
                    </a:lnTo>
                    <a:cubicBezTo>
                      <a:pt x="11262" y="1650"/>
                      <a:pt x="8945" y="1"/>
                      <a:pt x="64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4"/>
              <p:cNvSpPr/>
              <p:nvPr/>
            </p:nvSpPr>
            <p:spPr>
              <a:xfrm>
                <a:off x="3832700" y="1724425"/>
                <a:ext cx="578725" cy="434375"/>
              </a:xfrm>
              <a:custGeom>
                <a:avLst/>
                <a:gdLst/>
                <a:ahLst/>
                <a:cxnLst/>
                <a:rect l="l" t="t" r="r" b="b"/>
                <a:pathLst>
                  <a:path w="23149" h="17375" extrusionOk="0">
                    <a:moveTo>
                      <a:pt x="17097" y="1"/>
                    </a:moveTo>
                    <a:cubicBezTo>
                      <a:pt x="15720" y="1"/>
                      <a:pt x="14220" y="83"/>
                      <a:pt x="12726" y="312"/>
                    </a:cubicBezTo>
                    <a:cubicBezTo>
                      <a:pt x="10912" y="590"/>
                      <a:pt x="9110" y="1089"/>
                      <a:pt x="7543" y="1919"/>
                    </a:cubicBezTo>
                    <a:cubicBezTo>
                      <a:pt x="4569" y="3498"/>
                      <a:pt x="2693" y="5385"/>
                      <a:pt x="1558" y="6894"/>
                    </a:cubicBezTo>
                    <a:cubicBezTo>
                      <a:pt x="384" y="8452"/>
                      <a:pt x="0" y="9608"/>
                      <a:pt x="0" y="9608"/>
                    </a:cubicBezTo>
                    <a:lnTo>
                      <a:pt x="3884" y="17374"/>
                    </a:lnTo>
                    <a:cubicBezTo>
                      <a:pt x="3884" y="17374"/>
                      <a:pt x="5094" y="17206"/>
                      <a:pt x="6860" y="16810"/>
                    </a:cubicBezTo>
                    <a:cubicBezTo>
                      <a:pt x="9341" y="16248"/>
                      <a:pt x="12916" y="15234"/>
                      <a:pt x="15755" y="13600"/>
                    </a:cubicBezTo>
                    <a:cubicBezTo>
                      <a:pt x="17162" y="12788"/>
                      <a:pt x="18311" y="11702"/>
                      <a:pt x="19243" y="10501"/>
                    </a:cubicBezTo>
                    <a:cubicBezTo>
                      <a:pt x="22557" y="6232"/>
                      <a:pt x="23149" y="497"/>
                      <a:pt x="23149" y="497"/>
                    </a:cubicBezTo>
                    <a:cubicBezTo>
                      <a:pt x="23149" y="497"/>
                      <a:pt x="20494" y="1"/>
                      <a:pt x="170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4"/>
              <p:cNvSpPr/>
              <p:nvPr/>
            </p:nvSpPr>
            <p:spPr>
              <a:xfrm>
                <a:off x="4019625" y="1833975"/>
                <a:ext cx="204875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7468" extrusionOk="0">
                    <a:moveTo>
                      <a:pt x="4098" y="0"/>
                    </a:moveTo>
                    <a:cubicBezTo>
                      <a:pt x="3142" y="0"/>
                      <a:pt x="2187" y="365"/>
                      <a:pt x="1457" y="1094"/>
                    </a:cubicBezTo>
                    <a:cubicBezTo>
                      <a:pt x="0" y="2552"/>
                      <a:pt x="0" y="4916"/>
                      <a:pt x="1457" y="6373"/>
                    </a:cubicBezTo>
                    <a:cubicBezTo>
                      <a:pt x="2187" y="7103"/>
                      <a:pt x="3142" y="7467"/>
                      <a:pt x="4098" y="7467"/>
                    </a:cubicBezTo>
                    <a:cubicBezTo>
                      <a:pt x="5053" y="7467"/>
                      <a:pt x="6009" y="7103"/>
                      <a:pt x="6738" y="6373"/>
                    </a:cubicBezTo>
                    <a:cubicBezTo>
                      <a:pt x="8195" y="4916"/>
                      <a:pt x="8195" y="2552"/>
                      <a:pt x="6738" y="1094"/>
                    </a:cubicBezTo>
                    <a:cubicBezTo>
                      <a:pt x="6009" y="365"/>
                      <a:pt x="5053" y="0"/>
                      <a:pt x="40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4"/>
              <p:cNvSpPr/>
              <p:nvPr/>
            </p:nvSpPr>
            <p:spPr>
              <a:xfrm>
                <a:off x="4060400" y="1869975"/>
                <a:ext cx="121275" cy="119275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771" extrusionOk="0">
                    <a:moveTo>
                      <a:pt x="2467" y="1"/>
                    </a:moveTo>
                    <a:cubicBezTo>
                      <a:pt x="2339" y="1"/>
                      <a:pt x="2212" y="11"/>
                      <a:pt x="2087" y="32"/>
                    </a:cubicBezTo>
                    <a:cubicBezTo>
                      <a:pt x="868" y="228"/>
                      <a:pt x="1" y="1322"/>
                      <a:pt x="88" y="2554"/>
                    </a:cubicBezTo>
                    <a:cubicBezTo>
                      <a:pt x="176" y="3785"/>
                      <a:pt x="1187" y="4745"/>
                      <a:pt x="2421" y="4769"/>
                    </a:cubicBezTo>
                    <a:cubicBezTo>
                      <a:pt x="2436" y="4771"/>
                      <a:pt x="2452" y="4771"/>
                      <a:pt x="2467" y="4771"/>
                    </a:cubicBezTo>
                    <a:cubicBezTo>
                      <a:pt x="3784" y="4771"/>
                      <a:pt x="4851" y="3704"/>
                      <a:pt x="4851" y="2386"/>
                    </a:cubicBezTo>
                    <a:cubicBezTo>
                      <a:pt x="4851" y="1069"/>
                      <a:pt x="3784" y="1"/>
                      <a:pt x="24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4"/>
              <p:cNvSpPr/>
              <p:nvPr/>
            </p:nvSpPr>
            <p:spPr>
              <a:xfrm>
                <a:off x="4150850" y="1724425"/>
                <a:ext cx="260575" cy="262550"/>
              </a:xfrm>
              <a:custGeom>
                <a:avLst/>
                <a:gdLst/>
                <a:ahLst/>
                <a:cxnLst/>
                <a:rect l="l" t="t" r="r" b="b"/>
                <a:pathLst>
                  <a:path w="10423" h="10502" extrusionOk="0">
                    <a:moveTo>
                      <a:pt x="4371" y="1"/>
                    </a:moveTo>
                    <a:cubicBezTo>
                      <a:pt x="2994" y="1"/>
                      <a:pt x="1494" y="83"/>
                      <a:pt x="0" y="312"/>
                    </a:cubicBezTo>
                    <a:cubicBezTo>
                      <a:pt x="1558" y="1527"/>
                      <a:pt x="5037" y="4779"/>
                      <a:pt x="6517" y="10501"/>
                    </a:cubicBezTo>
                    <a:cubicBezTo>
                      <a:pt x="9831" y="6232"/>
                      <a:pt x="10423" y="497"/>
                      <a:pt x="10423" y="497"/>
                    </a:cubicBezTo>
                    <a:cubicBezTo>
                      <a:pt x="10423" y="497"/>
                      <a:pt x="7768" y="1"/>
                      <a:pt x="4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4"/>
              <p:cNvSpPr/>
              <p:nvPr/>
            </p:nvSpPr>
            <p:spPr>
              <a:xfrm>
                <a:off x="3832700" y="1896775"/>
                <a:ext cx="171525" cy="261975"/>
              </a:xfrm>
              <a:custGeom>
                <a:avLst/>
                <a:gdLst/>
                <a:ahLst/>
                <a:cxnLst/>
                <a:rect l="l" t="t" r="r" b="b"/>
                <a:pathLst>
                  <a:path w="6861" h="10479" extrusionOk="0">
                    <a:moveTo>
                      <a:pt x="1558" y="0"/>
                    </a:moveTo>
                    <a:cubicBezTo>
                      <a:pt x="384" y="1558"/>
                      <a:pt x="0" y="2714"/>
                      <a:pt x="0" y="2714"/>
                    </a:cubicBezTo>
                    <a:lnTo>
                      <a:pt x="3884" y="10479"/>
                    </a:lnTo>
                    <a:cubicBezTo>
                      <a:pt x="3884" y="10479"/>
                      <a:pt x="5094" y="10312"/>
                      <a:pt x="6860" y="9914"/>
                    </a:cubicBezTo>
                    <a:lnTo>
                      <a:pt x="155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4"/>
              <p:cNvSpPr/>
              <p:nvPr/>
            </p:nvSpPr>
            <p:spPr>
              <a:xfrm>
                <a:off x="3805050" y="1982100"/>
                <a:ext cx="199875" cy="116800"/>
              </a:xfrm>
              <a:custGeom>
                <a:avLst/>
                <a:gdLst/>
                <a:ahLst/>
                <a:cxnLst/>
                <a:rect l="l" t="t" r="r" b="b"/>
                <a:pathLst>
                  <a:path w="7995" h="4672" extrusionOk="0">
                    <a:moveTo>
                      <a:pt x="7439" y="0"/>
                    </a:moveTo>
                    <a:cubicBezTo>
                      <a:pt x="6151" y="0"/>
                      <a:pt x="2762" y="2156"/>
                      <a:pt x="277" y="4052"/>
                    </a:cubicBezTo>
                    <a:cubicBezTo>
                      <a:pt x="1" y="4261"/>
                      <a:pt x="176" y="4672"/>
                      <a:pt x="479" y="4672"/>
                    </a:cubicBezTo>
                    <a:cubicBezTo>
                      <a:pt x="516" y="4672"/>
                      <a:pt x="555" y="4666"/>
                      <a:pt x="595" y="4653"/>
                    </a:cubicBezTo>
                    <a:cubicBezTo>
                      <a:pt x="3206" y="3784"/>
                      <a:pt x="7837" y="2041"/>
                      <a:pt x="7962" y="555"/>
                    </a:cubicBezTo>
                    <a:cubicBezTo>
                      <a:pt x="7994" y="168"/>
                      <a:pt x="7799" y="0"/>
                      <a:pt x="74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4"/>
              <p:cNvSpPr/>
              <p:nvPr/>
            </p:nvSpPr>
            <p:spPr>
              <a:xfrm>
                <a:off x="4082475" y="1869975"/>
                <a:ext cx="69100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764" h="4770" extrusionOk="0">
                    <a:moveTo>
                      <a:pt x="1584" y="1"/>
                    </a:moveTo>
                    <a:cubicBezTo>
                      <a:pt x="1457" y="1"/>
                      <a:pt x="1329" y="11"/>
                      <a:pt x="1204" y="32"/>
                    </a:cubicBezTo>
                    <a:lnTo>
                      <a:pt x="0" y="4172"/>
                    </a:lnTo>
                    <a:cubicBezTo>
                      <a:pt x="425" y="4548"/>
                      <a:pt x="971" y="4760"/>
                      <a:pt x="1538" y="4769"/>
                    </a:cubicBezTo>
                    <a:lnTo>
                      <a:pt x="2764" y="314"/>
                    </a:lnTo>
                    <a:cubicBezTo>
                      <a:pt x="2404" y="109"/>
                      <a:pt x="1998" y="1"/>
                      <a:pt x="1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34"/>
          <p:cNvGrpSpPr/>
          <p:nvPr/>
        </p:nvGrpSpPr>
        <p:grpSpPr>
          <a:xfrm rot="953377">
            <a:off x="6524766" y="149598"/>
            <a:ext cx="2190592" cy="3991238"/>
            <a:chOff x="2366550" y="238100"/>
            <a:chExt cx="2875125" cy="5238450"/>
          </a:xfrm>
        </p:grpSpPr>
        <p:sp>
          <p:nvSpPr>
            <p:cNvPr id="235" name="Google Shape;235;p34"/>
            <p:cNvSpPr/>
            <p:nvPr/>
          </p:nvSpPr>
          <p:spPr>
            <a:xfrm>
              <a:off x="3269450" y="1884925"/>
              <a:ext cx="578075" cy="1577350"/>
            </a:xfrm>
            <a:custGeom>
              <a:avLst/>
              <a:gdLst/>
              <a:ahLst/>
              <a:cxnLst/>
              <a:rect l="l" t="t" r="r" b="b"/>
              <a:pathLst>
                <a:path w="23123" h="63094" fill="none" extrusionOk="0">
                  <a:moveTo>
                    <a:pt x="1" y="0"/>
                  </a:moveTo>
                  <a:cubicBezTo>
                    <a:pt x="2546" y="3153"/>
                    <a:pt x="4803" y="8509"/>
                    <a:pt x="5463" y="12508"/>
                  </a:cubicBezTo>
                  <a:cubicBezTo>
                    <a:pt x="6990" y="21755"/>
                    <a:pt x="8485" y="29277"/>
                    <a:pt x="10526" y="38424"/>
                  </a:cubicBezTo>
                  <a:cubicBezTo>
                    <a:pt x="12569" y="47571"/>
                    <a:pt x="16301" y="56664"/>
                    <a:pt x="23122" y="63093"/>
                  </a:cubicBezTo>
                </a:path>
              </a:pathLst>
            </a:custGeom>
            <a:noFill/>
            <a:ln w="10425" cap="flat" cmpd="sng">
              <a:solidFill>
                <a:srgbClr val="434343"/>
              </a:solidFill>
              <a:prstDash val="solid"/>
              <a:miter lim="107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4"/>
            <p:cNvSpPr/>
            <p:nvPr/>
          </p:nvSpPr>
          <p:spPr>
            <a:xfrm>
              <a:off x="2366550" y="550050"/>
              <a:ext cx="1293100" cy="1470850"/>
            </a:xfrm>
            <a:custGeom>
              <a:avLst/>
              <a:gdLst/>
              <a:ahLst/>
              <a:cxnLst/>
              <a:rect l="l" t="t" r="r" b="b"/>
              <a:pathLst>
                <a:path w="51724" h="58834" extrusionOk="0">
                  <a:moveTo>
                    <a:pt x="23828" y="0"/>
                  </a:moveTo>
                  <a:cubicBezTo>
                    <a:pt x="22780" y="0"/>
                    <a:pt x="21740" y="59"/>
                    <a:pt x="20724" y="172"/>
                  </a:cubicBezTo>
                  <a:cubicBezTo>
                    <a:pt x="14908" y="818"/>
                    <a:pt x="9376" y="4617"/>
                    <a:pt x="5753" y="9213"/>
                  </a:cubicBezTo>
                  <a:cubicBezTo>
                    <a:pt x="1551" y="14542"/>
                    <a:pt x="1" y="21700"/>
                    <a:pt x="892" y="28429"/>
                  </a:cubicBezTo>
                  <a:cubicBezTo>
                    <a:pt x="1782" y="35156"/>
                    <a:pt x="4970" y="41452"/>
                    <a:pt x="9296" y="46682"/>
                  </a:cubicBezTo>
                  <a:cubicBezTo>
                    <a:pt x="12324" y="50342"/>
                    <a:pt x="15998" y="53584"/>
                    <a:pt x="20385" y="55407"/>
                  </a:cubicBezTo>
                  <a:cubicBezTo>
                    <a:pt x="22794" y="56409"/>
                    <a:pt x="25405" y="56873"/>
                    <a:pt x="28019" y="56873"/>
                  </a:cubicBezTo>
                  <a:cubicBezTo>
                    <a:pt x="30530" y="56873"/>
                    <a:pt x="33045" y="56445"/>
                    <a:pt x="35388" y="55653"/>
                  </a:cubicBezTo>
                  <a:lnTo>
                    <a:pt x="35388" y="55653"/>
                  </a:lnTo>
                  <a:cubicBezTo>
                    <a:pt x="35187" y="56185"/>
                    <a:pt x="34985" y="56732"/>
                    <a:pt x="34990" y="57300"/>
                  </a:cubicBezTo>
                  <a:cubicBezTo>
                    <a:pt x="34996" y="57867"/>
                    <a:pt x="35256" y="58470"/>
                    <a:pt x="35768" y="58718"/>
                  </a:cubicBezTo>
                  <a:cubicBezTo>
                    <a:pt x="35931" y="58798"/>
                    <a:pt x="36107" y="58834"/>
                    <a:pt x="36283" y="58834"/>
                  </a:cubicBezTo>
                  <a:cubicBezTo>
                    <a:pt x="36762" y="58834"/>
                    <a:pt x="37253" y="58571"/>
                    <a:pt x="37573" y="58196"/>
                  </a:cubicBezTo>
                  <a:cubicBezTo>
                    <a:pt x="38011" y="57683"/>
                    <a:pt x="38201" y="57010"/>
                    <a:pt x="38379" y="56360"/>
                  </a:cubicBezTo>
                  <a:cubicBezTo>
                    <a:pt x="38789" y="56835"/>
                    <a:pt x="39415" y="57119"/>
                    <a:pt x="40038" y="57119"/>
                  </a:cubicBezTo>
                  <a:cubicBezTo>
                    <a:pt x="40233" y="57119"/>
                    <a:pt x="40427" y="57091"/>
                    <a:pt x="40614" y="57033"/>
                  </a:cubicBezTo>
                  <a:cubicBezTo>
                    <a:pt x="41399" y="56787"/>
                    <a:pt x="41992" y="55987"/>
                    <a:pt x="41941" y="55165"/>
                  </a:cubicBezTo>
                  <a:cubicBezTo>
                    <a:pt x="41897" y="54448"/>
                    <a:pt x="40906" y="53371"/>
                    <a:pt x="40066" y="53371"/>
                  </a:cubicBezTo>
                  <a:cubicBezTo>
                    <a:pt x="39947" y="53371"/>
                    <a:pt x="39830" y="53393"/>
                    <a:pt x="39720" y="53440"/>
                  </a:cubicBezTo>
                  <a:cubicBezTo>
                    <a:pt x="42109" y="52404"/>
                    <a:pt x="45115" y="50634"/>
                    <a:pt x="46449" y="48363"/>
                  </a:cubicBezTo>
                  <a:cubicBezTo>
                    <a:pt x="50453" y="41551"/>
                    <a:pt x="51724" y="33276"/>
                    <a:pt x="50322" y="25529"/>
                  </a:cubicBezTo>
                  <a:cubicBezTo>
                    <a:pt x="48770" y="16948"/>
                    <a:pt x="44317" y="9738"/>
                    <a:pt x="37680" y="4350"/>
                  </a:cubicBezTo>
                  <a:cubicBezTo>
                    <a:pt x="33930" y="1307"/>
                    <a:pt x="28781" y="0"/>
                    <a:pt x="23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4"/>
            <p:cNvSpPr/>
            <p:nvPr/>
          </p:nvSpPr>
          <p:spPr>
            <a:xfrm>
              <a:off x="2979425" y="632175"/>
              <a:ext cx="389525" cy="305550"/>
            </a:xfrm>
            <a:custGeom>
              <a:avLst/>
              <a:gdLst/>
              <a:ahLst/>
              <a:cxnLst/>
              <a:rect l="l" t="t" r="r" b="b"/>
              <a:pathLst>
                <a:path w="15581" h="12222" extrusionOk="0">
                  <a:moveTo>
                    <a:pt x="2533" y="0"/>
                  </a:moveTo>
                  <a:cubicBezTo>
                    <a:pt x="2382" y="0"/>
                    <a:pt x="2247" y="21"/>
                    <a:pt x="2133" y="67"/>
                  </a:cubicBezTo>
                  <a:cubicBezTo>
                    <a:pt x="0" y="931"/>
                    <a:pt x="2235" y="2706"/>
                    <a:pt x="3379" y="3309"/>
                  </a:cubicBezTo>
                  <a:cubicBezTo>
                    <a:pt x="7167" y="5304"/>
                    <a:pt x="11238" y="7364"/>
                    <a:pt x="13389" y="11065"/>
                  </a:cubicBezTo>
                  <a:cubicBezTo>
                    <a:pt x="13581" y="11395"/>
                    <a:pt x="13763" y="11745"/>
                    <a:pt x="14062" y="11985"/>
                  </a:cubicBezTo>
                  <a:cubicBezTo>
                    <a:pt x="14242" y="12129"/>
                    <a:pt x="14479" y="12221"/>
                    <a:pt x="14706" y="12221"/>
                  </a:cubicBezTo>
                  <a:cubicBezTo>
                    <a:pt x="14855" y="12221"/>
                    <a:pt x="14999" y="12182"/>
                    <a:pt x="15121" y="12093"/>
                  </a:cubicBezTo>
                  <a:cubicBezTo>
                    <a:pt x="15580" y="11753"/>
                    <a:pt x="15401" y="11035"/>
                    <a:pt x="15154" y="10519"/>
                  </a:cubicBezTo>
                  <a:cubicBezTo>
                    <a:pt x="13481" y="7022"/>
                    <a:pt x="10706" y="4082"/>
                    <a:pt x="7361" y="2134"/>
                  </a:cubicBezTo>
                  <a:cubicBezTo>
                    <a:pt x="6509" y="1637"/>
                    <a:pt x="3871" y="0"/>
                    <a:pt x="2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3389875" y="1048250"/>
              <a:ext cx="103225" cy="164700"/>
            </a:xfrm>
            <a:custGeom>
              <a:avLst/>
              <a:gdLst/>
              <a:ahLst/>
              <a:cxnLst/>
              <a:rect l="l" t="t" r="r" b="b"/>
              <a:pathLst>
                <a:path w="4129" h="6588" extrusionOk="0">
                  <a:moveTo>
                    <a:pt x="1316" y="1"/>
                  </a:moveTo>
                  <a:cubicBezTo>
                    <a:pt x="1184" y="1"/>
                    <a:pt x="1049" y="41"/>
                    <a:pt x="911" y="132"/>
                  </a:cubicBezTo>
                  <a:cubicBezTo>
                    <a:pt x="0" y="734"/>
                    <a:pt x="1714" y="4941"/>
                    <a:pt x="1935" y="5790"/>
                  </a:cubicBezTo>
                  <a:cubicBezTo>
                    <a:pt x="2026" y="6144"/>
                    <a:pt x="2204" y="6572"/>
                    <a:pt x="2570" y="6587"/>
                  </a:cubicBezTo>
                  <a:cubicBezTo>
                    <a:pt x="2576" y="6588"/>
                    <a:pt x="2583" y="6588"/>
                    <a:pt x="2589" y="6588"/>
                  </a:cubicBezTo>
                  <a:cubicBezTo>
                    <a:pt x="2732" y="6588"/>
                    <a:pt x="2867" y="6519"/>
                    <a:pt x="2985" y="6436"/>
                  </a:cubicBezTo>
                  <a:cubicBezTo>
                    <a:pt x="4128" y="5633"/>
                    <a:pt x="3860" y="3869"/>
                    <a:pt x="3292" y="2592"/>
                  </a:cubicBezTo>
                  <a:cubicBezTo>
                    <a:pt x="3057" y="2060"/>
                    <a:pt x="2262" y="1"/>
                    <a:pt x="1316" y="1"/>
                  </a:cubicBezTo>
                  <a:close/>
                </a:path>
              </a:pathLst>
            </a:custGeom>
            <a:solidFill>
              <a:srgbClr val="F9A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640375" y="1859350"/>
              <a:ext cx="207150" cy="1627750"/>
            </a:xfrm>
            <a:custGeom>
              <a:avLst/>
              <a:gdLst/>
              <a:ahLst/>
              <a:cxnLst/>
              <a:rect l="l" t="t" r="r" b="b"/>
              <a:pathLst>
                <a:path w="8286" h="65110" fill="none" extrusionOk="0">
                  <a:moveTo>
                    <a:pt x="7048" y="65109"/>
                  </a:moveTo>
                  <a:cubicBezTo>
                    <a:pt x="737" y="58499"/>
                    <a:pt x="1" y="48430"/>
                    <a:pt x="380" y="39299"/>
                  </a:cubicBezTo>
                  <a:cubicBezTo>
                    <a:pt x="918" y="26359"/>
                    <a:pt x="4748" y="12461"/>
                    <a:pt x="8285" y="1"/>
                  </a:cubicBezTo>
                </a:path>
              </a:pathLst>
            </a:custGeom>
            <a:noFill/>
            <a:ln w="10425" cap="flat" cmpd="sng">
              <a:solidFill>
                <a:srgbClr val="434343"/>
              </a:solidFill>
              <a:prstDash val="solid"/>
              <a:miter lim="107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504925" y="548425"/>
              <a:ext cx="1290575" cy="1451925"/>
            </a:xfrm>
            <a:custGeom>
              <a:avLst/>
              <a:gdLst/>
              <a:ahLst/>
              <a:cxnLst/>
              <a:rect l="l" t="t" r="r" b="b"/>
              <a:pathLst>
                <a:path w="51623" h="58077" extrusionOk="0">
                  <a:moveTo>
                    <a:pt x="27953" y="1"/>
                  </a:moveTo>
                  <a:cubicBezTo>
                    <a:pt x="27475" y="1"/>
                    <a:pt x="27000" y="14"/>
                    <a:pt x="26529" y="39"/>
                  </a:cubicBezTo>
                  <a:cubicBezTo>
                    <a:pt x="19753" y="408"/>
                    <a:pt x="13356" y="3977"/>
                    <a:pt x="8896" y="9092"/>
                  </a:cubicBezTo>
                  <a:cubicBezTo>
                    <a:pt x="4435" y="14207"/>
                    <a:pt x="1817" y="20759"/>
                    <a:pt x="750" y="27462"/>
                  </a:cubicBezTo>
                  <a:cubicBezTo>
                    <a:pt x="4" y="32154"/>
                    <a:pt x="1" y="37054"/>
                    <a:pt x="1531" y="41552"/>
                  </a:cubicBezTo>
                  <a:cubicBezTo>
                    <a:pt x="3179" y="46394"/>
                    <a:pt x="6890" y="50452"/>
                    <a:pt x="11262" y="52974"/>
                  </a:cubicBezTo>
                  <a:cubicBezTo>
                    <a:pt x="10731" y="53175"/>
                    <a:pt x="10186" y="53385"/>
                    <a:pt x="9764" y="53764"/>
                  </a:cubicBezTo>
                  <a:cubicBezTo>
                    <a:pt x="9341" y="54144"/>
                    <a:pt x="9062" y="54737"/>
                    <a:pt x="9213" y="55285"/>
                  </a:cubicBezTo>
                  <a:cubicBezTo>
                    <a:pt x="9390" y="55926"/>
                    <a:pt x="10103" y="56294"/>
                    <a:pt x="10769" y="56294"/>
                  </a:cubicBezTo>
                  <a:cubicBezTo>
                    <a:pt x="10779" y="56294"/>
                    <a:pt x="10788" y="56294"/>
                    <a:pt x="10798" y="56294"/>
                  </a:cubicBezTo>
                  <a:cubicBezTo>
                    <a:pt x="11472" y="56284"/>
                    <a:pt x="12103" y="55982"/>
                    <a:pt x="12709" y="55686"/>
                  </a:cubicBezTo>
                  <a:lnTo>
                    <a:pt x="12709" y="55686"/>
                  </a:lnTo>
                  <a:cubicBezTo>
                    <a:pt x="12597" y="56501"/>
                    <a:pt x="12977" y="57379"/>
                    <a:pt x="13680" y="57807"/>
                  </a:cubicBezTo>
                  <a:cubicBezTo>
                    <a:pt x="13976" y="57987"/>
                    <a:pt x="14323" y="58076"/>
                    <a:pt x="14668" y="58076"/>
                  </a:cubicBezTo>
                  <a:cubicBezTo>
                    <a:pt x="15146" y="58076"/>
                    <a:pt x="15622" y="57906"/>
                    <a:pt x="15960" y="57569"/>
                  </a:cubicBezTo>
                  <a:cubicBezTo>
                    <a:pt x="16541" y="56991"/>
                    <a:pt x="16658" y="55173"/>
                    <a:pt x="15787" y="54762"/>
                  </a:cubicBezTo>
                  <a:lnTo>
                    <a:pt x="15787" y="54762"/>
                  </a:lnTo>
                  <a:cubicBezTo>
                    <a:pt x="17737" y="55680"/>
                    <a:pt x="20347" y="56583"/>
                    <a:pt x="22655" y="56583"/>
                  </a:cubicBezTo>
                  <a:cubicBezTo>
                    <a:pt x="23134" y="56583"/>
                    <a:pt x="23600" y="56544"/>
                    <a:pt x="24044" y="56458"/>
                  </a:cubicBezTo>
                  <a:cubicBezTo>
                    <a:pt x="31802" y="54958"/>
                    <a:pt x="38852" y="50444"/>
                    <a:pt x="43739" y="44272"/>
                  </a:cubicBezTo>
                  <a:cubicBezTo>
                    <a:pt x="49153" y="37436"/>
                    <a:pt x="51622" y="29329"/>
                    <a:pt x="51278" y="20786"/>
                  </a:cubicBezTo>
                  <a:cubicBezTo>
                    <a:pt x="51043" y="14940"/>
                    <a:pt x="47536" y="9237"/>
                    <a:pt x="43207" y="5300"/>
                  </a:cubicBezTo>
                  <a:cubicBezTo>
                    <a:pt x="39229" y="1680"/>
                    <a:pt x="33407" y="1"/>
                    <a:pt x="279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4552025" y="768475"/>
              <a:ext cx="185700" cy="434025"/>
            </a:xfrm>
            <a:custGeom>
              <a:avLst/>
              <a:gdLst/>
              <a:ahLst/>
              <a:cxnLst/>
              <a:rect l="l" t="t" r="r" b="b"/>
              <a:pathLst>
                <a:path w="7428" h="17361" extrusionOk="0">
                  <a:moveTo>
                    <a:pt x="1603" y="1"/>
                  </a:moveTo>
                  <a:cubicBezTo>
                    <a:pt x="0" y="1"/>
                    <a:pt x="729" y="2383"/>
                    <a:pt x="1273" y="3435"/>
                  </a:cubicBezTo>
                  <a:cubicBezTo>
                    <a:pt x="3235" y="7240"/>
                    <a:pt x="5393" y="11259"/>
                    <a:pt x="5037" y="15526"/>
                  </a:cubicBezTo>
                  <a:cubicBezTo>
                    <a:pt x="5005" y="15906"/>
                    <a:pt x="4954" y="16298"/>
                    <a:pt x="5061" y="16664"/>
                  </a:cubicBezTo>
                  <a:cubicBezTo>
                    <a:pt x="5167" y="17026"/>
                    <a:pt x="5478" y="17360"/>
                    <a:pt x="5853" y="17360"/>
                  </a:cubicBezTo>
                  <a:cubicBezTo>
                    <a:pt x="5858" y="17360"/>
                    <a:pt x="5864" y="17360"/>
                    <a:pt x="5869" y="17360"/>
                  </a:cubicBezTo>
                  <a:cubicBezTo>
                    <a:pt x="6439" y="17344"/>
                    <a:pt x="6705" y="16653"/>
                    <a:pt x="6796" y="16089"/>
                  </a:cubicBezTo>
                  <a:cubicBezTo>
                    <a:pt x="7427" y="12264"/>
                    <a:pt x="6835" y="8265"/>
                    <a:pt x="5209" y="4752"/>
                  </a:cubicBezTo>
                  <a:cubicBezTo>
                    <a:pt x="4748" y="3757"/>
                    <a:pt x="3283" y="334"/>
                    <a:pt x="2107" y="64"/>
                  </a:cubicBezTo>
                  <a:cubicBezTo>
                    <a:pt x="1918" y="21"/>
                    <a:pt x="1750" y="1"/>
                    <a:pt x="16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4611275" y="1330025"/>
              <a:ext cx="99125" cy="158950"/>
            </a:xfrm>
            <a:custGeom>
              <a:avLst/>
              <a:gdLst/>
              <a:ahLst/>
              <a:cxnLst/>
              <a:rect l="l" t="t" r="r" b="b"/>
              <a:pathLst>
                <a:path w="3965" h="6358" extrusionOk="0">
                  <a:moveTo>
                    <a:pt x="2618" y="1"/>
                  </a:moveTo>
                  <a:cubicBezTo>
                    <a:pt x="1529" y="1"/>
                    <a:pt x="530" y="4406"/>
                    <a:pt x="226" y="5226"/>
                  </a:cubicBezTo>
                  <a:cubicBezTo>
                    <a:pt x="99" y="5568"/>
                    <a:pt x="1" y="6021"/>
                    <a:pt x="291" y="6243"/>
                  </a:cubicBezTo>
                  <a:cubicBezTo>
                    <a:pt x="409" y="6335"/>
                    <a:pt x="568" y="6357"/>
                    <a:pt x="718" y="6357"/>
                  </a:cubicBezTo>
                  <a:cubicBezTo>
                    <a:pt x="2115" y="6353"/>
                    <a:pt x="2905" y="4754"/>
                    <a:pt x="3171" y="3381"/>
                  </a:cubicBezTo>
                  <a:cubicBezTo>
                    <a:pt x="3297" y="2731"/>
                    <a:pt x="3965" y="35"/>
                    <a:pt x="2628" y="1"/>
                  </a:cubicBezTo>
                  <a:cubicBezTo>
                    <a:pt x="2624" y="1"/>
                    <a:pt x="2621" y="1"/>
                    <a:pt x="2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3551225" y="1635500"/>
              <a:ext cx="256800" cy="1888150"/>
            </a:xfrm>
            <a:custGeom>
              <a:avLst/>
              <a:gdLst/>
              <a:ahLst/>
              <a:cxnLst/>
              <a:rect l="l" t="t" r="r" b="b"/>
              <a:pathLst>
                <a:path w="10272" h="75526" fill="none" extrusionOk="0">
                  <a:moveTo>
                    <a:pt x="10271" y="75526"/>
                  </a:moveTo>
                  <a:cubicBezTo>
                    <a:pt x="5383" y="64039"/>
                    <a:pt x="415" y="52193"/>
                    <a:pt x="201" y="39711"/>
                  </a:cubicBezTo>
                  <a:cubicBezTo>
                    <a:pt x="0" y="27922"/>
                    <a:pt x="3984" y="11781"/>
                    <a:pt x="3485" y="1"/>
                  </a:cubicBezTo>
                </a:path>
              </a:pathLst>
            </a:custGeom>
            <a:noFill/>
            <a:ln w="10425" cap="flat" cmpd="sng">
              <a:solidFill>
                <a:srgbClr val="434343"/>
              </a:solidFill>
              <a:prstDash val="solid"/>
              <a:miter lim="107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4276550" y="4957425"/>
              <a:ext cx="522525" cy="516500"/>
            </a:xfrm>
            <a:custGeom>
              <a:avLst/>
              <a:gdLst/>
              <a:ahLst/>
              <a:cxnLst/>
              <a:rect l="l" t="t" r="r" b="b"/>
              <a:pathLst>
                <a:path w="20901" h="20660" extrusionOk="0">
                  <a:moveTo>
                    <a:pt x="5194" y="1"/>
                  </a:moveTo>
                  <a:cubicBezTo>
                    <a:pt x="3132" y="1"/>
                    <a:pt x="1" y="1475"/>
                    <a:pt x="153" y="3576"/>
                  </a:cubicBezTo>
                  <a:cubicBezTo>
                    <a:pt x="304" y="5660"/>
                    <a:pt x="3507" y="8446"/>
                    <a:pt x="4842" y="9899"/>
                  </a:cubicBezTo>
                  <a:cubicBezTo>
                    <a:pt x="8464" y="13841"/>
                    <a:pt x="12656" y="17259"/>
                    <a:pt x="17255" y="19997"/>
                  </a:cubicBezTo>
                  <a:cubicBezTo>
                    <a:pt x="17812" y="20330"/>
                    <a:pt x="18450" y="20659"/>
                    <a:pt x="19074" y="20659"/>
                  </a:cubicBezTo>
                  <a:cubicBezTo>
                    <a:pt x="19260" y="20659"/>
                    <a:pt x="19444" y="20630"/>
                    <a:pt x="19625" y="20563"/>
                  </a:cubicBezTo>
                  <a:cubicBezTo>
                    <a:pt x="20618" y="20197"/>
                    <a:pt x="20901" y="18838"/>
                    <a:pt x="20501" y="17859"/>
                  </a:cubicBezTo>
                  <a:cubicBezTo>
                    <a:pt x="20099" y="16878"/>
                    <a:pt x="19239" y="16179"/>
                    <a:pt x="18456" y="15466"/>
                  </a:cubicBezTo>
                  <a:cubicBezTo>
                    <a:pt x="14597" y="11947"/>
                    <a:pt x="12060" y="7257"/>
                    <a:pt x="9159" y="2915"/>
                  </a:cubicBezTo>
                  <a:cubicBezTo>
                    <a:pt x="8338" y="1687"/>
                    <a:pt x="7351" y="389"/>
                    <a:pt x="5909" y="71"/>
                  </a:cubicBezTo>
                  <a:cubicBezTo>
                    <a:pt x="5693" y="24"/>
                    <a:pt x="5452" y="1"/>
                    <a:pt x="5194" y="1"/>
                  </a:cubicBezTo>
                  <a:close/>
                </a:path>
              </a:pathLst>
            </a:custGeom>
            <a:solidFill>
              <a:srgbClr val="F2C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4672750" y="5269250"/>
              <a:ext cx="178700" cy="206100"/>
            </a:xfrm>
            <a:custGeom>
              <a:avLst/>
              <a:gdLst/>
              <a:ahLst/>
              <a:cxnLst/>
              <a:rect l="l" t="t" r="r" b="b"/>
              <a:pathLst>
                <a:path w="7148" h="8244" extrusionOk="0">
                  <a:moveTo>
                    <a:pt x="4592" y="0"/>
                  </a:moveTo>
                  <a:cubicBezTo>
                    <a:pt x="4081" y="0"/>
                    <a:pt x="3572" y="122"/>
                    <a:pt x="3126" y="372"/>
                  </a:cubicBezTo>
                  <a:cubicBezTo>
                    <a:pt x="2381" y="791"/>
                    <a:pt x="1847" y="1502"/>
                    <a:pt x="1414" y="2239"/>
                  </a:cubicBezTo>
                  <a:cubicBezTo>
                    <a:pt x="895" y="3123"/>
                    <a:pt x="491" y="4069"/>
                    <a:pt x="211" y="5055"/>
                  </a:cubicBezTo>
                  <a:cubicBezTo>
                    <a:pt x="95" y="5462"/>
                    <a:pt x="0" y="5895"/>
                    <a:pt x="105" y="6306"/>
                  </a:cubicBezTo>
                  <a:cubicBezTo>
                    <a:pt x="258" y="6903"/>
                    <a:pt x="798" y="7320"/>
                    <a:pt x="1348" y="7601"/>
                  </a:cubicBezTo>
                  <a:cubicBezTo>
                    <a:pt x="2138" y="8003"/>
                    <a:pt x="3006" y="8222"/>
                    <a:pt x="3891" y="8244"/>
                  </a:cubicBezTo>
                  <a:cubicBezTo>
                    <a:pt x="4854" y="7686"/>
                    <a:pt x="5221" y="6871"/>
                    <a:pt x="5684" y="5859"/>
                  </a:cubicBezTo>
                  <a:cubicBezTo>
                    <a:pt x="6146" y="4849"/>
                    <a:pt x="6395" y="3754"/>
                    <a:pt x="6642" y="2670"/>
                  </a:cubicBezTo>
                  <a:cubicBezTo>
                    <a:pt x="6796" y="1993"/>
                    <a:pt x="7148" y="1207"/>
                    <a:pt x="6629" y="747"/>
                  </a:cubicBezTo>
                  <a:cubicBezTo>
                    <a:pt x="6074" y="256"/>
                    <a:pt x="5332" y="0"/>
                    <a:pt x="4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4"/>
            <p:cNvSpPr/>
            <p:nvPr/>
          </p:nvSpPr>
          <p:spPr>
            <a:xfrm>
              <a:off x="4565550" y="4746900"/>
              <a:ext cx="615575" cy="421075"/>
            </a:xfrm>
            <a:custGeom>
              <a:avLst/>
              <a:gdLst/>
              <a:ahLst/>
              <a:cxnLst/>
              <a:rect l="l" t="t" r="r" b="b"/>
              <a:pathLst>
                <a:path w="24623" h="16843" extrusionOk="0">
                  <a:moveTo>
                    <a:pt x="5561" y="1"/>
                  </a:moveTo>
                  <a:cubicBezTo>
                    <a:pt x="5532" y="1"/>
                    <a:pt x="5503" y="1"/>
                    <a:pt x="5475" y="2"/>
                  </a:cubicBezTo>
                  <a:cubicBezTo>
                    <a:pt x="3485" y="57"/>
                    <a:pt x="1" y="2546"/>
                    <a:pt x="740" y="4798"/>
                  </a:cubicBezTo>
                  <a:cubicBezTo>
                    <a:pt x="1392" y="6783"/>
                    <a:pt x="5175" y="8709"/>
                    <a:pt x="6823" y="9795"/>
                  </a:cubicBezTo>
                  <a:cubicBezTo>
                    <a:pt x="11291" y="12740"/>
                    <a:pt x="16186" y="15042"/>
                    <a:pt x="21312" y="16583"/>
                  </a:cubicBezTo>
                  <a:cubicBezTo>
                    <a:pt x="21763" y="16718"/>
                    <a:pt x="22255" y="16843"/>
                    <a:pt x="22722" y="16843"/>
                  </a:cubicBezTo>
                  <a:cubicBezTo>
                    <a:pt x="23090" y="16843"/>
                    <a:pt x="23442" y="16766"/>
                    <a:pt x="23748" y="16557"/>
                  </a:cubicBezTo>
                  <a:cubicBezTo>
                    <a:pt x="24623" y="15960"/>
                    <a:pt x="24568" y="14573"/>
                    <a:pt x="23942" y="13720"/>
                  </a:cubicBezTo>
                  <a:cubicBezTo>
                    <a:pt x="23316" y="12866"/>
                    <a:pt x="22311" y="12396"/>
                    <a:pt x="21379" y="11895"/>
                  </a:cubicBezTo>
                  <a:cubicBezTo>
                    <a:pt x="16782" y="9416"/>
                    <a:pt x="13183" y="5481"/>
                    <a:pt x="9316" y="1973"/>
                  </a:cubicBezTo>
                  <a:cubicBezTo>
                    <a:pt x="8244" y="999"/>
                    <a:pt x="7000" y="1"/>
                    <a:pt x="5561" y="1"/>
                  </a:cubicBezTo>
                  <a:close/>
                </a:path>
              </a:pathLst>
            </a:custGeom>
            <a:solidFill>
              <a:srgbClr val="F2C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4"/>
            <p:cNvSpPr/>
            <p:nvPr/>
          </p:nvSpPr>
          <p:spPr>
            <a:xfrm>
              <a:off x="5054050" y="4957250"/>
              <a:ext cx="145275" cy="210200"/>
            </a:xfrm>
            <a:custGeom>
              <a:avLst/>
              <a:gdLst/>
              <a:ahLst/>
              <a:cxnLst/>
              <a:rect l="l" t="t" r="r" b="b"/>
              <a:pathLst>
                <a:path w="5811" h="8408" extrusionOk="0">
                  <a:moveTo>
                    <a:pt x="3820" y="0"/>
                  </a:moveTo>
                  <a:cubicBezTo>
                    <a:pt x="3047" y="0"/>
                    <a:pt x="2270" y="281"/>
                    <a:pt x="1707" y="813"/>
                  </a:cubicBezTo>
                  <a:cubicBezTo>
                    <a:pt x="1086" y="1399"/>
                    <a:pt x="740" y="2219"/>
                    <a:pt x="498" y="3039"/>
                  </a:cubicBezTo>
                  <a:cubicBezTo>
                    <a:pt x="209" y="4022"/>
                    <a:pt x="47" y="5038"/>
                    <a:pt x="13" y="6062"/>
                  </a:cubicBezTo>
                  <a:cubicBezTo>
                    <a:pt x="0" y="6486"/>
                    <a:pt x="13" y="6928"/>
                    <a:pt x="215" y="7302"/>
                  </a:cubicBezTo>
                  <a:cubicBezTo>
                    <a:pt x="508" y="7844"/>
                    <a:pt x="1133" y="8118"/>
                    <a:pt x="1734" y="8257"/>
                  </a:cubicBezTo>
                  <a:cubicBezTo>
                    <a:pt x="2170" y="8357"/>
                    <a:pt x="2615" y="8407"/>
                    <a:pt x="3060" y="8407"/>
                  </a:cubicBezTo>
                  <a:cubicBezTo>
                    <a:pt x="3495" y="8407"/>
                    <a:pt x="3930" y="8359"/>
                    <a:pt x="4358" y="8263"/>
                  </a:cubicBezTo>
                  <a:cubicBezTo>
                    <a:pt x="5156" y="7490"/>
                    <a:pt x="5315" y="6610"/>
                    <a:pt x="5519" y="5517"/>
                  </a:cubicBezTo>
                  <a:cubicBezTo>
                    <a:pt x="5721" y="4423"/>
                    <a:pt x="5699" y="3302"/>
                    <a:pt x="5675" y="2190"/>
                  </a:cubicBezTo>
                  <a:cubicBezTo>
                    <a:pt x="5660" y="1496"/>
                    <a:pt x="5811" y="648"/>
                    <a:pt x="5196" y="327"/>
                  </a:cubicBezTo>
                  <a:cubicBezTo>
                    <a:pt x="4772" y="107"/>
                    <a:pt x="4297" y="0"/>
                    <a:pt x="3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4"/>
            <p:cNvSpPr/>
            <p:nvPr/>
          </p:nvSpPr>
          <p:spPr>
            <a:xfrm>
              <a:off x="4716225" y="5278450"/>
              <a:ext cx="130650" cy="198100"/>
            </a:xfrm>
            <a:custGeom>
              <a:avLst/>
              <a:gdLst/>
              <a:ahLst/>
              <a:cxnLst/>
              <a:rect l="l" t="t" r="r" b="b"/>
              <a:pathLst>
                <a:path w="5226" h="7924" extrusionOk="0">
                  <a:moveTo>
                    <a:pt x="4052" y="1"/>
                  </a:moveTo>
                  <a:cubicBezTo>
                    <a:pt x="3772" y="1"/>
                    <a:pt x="3484" y="99"/>
                    <a:pt x="3249" y="256"/>
                  </a:cubicBezTo>
                  <a:cubicBezTo>
                    <a:pt x="2870" y="511"/>
                    <a:pt x="2601" y="897"/>
                    <a:pt x="2356" y="1283"/>
                  </a:cubicBezTo>
                  <a:cubicBezTo>
                    <a:pt x="1476" y="2672"/>
                    <a:pt x="1" y="5548"/>
                    <a:pt x="916" y="7233"/>
                  </a:cubicBezTo>
                  <a:cubicBezTo>
                    <a:pt x="1185" y="7726"/>
                    <a:pt x="1505" y="7924"/>
                    <a:pt x="1841" y="7924"/>
                  </a:cubicBezTo>
                  <a:cubicBezTo>
                    <a:pt x="2889" y="7924"/>
                    <a:pt x="4097" y="6009"/>
                    <a:pt x="4422" y="5151"/>
                  </a:cubicBezTo>
                  <a:cubicBezTo>
                    <a:pt x="4809" y="4132"/>
                    <a:pt x="5057" y="3066"/>
                    <a:pt x="5161" y="1981"/>
                  </a:cubicBezTo>
                  <a:cubicBezTo>
                    <a:pt x="5226" y="1291"/>
                    <a:pt x="5156" y="452"/>
                    <a:pt x="4546" y="121"/>
                  </a:cubicBezTo>
                  <a:cubicBezTo>
                    <a:pt x="4394" y="38"/>
                    <a:pt x="4224" y="1"/>
                    <a:pt x="40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4"/>
            <p:cNvSpPr/>
            <p:nvPr/>
          </p:nvSpPr>
          <p:spPr>
            <a:xfrm>
              <a:off x="5096675" y="4960475"/>
              <a:ext cx="108075" cy="207075"/>
            </a:xfrm>
            <a:custGeom>
              <a:avLst/>
              <a:gdLst/>
              <a:ahLst/>
              <a:cxnLst/>
              <a:rect l="l" t="t" r="r" b="b"/>
              <a:pathLst>
                <a:path w="4323" h="8283" extrusionOk="0">
                  <a:moveTo>
                    <a:pt x="2851" y="1"/>
                  </a:moveTo>
                  <a:cubicBezTo>
                    <a:pt x="2485" y="1"/>
                    <a:pt x="2121" y="199"/>
                    <a:pt x="1869" y="477"/>
                  </a:cubicBezTo>
                  <a:cubicBezTo>
                    <a:pt x="1563" y="816"/>
                    <a:pt x="1396" y="1256"/>
                    <a:pt x="1252" y="1690"/>
                  </a:cubicBezTo>
                  <a:cubicBezTo>
                    <a:pt x="735" y="3250"/>
                    <a:pt x="0" y="6399"/>
                    <a:pt x="1298" y="7811"/>
                  </a:cubicBezTo>
                  <a:cubicBezTo>
                    <a:pt x="1602" y="8143"/>
                    <a:pt x="1893" y="8282"/>
                    <a:pt x="2165" y="8282"/>
                  </a:cubicBezTo>
                  <a:cubicBezTo>
                    <a:pt x="3286" y="8282"/>
                    <a:pt x="4080" y="5910"/>
                    <a:pt x="4194" y="4941"/>
                  </a:cubicBezTo>
                  <a:cubicBezTo>
                    <a:pt x="4323" y="3859"/>
                    <a:pt x="4304" y="2764"/>
                    <a:pt x="4141" y="1687"/>
                  </a:cubicBezTo>
                  <a:cubicBezTo>
                    <a:pt x="4038" y="1002"/>
                    <a:pt x="3766" y="205"/>
                    <a:pt x="3094" y="31"/>
                  </a:cubicBezTo>
                  <a:cubicBezTo>
                    <a:pt x="3014" y="10"/>
                    <a:pt x="2933" y="1"/>
                    <a:pt x="28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4021425" y="4511125"/>
              <a:ext cx="833325" cy="589700"/>
            </a:xfrm>
            <a:custGeom>
              <a:avLst/>
              <a:gdLst/>
              <a:ahLst/>
              <a:cxnLst/>
              <a:rect l="l" t="t" r="r" b="b"/>
              <a:pathLst>
                <a:path w="33333" h="23588" extrusionOk="0">
                  <a:moveTo>
                    <a:pt x="21949" y="1"/>
                  </a:moveTo>
                  <a:cubicBezTo>
                    <a:pt x="21891" y="1"/>
                    <a:pt x="21832" y="3"/>
                    <a:pt x="21772" y="9"/>
                  </a:cubicBezTo>
                  <a:cubicBezTo>
                    <a:pt x="15918" y="532"/>
                    <a:pt x="10496" y="3118"/>
                    <a:pt x="5308" y="5706"/>
                  </a:cubicBezTo>
                  <a:cubicBezTo>
                    <a:pt x="3045" y="6834"/>
                    <a:pt x="1" y="7881"/>
                    <a:pt x="1336" y="10887"/>
                  </a:cubicBezTo>
                  <a:cubicBezTo>
                    <a:pt x="1911" y="12182"/>
                    <a:pt x="2654" y="13394"/>
                    <a:pt x="3395" y="14601"/>
                  </a:cubicBezTo>
                  <a:cubicBezTo>
                    <a:pt x="4727" y="16772"/>
                    <a:pt x="6057" y="18941"/>
                    <a:pt x="7389" y="21112"/>
                  </a:cubicBezTo>
                  <a:cubicBezTo>
                    <a:pt x="7914" y="21967"/>
                    <a:pt x="8473" y="22858"/>
                    <a:pt x="9339" y="23365"/>
                  </a:cubicBezTo>
                  <a:cubicBezTo>
                    <a:pt x="9604" y="23521"/>
                    <a:pt x="9929" y="23587"/>
                    <a:pt x="10293" y="23587"/>
                  </a:cubicBezTo>
                  <a:cubicBezTo>
                    <a:pt x="10643" y="23587"/>
                    <a:pt x="11029" y="23526"/>
                    <a:pt x="11433" y="23423"/>
                  </a:cubicBezTo>
                  <a:cubicBezTo>
                    <a:pt x="13035" y="23018"/>
                    <a:pt x="14925" y="21967"/>
                    <a:pt x="16000" y="21519"/>
                  </a:cubicBezTo>
                  <a:cubicBezTo>
                    <a:pt x="17520" y="20885"/>
                    <a:pt x="20546" y="19626"/>
                    <a:pt x="20076" y="17478"/>
                  </a:cubicBezTo>
                  <a:cubicBezTo>
                    <a:pt x="19862" y="16506"/>
                    <a:pt x="19238" y="15669"/>
                    <a:pt x="18978" y="14710"/>
                  </a:cubicBezTo>
                  <a:cubicBezTo>
                    <a:pt x="19033" y="14520"/>
                    <a:pt x="19190" y="14444"/>
                    <a:pt x="19379" y="14444"/>
                  </a:cubicBezTo>
                  <a:cubicBezTo>
                    <a:pt x="19625" y="14444"/>
                    <a:pt x="19924" y="14574"/>
                    <a:pt x="20116" y="14747"/>
                  </a:cubicBezTo>
                  <a:cubicBezTo>
                    <a:pt x="20766" y="15335"/>
                    <a:pt x="21238" y="16103"/>
                    <a:pt x="21911" y="16665"/>
                  </a:cubicBezTo>
                  <a:cubicBezTo>
                    <a:pt x="22426" y="17095"/>
                    <a:pt x="22982" y="17260"/>
                    <a:pt x="23550" y="17260"/>
                  </a:cubicBezTo>
                  <a:cubicBezTo>
                    <a:pt x="24247" y="17260"/>
                    <a:pt x="24962" y="17012"/>
                    <a:pt x="25641" y="16701"/>
                  </a:cubicBezTo>
                  <a:cubicBezTo>
                    <a:pt x="27105" y="16034"/>
                    <a:pt x="33333" y="13327"/>
                    <a:pt x="32519" y="11325"/>
                  </a:cubicBezTo>
                  <a:cubicBezTo>
                    <a:pt x="32254" y="10674"/>
                    <a:pt x="31648" y="10238"/>
                    <a:pt x="31092" y="9807"/>
                  </a:cubicBezTo>
                  <a:cubicBezTo>
                    <a:pt x="29682" y="8712"/>
                    <a:pt x="28429" y="7430"/>
                    <a:pt x="27367" y="5997"/>
                  </a:cubicBezTo>
                  <a:cubicBezTo>
                    <a:pt x="26766" y="5185"/>
                    <a:pt x="26229" y="4328"/>
                    <a:pt x="25653" y="3498"/>
                  </a:cubicBezTo>
                  <a:cubicBezTo>
                    <a:pt x="24755" y="2206"/>
                    <a:pt x="23647" y="1"/>
                    <a:pt x="21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4"/>
            <p:cNvSpPr/>
            <p:nvPr/>
          </p:nvSpPr>
          <p:spPr>
            <a:xfrm>
              <a:off x="3620500" y="3241825"/>
              <a:ext cx="296475" cy="678325"/>
            </a:xfrm>
            <a:custGeom>
              <a:avLst/>
              <a:gdLst/>
              <a:ahLst/>
              <a:cxnLst/>
              <a:rect l="l" t="t" r="r" b="b"/>
              <a:pathLst>
                <a:path w="11859" h="27133" extrusionOk="0">
                  <a:moveTo>
                    <a:pt x="4134" y="0"/>
                  </a:moveTo>
                  <a:cubicBezTo>
                    <a:pt x="3165" y="0"/>
                    <a:pt x="2434" y="672"/>
                    <a:pt x="1509" y="1157"/>
                  </a:cubicBezTo>
                  <a:cubicBezTo>
                    <a:pt x="1483" y="751"/>
                    <a:pt x="1220" y="121"/>
                    <a:pt x="733" y="121"/>
                  </a:cubicBezTo>
                  <a:cubicBezTo>
                    <a:pt x="714" y="121"/>
                    <a:pt x="693" y="122"/>
                    <a:pt x="673" y="124"/>
                  </a:cubicBezTo>
                  <a:cubicBezTo>
                    <a:pt x="191" y="176"/>
                    <a:pt x="1" y="797"/>
                    <a:pt x="74" y="1276"/>
                  </a:cubicBezTo>
                  <a:cubicBezTo>
                    <a:pt x="288" y="2664"/>
                    <a:pt x="1304" y="3691"/>
                    <a:pt x="1474" y="5112"/>
                  </a:cubicBezTo>
                  <a:cubicBezTo>
                    <a:pt x="1487" y="5219"/>
                    <a:pt x="1499" y="5327"/>
                    <a:pt x="1509" y="5436"/>
                  </a:cubicBezTo>
                  <a:cubicBezTo>
                    <a:pt x="1649" y="6907"/>
                    <a:pt x="1554" y="8421"/>
                    <a:pt x="1734" y="9899"/>
                  </a:cubicBezTo>
                  <a:cubicBezTo>
                    <a:pt x="2137" y="13203"/>
                    <a:pt x="2972" y="16439"/>
                    <a:pt x="4216" y="19526"/>
                  </a:cubicBezTo>
                  <a:cubicBezTo>
                    <a:pt x="5109" y="21741"/>
                    <a:pt x="6192" y="23945"/>
                    <a:pt x="7537" y="25924"/>
                  </a:cubicBezTo>
                  <a:cubicBezTo>
                    <a:pt x="8081" y="26725"/>
                    <a:pt x="8738" y="27132"/>
                    <a:pt x="9364" y="27132"/>
                  </a:cubicBezTo>
                  <a:cubicBezTo>
                    <a:pt x="10151" y="27132"/>
                    <a:pt x="10888" y="26489"/>
                    <a:pt x="11287" y="25176"/>
                  </a:cubicBezTo>
                  <a:cubicBezTo>
                    <a:pt x="11681" y="23875"/>
                    <a:pt x="11858" y="23168"/>
                    <a:pt x="11228" y="21963"/>
                  </a:cubicBezTo>
                  <a:cubicBezTo>
                    <a:pt x="10598" y="20757"/>
                    <a:pt x="9179" y="18996"/>
                    <a:pt x="8393" y="17887"/>
                  </a:cubicBezTo>
                  <a:cubicBezTo>
                    <a:pt x="6195" y="14780"/>
                    <a:pt x="4830" y="11088"/>
                    <a:pt x="4477" y="7299"/>
                  </a:cubicBezTo>
                  <a:cubicBezTo>
                    <a:pt x="4436" y="6868"/>
                    <a:pt x="4426" y="6387"/>
                    <a:pt x="4706" y="6058"/>
                  </a:cubicBezTo>
                  <a:cubicBezTo>
                    <a:pt x="5527" y="5101"/>
                    <a:pt x="6967" y="6325"/>
                    <a:pt x="7480" y="4671"/>
                  </a:cubicBezTo>
                  <a:cubicBezTo>
                    <a:pt x="7681" y="4020"/>
                    <a:pt x="7528" y="3312"/>
                    <a:pt x="7278" y="2679"/>
                  </a:cubicBezTo>
                  <a:cubicBezTo>
                    <a:pt x="6859" y="1620"/>
                    <a:pt x="6119" y="631"/>
                    <a:pt x="5066" y="198"/>
                  </a:cubicBezTo>
                  <a:cubicBezTo>
                    <a:pt x="4727" y="59"/>
                    <a:pt x="4420" y="0"/>
                    <a:pt x="4134" y="0"/>
                  </a:cubicBezTo>
                  <a:close/>
                </a:path>
              </a:pathLst>
            </a:custGeom>
            <a:solidFill>
              <a:srgbClr val="F2C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4"/>
            <p:cNvSpPr/>
            <p:nvPr/>
          </p:nvSpPr>
          <p:spPr>
            <a:xfrm>
              <a:off x="4591925" y="3701975"/>
              <a:ext cx="649750" cy="427375"/>
            </a:xfrm>
            <a:custGeom>
              <a:avLst/>
              <a:gdLst/>
              <a:ahLst/>
              <a:cxnLst/>
              <a:rect l="l" t="t" r="r" b="b"/>
              <a:pathLst>
                <a:path w="25990" h="17095" extrusionOk="0">
                  <a:moveTo>
                    <a:pt x="22949" y="0"/>
                  </a:moveTo>
                  <a:cubicBezTo>
                    <a:pt x="22769" y="0"/>
                    <a:pt x="22529" y="56"/>
                    <a:pt x="22219" y="184"/>
                  </a:cubicBezTo>
                  <a:cubicBezTo>
                    <a:pt x="21544" y="463"/>
                    <a:pt x="21196" y="1296"/>
                    <a:pt x="20712" y="1769"/>
                  </a:cubicBezTo>
                  <a:cubicBezTo>
                    <a:pt x="21000" y="1488"/>
                    <a:pt x="20984" y="957"/>
                    <a:pt x="20678" y="695"/>
                  </a:cubicBezTo>
                  <a:cubicBezTo>
                    <a:pt x="20550" y="584"/>
                    <a:pt x="20382" y="532"/>
                    <a:pt x="20214" y="532"/>
                  </a:cubicBezTo>
                  <a:cubicBezTo>
                    <a:pt x="19981" y="532"/>
                    <a:pt x="19747" y="633"/>
                    <a:pt x="19611" y="822"/>
                  </a:cubicBezTo>
                  <a:cubicBezTo>
                    <a:pt x="19411" y="1101"/>
                    <a:pt x="19430" y="1476"/>
                    <a:pt x="19350" y="1810"/>
                  </a:cubicBezTo>
                  <a:cubicBezTo>
                    <a:pt x="19243" y="2255"/>
                    <a:pt x="18954" y="2633"/>
                    <a:pt x="18664" y="2988"/>
                  </a:cubicBezTo>
                  <a:cubicBezTo>
                    <a:pt x="16104" y="6114"/>
                    <a:pt x="12839" y="8653"/>
                    <a:pt x="9201" y="10407"/>
                  </a:cubicBezTo>
                  <a:cubicBezTo>
                    <a:pt x="7487" y="11235"/>
                    <a:pt x="3185" y="12096"/>
                    <a:pt x="1671" y="13096"/>
                  </a:cubicBezTo>
                  <a:cubicBezTo>
                    <a:pt x="0" y="14198"/>
                    <a:pt x="3091" y="15717"/>
                    <a:pt x="4102" y="17094"/>
                  </a:cubicBezTo>
                  <a:cubicBezTo>
                    <a:pt x="10875" y="16932"/>
                    <a:pt x="15877" y="12257"/>
                    <a:pt x="19455" y="6977"/>
                  </a:cubicBezTo>
                  <a:cubicBezTo>
                    <a:pt x="19748" y="6544"/>
                    <a:pt x="20040" y="6111"/>
                    <a:pt x="20334" y="5678"/>
                  </a:cubicBezTo>
                  <a:cubicBezTo>
                    <a:pt x="20350" y="5655"/>
                    <a:pt x="20369" y="5629"/>
                    <a:pt x="20396" y="5625"/>
                  </a:cubicBezTo>
                  <a:cubicBezTo>
                    <a:pt x="20399" y="5625"/>
                    <a:pt x="20402" y="5625"/>
                    <a:pt x="20405" y="5625"/>
                  </a:cubicBezTo>
                  <a:cubicBezTo>
                    <a:pt x="20429" y="5625"/>
                    <a:pt x="20451" y="5640"/>
                    <a:pt x="20471" y="5655"/>
                  </a:cubicBezTo>
                  <a:cubicBezTo>
                    <a:pt x="21273" y="6242"/>
                    <a:pt x="22352" y="6129"/>
                    <a:pt x="23294" y="6237"/>
                  </a:cubicBezTo>
                  <a:cubicBezTo>
                    <a:pt x="23493" y="6260"/>
                    <a:pt x="23702" y="6279"/>
                    <a:pt x="23908" y="6279"/>
                  </a:cubicBezTo>
                  <a:cubicBezTo>
                    <a:pt x="24317" y="6279"/>
                    <a:pt x="24714" y="6202"/>
                    <a:pt x="24996" y="5922"/>
                  </a:cubicBezTo>
                  <a:cubicBezTo>
                    <a:pt x="25311" y="5609"/>
                    <a:pt x="25200" y="4989"/>
                    <a:pt x="24890" y="4772"/>
                  </a:cubicBezTo>
                  <a:lnTo>
                    <a:pt x="24890" y="4772"/>
                  </a:lnTo>
                  <a:cubicBezTo>
                    <a:pt x="25481" y="4693"/>
                    <a:pt x="25989" y="3926"/>
                    <a:pt x="25678" y="3359"/>
                  </a:cubicBezTo>
                  <a:cubicBezTo>
                    <a:pt x="25501" y="3035"/>
                    <a:pt x="25146" y="2881"/>
                    <a:pt x="24782" y="2881"/>
                  </a:cubicBezTo>
                  <a:cubicBezTo>
                    <a:pt x="24371" y="2881"/>
                    <a:pt x="23951" y="3077"/>
                    <a:pt x="23766" y="3450"/>
                  </a:cubicBezTo>
                  <a:cubicBezTo>
                    <a:pt x="23951" y="2916"/>
                    <a:pt x="24737" y="2790"/>
                    <a:pt x="24919" y="2256"/>
                  </a:cubicBezTo>
                  <a:cubicBezTo>
                    <a:pt x="25096" y="1740"/>
                    <a:pt x="24526" y="1219"/>
                    <a:pt x="23980" y="1219"/>
                  </a:cubicBezTo>
                  <a:cubicBezTo>
                    <a:pt x="23976" y="1219"/>
                    <a:pt x="23971" y="1219"/>
                    <a:pt x="23967" y="1219"/>
                  </a:cubicBezTo>
                  <a:cubicBezTo>
                    <a:pt x="23417" y="1229"/>
                    <a:pt x="22939" y="1579"/>
                    <a:pt x="22502" y="1915"/>
                  </a:cubicBezTo>
                  <a:cubicBezTo>
                    <a:pt x="23299" y="1271"/>
                    <a:pt x="23812" y="0"/>
                    <a:pt x="22949" y="0"/>
                  </a:cubicBezTo>
                  <a:close/>
                </a:path>
              </a:pathLst>
            </a:custGeom>
            <a:solidFill>
              <a:srgbClr val="F2C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4"/>
            <p:cNvSpPr/>
            <p:nvPr/>
          </p:nvSpPr>
          <p:spPr>
            <a:xfrm>
              <a:off x="3795450" y="3770175"/>
              <a:ext cx="940800" cy="1019900"/>
            </a:xfrm>
            <a:custGeom>
              <a:avLst/>
              <a:gdLst/>
              <a:ahLst/>
              <a:cxnLst/>
              <a:rect l="l" t="t" r="r" b="b"/>
              <a:pathLst>
                <a:path w="37632" h="40796" extrusionOk="0">
                  <a:moveTo>
                    <a:pt x="3997" y="1"/>
                  </a:moveTo>
                  <a:cubicBezTo>
                    <a:pt x="4210" y="231"/>
                    <a:pt x="509" y="4587"/>
                    <a:pt x="284" y="4900"/>
                  </a:cubicBezTo>
                  <a:cubicBezTo>
                    <a:pt x="145" y="5094"/>
                    <a:pt x="1" y="5312"/>
                    <a:pt x="21" y="5551"/>
                  </a:cubicBezTo>
                  <a:cubicBezTo>
                    <a:pt x="35" y="5722"/>
                    <a:pt x="133" y="5874"/>
                    <a:pt x="229" y="6016"/>
                  </a:cubicBezTo>
                  <a:cubicBezTo>
                    <a:pt x="358" y="6208"/>
                    <a:pt x="486" y="6399"/>
                    <a:pt x="615" y="6590"/>
                  </a:cubicBezTo>
                  <a:cubicBezTo>
                    <a:pt x="1942" y="8546"/>
                    <a:pt x="3332" y="10456"/>
                    <a:pt x="4785" y="12322"/>
                  </a:cubicBezTo>
                  <a:cubicBezTo>
                    <a:pt x="5900" y="13754"/>
                    <a:pt x="6777" y="15360"/>
                    <a:pt x="7945" y="16721"/>
                  </a:cubicBezTo>
                  <a:cubicBezTo>
                    <a:pt x="7249" y="20909"/>
                    <a:pt x="7088" y="25191"/>
                    <a:pt x="7403" y="29420"/>
                  </a:cubicBezTo>
                  <a:cubicBezTo>
                    <a:pt x="7478" y="30418"/>
                    <a:pt x="8766" y="40796"/>
                    <a:pt x="9402" y="40796"/>
                  </a:cubicBezTo>
                  <a:cubicBezTo>
                    <a:pt x="9405" y="40796"/>
                    <a:pt x="9408" y="40796"/>
                    <a:pt x="9411" y="40795"/>
                  </a:cubicBezTo>
                  <a:cubicBezTo>
                    <a:pt x="18634" y="39415"/>
                    <a:pt x="27606" y="36387"/>
                    <a:pt x="35779" y="31896"/>
                  </a:cubicBezTo>
                  <a:cubicBezTo>
                    <a:pt x="33080" y="27939"/>
                    <a:pt x="30944" y="23603"/>
                    <a:pt x="29428" y="19060"/>
                  </a:cubicBezTo>
                  <a:cubicBezTo>
                    <a:pt x="32115" y="17850"/>
                    <a:pt x="34714" y="16446"/>
                    <a:pt x="37182" y="14837"/>
                  </a:cubicBezTo>
                  <a:cubicBezTo>
                    <a:pt x="37332" y="14740"/>
                    <a:pt x="37490" y="14631"/>
                    <a:pt x="37554" y="14465"/>
                  </a:cubicBezTo>
                  <a:cubicBezTo>
                    <a:pt x="37632" y="14264"/>
                    <a:pt x="37552" y="14040"/>
                    <a:pt x="37473" y="13839"/>
                  </a:cubicBezTo>
                  <a:cubicBezTo>
                    <a:pt x="36866" y="12284"/>
                    <a:pt x="36317" y="10708"/>
                    <a:pt x="35828" y="9112"/>
                  </a:cubicBezTo>
                  <a:cubicBezTo>
                    <a:pt x="34698" y="9297"/>
                    <a:pt x="33482" y="9438"/>
                    <a:pt x="32283" y="9438"/>
                  </a:cubicBezTo>
                  <a:cubicBezTo>
                    <a:pt x="31475" y="9438"/>
                    <a:pt x="30674" y="9374"/>
                    <a:pt x="29913" y="9215"/>
                  </a:cubicBezTo>
                  <a:cubicBezTo>
                    <a:pt x="24652" y="8118"/>
                    <a:pt x="19823" y="6461"/>
                    <a:pt x="14402" y="5888"/>
                  </a:cubicBezTo>
                  <a:cubicBezTo>
                    <a:pt x="10208" y="5445"/>
                    <a:pt x="6909" y="3144"/>
                    <a:pt x="3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4"/>
            <p:cNvSpPr/>
            <p:nvPr/>
          </p:nvSpPr>
          <p:spPr>
            <a:xfrm>
              <a:off x="3078175" y="238100"/>
              <a:ext cx="1254050" cy="1521700"/>
            </a:xfrm>
            <a:custGeom>
              <a:avLst/>
              <a:gdLst/>
              <a:ahLst/>
              <a:cxnLst/>
              <a:rect l="l" t="t" r="r" b="b"/>
              <a:pathLst>
                <a:path w="50162" h="60868" extrusionOk="0">
                  <a:moveTo>
                    <a:pt x="26108" y="1"/>
                  </a:moveTo>
                  <a:cubicBezTo>
                    <a:pt x="22460" y="1"/>
                    <a:pt x="18737" y="885"/>
                    <a:pt x="15505" y="2352"/>
                  </a:cubicBezTo>
                  <a:cubicBezTo>
                    <a:pt x="9325" y="5156"/>
                    <a:pt x="4659" y="10802"/>
                    <a:pt x="2360" y="17189"/>
                  </a:cubicBezTo>
                  <a:cubicBezTo>
                    <a:pt x="62" y="23574"/>
                    <a:pt x="1" y="30630"/>
                    <a:pt x="1441" y="37263"/>
                  </a:cubicBezTo>
                  <a:cubicBezTo>
                    <a:pt x="2450" y="41905"/>
                    <a:pt x="4225" y="46472"/>
                    <a:pt x="7284" y="50108"/>
                  </a:cubicBezTo>
                  <a:cubicBezTo>
                    <a:pt x="10578" y="54020"/>
                    <a:pt x="15509" y="56455"/>
                    <a:pt x="20498" y="57216"/>
                  </a:cubicBezTo>
                  <a:cubicBezTo>
                    <a:pt x="20076" y="57596"/>
                    <a:pt x="19645" y="57988"/>
                    <a:pt x="19388" y="58496"/>
                  </a:cubicBezTo>
                  <a:cubicBezTo>
                    <a:pt x="19133" y="59002"/>
                    <a:pt x="19087" y="59657"/>
                    <a:pt x="19427" y="60112"/>
                  </a:cubicBezTo>
                  <a:cubicBezTo>
                    <a:pt x="19686" y="60460"/>
                    <a:pt x="20116" y="60617"/>
                    <a:pt x="20556" y="60617"/>
                  </a:cubicBezTo>
                  <a:cubicBezTo>
                    <a:pt x="20800" y="60617"/>
                    <a:pt x="21048" y="60569"/>
                    <a:pt x="21271" y="60478"/>
                  </a:cubicBezTo>
                  <a:cubicBezTo>
                    <a:pt x="21896" y="60223"/>
                    <a:pt x="22373" y="59712"/>
                    <a:pt x="22831" y="59217"/>
                  </a:cubicBezTo>
                  <a:cubicBezTo>
                    <a:pt x="23021" y="60017"/>
                    <a:pt x="23695" y="60698"/>
                    <a:pt x="24506" y="60841"/>
                  </a:cubicBezTo>
                  <a:cubicBezTo>
                    <a:pt x="24609" y="60859"/>
                    <a:pt x="24712" y="60868"/>
                    <a:pt x="24816" y="60868"/>
                  </a:cubicBezTo>
                  <a:cubicBezTo>
                    <a:pt x="25533" y="60868"/>
                    <a:pt x="26253" y="60450"/>
                    <a:pt x="26544" y="59791"/>
                  </a:cubicBezTo>
                  <a:cubicBezTo>
                    <a:pt x="26875" y="59041"/>
                    <a:pt x="26324" y="57305"/>
                    <a:pt x="25362" y="57239"/>
                  </a:cubicBezTo>
                  <a:lnTo>
                    <a:pt x="25362" y="57239"/>
                  </a:lnTo>
                  <a:cubicBezTo>
                    <a:pt x="25871" y="57274"/>
                    <a:pt x="26415" y="57294"/>
                    <a:pt x="26977" y="57294"/>
                  </a:cubicBezTo>
                  <a:cubicBezTo>
                    <a:pt x="29278" y="57294"/>
                    <a:pt x="31881" y="56950"/>
                    <a:pt x="33672" y="55821"/>
                  </a:cubicBezTo>
                  <a:cubicBezTo>
                    <a:pt x="40357" y="51608"/>
                    <a:pt x="45286" y="44842"/>
                    <a:pt x="47600" y="37317"/>
                  </a:cubicBezTo>
                  <a:cubicBezTo>
                    <a:pt x="50162" y="28981"/>
                    <a:pt x="49519" y="20532"/>
                    <a:pt x="46097" y="12696"/>
                  </a:cubicBezTo>
                  <a:cubicBezTo>
                    <a:pt x="43756" y="7334"/>
                    <a:pt x="38417" y="3294"/>
                    <a:pt x="32955" y="1197"/>
                  </a:cubicBezTo>
                  <a:cubicBezTo>
                    <a:pt x="30807" y="372"/>
                    <a:pt x="28473" y="1"/>
                    <a:pt x="26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4"/>
            <p:cNvSpPr/>
            <p:nvPr/>
          </p:nvSpPr>
          <p:spPr>
            <a:xfrm>
              <a:off x="4050350" y="454400"/>
              <a:ext cx="185700" cy="433975"/>
            </a:xfrm>
            <a:custGeom>
              <a:avLst/>
              <a:gdLst/>
              <a:ahLst/>
              <a:cxnLst/>
              <a:rect l="l" t="t" r="r" b="b"/>
              <a:pathLst>
                <a:path w="7428" h="17359" extrusionOk="0">
                  <a:moveTo>
                    <a:pt x="1603" y="0"/>
                  </a:moveTo>
                  <a:cubicBezTo>
                    <a:pt x="0" y="0"/>
                    <a:pt x="729" y="2382"/>
                    <a:pt x="1273" y="3435"/>
                  </a:cubicBezTo>
                  <a:cubicBezTo>
                    <a:pt x="3235" y="7240"/>
                    <a:pt x="5393" y="11259"/>
                    <a:pt x="5037" y="15525"/>
                  </a:cubicBezTo>
                  <a:cubicBezTo>
                    <a:pt x="5005" y="15906"/>
                    <a:pt x="4954" y="16297"/>
                    <a:pt x="5061" y="16664"/>
                  </a:cubicBezTo>
                  <a:cubicBezTo>
                    <a:pt x="5167" y="17025"/>
                    <a:pt x="5476" y="17359"/>
                    <a:pt x="5851" y="17359"/>
                  </a:cubicBezTo>
                  <a:cubicBezTo>
                    <a:pt x="5857" y="17359"/>
                    <a:pt x="5863" y="17359"/>
                    <a:pt x="5869" y="17358"/>
                  </a:cubicBezTo>
                  <a:cubicBezTo>
                    <a:pt x="6439" y="17343"/>
                    <a:pt x="6705" y="16652"/>
                    <a:pt x="6796" y="16088"/>
                  </a:cubicBezTo>
                  <a:cubicBezTo>
                    <a:pt x="7427" y="12263"/>
                    <a:pt x="6835" y="8264"/>
                    <a:pt x="5209" y="4752"/>
                  </a:cubicBezTo>
                  <a:cubicBezTo>
                    <a:pt x="4748" y="3756"/>
                    <a:pt x="3283" y="333"/>
                    <a:pt x="2107" y="64"/>
                  </a:cubicBezTo>
                  <a:cubicBezTo>
                    <a:pt x="1918" y="20"/>
                    <a:pt x="1750" y="0"/>
                    <a:pt x="1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4"/>
            <p:cNvSpPr/>
            <p:nvPr/>
          </p:nvSpPr>
          <p:spPr>
            <a:xfrm>
              <a:off x="4109600" y="1015950"/>
              <a:ext cx="99125" cy="158925"/>
            </a:xfrm>
            <a:custGeom>
              <a:avLst/>
              <a:gdLst/>
              <a:ahLst/>
              <a:cxnLst/>
              <a:rect l="l" t="t" r="r" b="b"/>
              <a:pathLst>
                <a:path w="3965" h="6357" extrusionOk="0">
                  <a:moveTo>
                    <a:pt x="2617" y="0"/>
                  </a:moveTo>
                  <a:cubicBezTo>
                    <a:pt x="1529" y="0"/>
                    <a:pt x="530" y="4405"/>
                    <a:pt x="226" y="5225"/>
                  </a:cubicBezTo>
                  <a:cubicBezTo>
                    <a:pt x="99" y="5567"/>
                    <a:pt x="0" y="6020"/>
                    <a:pt x="290" y="6242"/>
                  </a:cubicBezTo>
                  <a:cubicBezTo>
                    <a:pt x="409" y="6334"/>
                    <a:pt x="568" y="6357"/>
                    <a:pt x="718" y="6357"/>
                  </a:cubicBezTo>
                  <a:cubicBezTo>
                    <a:pt x="2115" y="6352"/>
                    <a:pt x="2905" y="4753"/>
                    <a:pt x="3171" y="3380"/>
                  </a:cubicBezTo>
                  <a:cubicBezTo>
                    <a:pt x="3297" y="2730"/>
                    <a:pt x="3965" y="34"/>
                    <a:pt x="2627" y="1"/>
                  </a:cubicBezTo>
                  <a:cubicBezTo>
                    <a:pt x="2624" y="0"/>
                    <a:pt x="2621" y="0"/>
                    <a:pt x="2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4"/>
            <p:cNvSpPr/>
            <p:nvPr/>
          </p:nvSpPr>
          <p:spPr>
            <a:xfrm>
              <a:off x="4155250" y="3967625"/>
              <a:ext cx="245425" cy="109575"/>
            </a:xfrm>
            <a:custGeom>
              <a:avLst/>
              <a:gdLst/>
              <a:ahLst/>
              <a:cxnLst/>
              <a:rect l="l" t="t" r="r" b="b"/>
              <a:pathLst>
                <a:path w="9817" h="4383" extrusionOk="0">
                  <a:moveTo>
                    <a:pt x="0" y="0"/>
                  </a:moveTo>
                  <a:cubicBezTo>
                    <a:pt x="0" y="0"/>
                    <a:pt x="1092" y="3865"/>
                    <a:pt x="4411" y="4336"/>
                  </a:cubicBezTo>
                  <a:cubicBezTo>
                    <a:pt x="4632" y="4368"/>
                    <a:pt x="4848" y="4382"/>
                    <a:pt x="5058" y="4382"/>
                  </a:cubicBezTo>
                  <a:cubicBezTo>
                    <a:pt x="7998" y="4382"/>
                    <a:pt x="9817" y="1509"/>
                    <a:pt x="9817" y="15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0B4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4"/>
            <p:cNvSpPr/>
            <p:nvPr/>
          </p:nvSpPr>
          <p:spPr>
            <a:xfrm>
              <a:off x="3942775" y="3361175"/>
              <a:ext cx="706750" cy="681675"/>
            </a:xfrm>
            <a:custGeom>
              <a:avLst/>
              <a:gdLst/>
              <a:ahLst/>
              <a:cxnLst/>
              <a:rect l="l" t="t" r="r" b="b"/>
              <a:pathLst>
                <a:path w="28270" h="27267" extrusionOk="0">
                  <a:moveTo>
                    <a:pt x="14301" y="0"/>
                  </a:moveTo>
                  <a:cubicBezTo>
                    <a:pt x="8801" y="0"/>
                    <a:pt x="3580" y="3617"/>
                    <a:pt x="1712" y="9080"/>
                  </a:cubicBezTo>
                  <a:cubicBezTo>
                    <a:pt x="0" y="14082"/>
                    <a:pt x="1468" y="20031"/>
                    <a:pt x="5331" y="23639"/>
                  </a:cubicBezTo>
                  <a:cubicBezTo>
                    <a:pt x="7858" y="26000"/>
                    <a:pt x="11324" y="27267"/>
                    <a:pt x="14775" y="27267"/>
                  </a:cubicBezTo>
                  <a:cubicBezTo>
                    <a:pt x="16599" y="27267"/>
                    <a:pt x="18419" y="26913"/>
                    <a:pt x="20093" y="26179"/>
                  </a:cubicBezTo>
                  <a:cubicBezTo>
                    <a:pt x="24934" y="24056"/>
                    <a:pt x="28270" y="18866"/>
                    <a:pt x="28154" y="13581"/>
                  </a:cubicBezTo>
                  <a:cubicBezTo>
                    <a:pt x="28028" y="7789"/>
                    <a:pt x="24287" y="3043"/>
                    <a:pt x="18938" y="897"/>
                  </a:cubicBezTo>
                  <a:cubicBezTo>
                    <a:pt x="17416" y="286"/>
                    <a:pt x="15847" y="0"/>
                    <a:pt x="14301" y="0"/>
                  </a:cubicBezTo>
                  <a:close/>
                </a:path>
              </a:pathLst>
            </a:custGeom>
            <a:solidFill>
              <a:srgbClr val="F2C9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4"/>
            <p:cNvSpPr/>
            <p:nvPr/>
          </p:nvSpPr>
          <p:spPr>
            <a:xfrm>
              <a:off x="3923850" y="3305875"/>
              <a:ext cx="792450" cy="507625"/>
            </a:xfrm>
            <a:custGeom>
              <a:avLst/>
              <a:gdLst/>
              <a:ahLst/>
              <a:cxnLst/>
              <a:rect l="l" t="t" r="r" b="b"/>
              <a:pathLst>
                <a:path w="31698" h="20305" extrusionOk="0">
                  <a:moveTo>
                    <a:pt x="15622" y="0"/>
                  </a:moveTo>
                  <a:cubicBezTo>
                    <a:pt x="15026" y="0"/>
                    <a:pt x="14427" y="59"/>
                    <a:pt x="13828" y="185"/>
                  </a:cubicBezTo>
                  <a:cubicBezTo>
                    <a:pt x="9911" y="1007"/>
                    <a:pt x="6460" y="2355"/>
                    <a:pt x="3560" y="5234"/>
                  </a:cubicBezTo>
                  <a:cubicBezTo>
                    <a:pt x="2121" y="6663"/>
                    <a:pt x="1085" y="7963"/>
                    <a:pt x="572" y="9952"/>
                  </a:cubicBezTo>
                  <a:cubicBezTo>
                    <a:pt x="23" y="12075"/>
                    <a:pt x="0" y="14341"/>
                    <a:pt x="565" y="16463"/>
                  </a:cubicBezTo>
                  <a:cubicBezTo>
                    <a:pt x="835" y="17478"/>
                    <a:pt x="1276" y="18517"/>
                    <a:pt x="2140" y="19113"/>
                  </a:cubicBezTo>
                  <a:cubicBezTo>
                    <a:pt x="2038" y="17664"/>
                    <a:pt x="2458" y="16136"/>
                    <a:pt x="3317" y="14958"/>
                  </a:cubicBezTo>
                  <a:cubicBezTo>
                    <a:pt x="3625" y="14538"/>
                    <a:pt x="6449" y="12415"/>
                    <a:pt x="6424" y="12286"/>
                  </a:cubicBezTo>
                  <a:lnTo>
                    <a:pt x="6424" y="12286"/>
                  </a:lnTo>
                  <a:cubicBezTo>
                    <a:pt x="6525" y="12794"/>
                    <a:pt x="6518" y="13315"/>
                    <a:pt x="6406" y="13820"/>
                  </a:cubicBezTo>
                  <a:cubicBezTo>
                    <a:pt x="6452" y="13613"/>
                    <a:pt x="11037" y="11821"/>
                    <a:pt x="11592" y="11448"/>
                  </a:cubicBezTo>
                  <a:cubicBezTo>
                    <a:pt x="13092" y="10440"/>
                    <a:pt x="14153" y="9082"/>
                    <a:pt x="15674" y="8051"/>
                  </a:cubicBezTo>
                  <a:cubicBezTo>
                    <a:pt x="16861" y="10825"/>
                    <a:pt x="19427" y="12730"/>
                    <a:pt x="21935" y="14411"/>
                  </a:cubicBezTo>
                  <a:cubicBezTo>
                    <a:pt x="22944" y="15086"/>
                    <a:pt x="23905" y="15758"/>
                    <a:pt x="24815" y="16474"/>
                  </a:cubicBezTo>
                  <a:cubicBezTo>
                    <a:pt x="26226" y="17583"/>
                    <a:pt x="27512" y="18799"/>
                    <a:pt x="28651" y="20305"/>
                  </a:cubicBezTo>
                  <a:cubicBezTo>
                    <a:pt x="29414" y="18946"/>
                    <a:pt x="29730" y="17616"/>
                    <a:pt x="29757" y="16077"/>
                  </a:cubicBezTo>
                  <a:cubicBezTo>
                    <a:pt x="29761" y="15834"/>
                    <a:pt x="29687" y="12659"/>
                    <a:pt x="29658" y="12659"/>
                  </a:cubicBezTo>
                  <a:cubicBezTo>
                    <a:pt x="29658" y="12659"/>
                    <a:pt x="29658" y="12659"/>
                    <a:pt x="29658" y="12659"/>
                  </a:cubicBezTo>
                  <a:lnTo>
                    <a:pt x="29658" y="12659"/>
                  </a:lnTo>
                  <a:cubicBezTo>
                    <a:pt x="30429" y="12472"/>
                    <a:pt x="31134" y="12079"/>
                    <a:pt x="31698" y="11522"/>
                  </a:cubicBezTo>
                  <a:cubicBezTo>
                    <a:pt x="29768" y="10578"/>
                    <a:pt x="28805" y="8311"/>
                    <a:pt x="26958" y="7209"/>
                  </a:cubicBezTo>
                  <a:cubicBezTo>
                    <a:pt x="27798" y="7178"/>
                    <a:pt x="28609" y="6708"/>
                    <a:pt x="29054" y="5995"/>
                  </a:cubicBezTo>
                  <a:cubicBezTo>
                    <a:pt x="27614" y="5979"/>
                    <a:pt x="26367" y="5044"/>
                    <a:pt x="25237" y="4151"/>
                  </a:cubicBezTo>
                  <a:cubicBezTo>
                    <a:pt x="22574" y="2049"/>
                    <a:pt x="19156" y="0"/>
                    <a:pt x="156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4"/>
            <p:cNvSpPr/>
            <p:nvPr/>
          </p:nvSpPr>
          <p:spPr>
            <a:xfrm>
              <a:off x="4190725" y="3717525"/>
              <a:ext cx="45150" cy="45125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1"/>
                  </a:moveTo>
                  <a:cubicBezTo>
                    <a:pt x="405" y="1"/>
                    <a:pt x="0" y="404"/>
                    <a:pt x="0" y="903"/>
                  </a:cubicBezTo>
                  <a:cubicBezTo>
                    <a:pt x="0" y="1401"/>
                    <a:pt x="405" y="1805"/>
                    <a:pt x="903" y="1805"/>
                  </a:cubicBezTo>
                  <a:cubicBezTo>
                    <a:pt x="1401" y="1805"/>
                    <a:pt x="1806" y="1401"/>
                    <a:pt x="1806" y="903"/>
                  </a:cubicBezTo>
                  <a:cubicBezTo>
                    <a:pt x="1806" y="404"/>
                    <a:pt x="140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4"/>
            <p:cNvSpPr/>
            <p:nvPr/>
          </p:nvSpPr>
          <p:spPr>
            <a:xfrm>
              <a:off x="4439625" y="3790850"/>
              <a:ext cx="46950" cy="45200"/>
            </a:xfrm>
            <a:custGeom>
              <a:avLst/>
              <a:gdLst/>
              <a:ahLst/>
              <a:cxnLst/>
              <a:rect l="l" t="t" r="r" b="b"/>
              <a:pathLst>
                <a:path w="1878" h="1808" extrusionOk="0">
                  <a:moveTo>
                    <a:pt x="975" y="1"/>
                  </a:moveTo>
                  <a:cubicBezTo>
                    <a:pt x="740" y="1"/>
                    <a:pt x="509" y="93"/>
                    <a:pt x="336" y="265"/>
                  </a:cubicBezTo>
                  <a:cubicBezTo>
                    <a:pt x="78" y="524"/>
                    <a:pt x="0" y="912"/>
                    <a:pt x="140" y="1250"/>
                  </a:cubicBezTo>
                  <a:cubicBezTo>
                    <a:pt x="281" y="1587"/>
                    <a:pt x="610" y="1807"/>
                    <a:pt x="975" y="1807"/>
                  </a:cubicBezTo>
                  <a:cubicBezTo>
                    <a:pt x="1473" y="1807"/>
                    <a:pt x="1878" y="1403"/>
                    <a:pt x="1878" y="905"/>
                  </a:cubicBezTo>
                  <a:cubicBezTo>
                    <a:pt x="1878" y="539"/>
                    <a:pt x="1659" y="210"/>
                    <a:pt x="1321" y="70"/>
                  </a:cubicBezTo>
                  <a:cubicBezTo>
                    <a:pt x="1209" y="23"/>
                    <a:pt x="1092" y="1"/>
                    <a:pt x="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4"/>
            <p:cNvSpPr/>
            <p:nvPr/>
          </p:nvSpPr>
          <p:spPr>
            <a:xfrm>
              <a:off x="4250975" y="3850075"/>
              <a:ext cx="151000" cy="65125"/>
            </a:xfrm>
            <a:custGeom>
              <a:avLst/>
              <a:gdLst/>
              <a:ahLst/>
              <a:cxnLst/>
              <a:rect l="l" t="t" r="r" b="b"/>
              <a:pathLst>
                <a:path w="6040" h="2605" extrusionOk="0">
                  <a:moveTo>
                    <a:pt x="187" y="1"/>
                  </a:moveTo>
                  <a:cubicBezTo>
                    <a:pt x="146" y="1"/>
                    <a:pt x="113" y="10"/>
                    <a:pt x="88" y="29"/>
                  </a:cubicBezTo>
                  <a:cubicBezTo>
                    <a:pt x="1" y="98"/>
                    <a:pt x="10" y="234"/>
                    <a:pt x="38" y="343"/>
                  </a:cubicBezTo>
                  <a:cubicBezTo>
                    <a:pt x="307" y="1383"/>
                    <a:pt x="1397" y="2205"/>
                    <a:pt x="2390" y="2473"/>
                  </a:cubicBezTo>
                  <a:cubicBezTo>
                    <a:pt x="2724" y="2562"/>
                    <a:pt x="3068" y="2605"/>
                    <a:pt x="3412" y="2605"/>
                  </a:cubicBezTo>
                  <a:cubicBezTo>
                    <a:pt x="4241" y="2605"/>
                    <a:pt x="5076" y="2359"/>
                    <a:pt x="5796" y="1940"/>
                  </a:cubicBezTo>
                  <a:cubicBezTo>
                    <a:pt x="5863" y="1901"/>
                    <a:pt x="5932" y="1857"/>
                    <a:pt x="5966" y="1788"/>
                  </a:cubicBezTo>
                  <a:cubicBezTo>
                    <a:pt x="6040" y="1645"/>
                    <a:pt x="5918" y="1466"/>
                    <a:pt x="5766" y="1414"/>
                  </a:cubicBezTo>
                  <a:cubicBezTo>
                    <a:pt x="5711" y="1396"/>
                    <a:pt x="5654" y="1389"/>
                    <a:pt x="5597" y="1389"/>
                  </a:cubicBezTo>
                  <a:cubicBezTo>
                    <a:pt x="5495" y="1389"/>
                    <a:pt x="5391" y="1411"/>
                    <a:pt x="5289" y="1430"/>
                  </a:cubicBezTo>
                  <a:cubicBezTo>
                    <a:pt x="4944" y="1498"/>
                    <a:pt x="4587" y="1531"/>
                    <a:pt x="4228" y="1531"/>
                  </a:cubicBezTo>
                  <a:cubicBezTo>
                    <a:pt x="3523" y="1531"/>
                    <a:pt x="2812" y="1401"/>
                    <a:pt x="2170" y="1140"/>
                  </a:cubicBezTo>
                  <a:cubicBezTo>
                    <a:pt x="1827" y="999"/>
                    <a:pt x="613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title"/>
          </p:nvPr>
        </p:nvSpPr>
        <p:spPr>
          <a:xfrm>
            <a:off x="2549400" y="198900"/>
            <a:ext cx="4045200" cy="87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NUEST</a:t>
            </a:r>
            <a:r>
              <a:rPr lang="es-CL" dirty="0"/>
              <a:t>ROS JUEGOS</a:t>
            </a:r>
            <a:endParaRPr dirty="0"/>
          </a:p>
        </p:txBody>
      </p:sp>
      <p:sp>
        <p:nvSpPr>
          <p:cNvPr id="270" name="Google Shape;270;p35">
            <a:hlinkClick r:id="rId3" action="ppaction://hlinksldjump"/>
          </p:cNvPr>
          <p:cNvSpPr/>
          <p:nvPr/>
        </p:nvSpPr>
        <p:spPr>
          <a:xfrm>
            <a:off x="709500" y="1272859"/>
            <a:ext cx="1996200" cy="1156200"/>
          </a:xfrm>
          <a:prstGeom prst="roundRect">
            <a:avLst>
              <a:gd name="adj" fmla="val 30219"/>
            </a:avLst>
          </a:prstGeom>
          <a:solidFill>
            <a:schemeClr val="accent3"/>
          </a:solidFill>
          <a:ln>
            <a:noFill/>
          </a:ln>
          <a:effectLst>
            <a:outerShdw blurRad="57150" dist="38100" dir="7680000" algn="bl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5">
            <a:hlinkClick r:id="rId4" action="ppaction://hlinksldjump"/>
          </p:cNvPr>
          <p:cNvSpPr/>
          <p:nvPr/>
        </p:nvSpPr>
        <p:spPr>
          <a:xfrm>
            <a:off x="3811010" y="1326519"/>
            <a:ext cx="1996200" cy="1156200"/>
          </a:xfrm>
          <a:prstGeom prst="roundRect">
            <a:avLst>
              <a:gd name="adj" fmla="val 30219"/>
            </a:avLst>
          </a:prstGeom>
          <a:solidFill>
            <a:schemeClr val="accent4"/>
          </a:solidFill>
          <a:ln>
            <a:noFill/>
          </a:ln>
          <a:effectLst>
            <a:outerShdw blurRad="57150" dist="38100" dir="7680000" algn="bl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5">
            <a:hlinkClick r:id="rId5" action="ppaction://hlinksldjump"/>
          </p:cNvPr>
          <p:cNvSpPr/>
          <p:nvPr/>
        </p:nvSpPr>
        <p:spPr>
          <a:xfrm>
            <a:off x="6772487" y="1325948"/>
            <a:ext cx="1996200" cy="1156200"/>
          </a:xfrm>
          <a:prstGeom prst="roundRect">
            <a:avLst>
              <a:gd name="adj" fmla="val 30219"/>
            </a:avLst>
          </a:prstGeom>
          <a:solidFill>
            <a:schemeClr val="accent1"/>
          </a:solidFill>
          <a:ln>
            <a:noFill/>
          </a:ln>
          <a:effectLst>
            <a:outerShdw blurRad="57150" dist="38100" dir="7680000" algn="bl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35">
            <a:hlinkClick r:id="rId3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791400" y="1610169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 INTRUSO</a:t>
            </a:r>
            <a:endParaRPr dirty="0"/>
          </a:p>
        </p:txBody>
      </p:sp>
      <p:sp>
        <p:nvSpPr>
          <p:cNvPr id="278" name="Google Shape;278;p35">
            <a:hlinkClick r:id="rId5" action="ppaction://hlinksldjump"/>
          </p:cNvPr>
          <p:cNvSpPr txBox="1">
            <a:spLocks noGrp="1"/>
          </p:cNvSpPr>
          <p:nvPr>
            <p:ph type="title" idx="6"/>
          </p:nvPr>
        </p:nvSpPr>
        <p:spPr>
          <a:xfrm>
            <a:off x="6912520" y="1610169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dirty="0"/>
              <a:t>LA CASA</a:t>
            </a:r>
            <a:endParaRPr dirty="0"/>
          </a:p>
        </p:txBody>
      </p:sp>
      <p:sp>
        <p:nvSpPr>
          <p:cNvPr id="279" name="Google Shape;279;p35">
            <a:hlinkClick r:id="rId4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3892910" y="1661319"/>
            <a:ext cx="18324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MI EQUIPO</a:t>
            </a:r>
            <a:endParaRPr dirty="0"/>
          </a:p>
        </p:txBody>
      </p:sp>
      <p:sp>
        <p:nvSpPr>
          <p:cNvPr id="280" name="Google Shape;280;p35">
            <a:hlinkClick r:id="rId6" action="ppaction://hlinksldjump"/>
          </p:cNvPr>
          <p:cNvSpPr/>
          <p:nvPr/>
        </p:nvSpPr>
        <p:spPr>
          <a:xfrm>
            <a:off x="3573900" y="4242100"/>
            <a:ext cx="1996200" cy="616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38100" dir="7680000" algn="bl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5">
            <a:hlinkClick r:id="rId6" action="ppaction://hlinksldjump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73900" y="4318300"/>
            <a:ext cx="1996200" cy="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latin typeface="Londrina Solid"/>
                <a:ea typeface="Londrina Solid"/>
                <a:cs typeface="Londrina Solid"/>
                <a:sym typeface="Londrina Solid"/>
              </a:rPr>
              <a:t>¿Haz terminad</a:t>
            </a:r>
            <a:r>
              <a:rPr lang="es-CL" dirty="0">
                <a:latin typeface="Londrina Solid"/>
                <a:ea typeface="Londrina Solid"/>
                <a:cs typeface="Londrina Solid"/>
                <a:sym typeface="Londrina Solid"/>
              </a:rPr>
              <a:t>o</a:t>
            </a:r>
            <a:r>
              <a:rPr lang="en" dirty="0">
                <a:latin typeface="Londrina Solid"/>
                <a:ea typeface="Londrina Solid"/>
                <a:cs typeface="Londrina Solid"/>
                <a:sym typeface="Londrina Solid"/>
              </a:rPr>
              <a:t>?</a:t>
            </a:r>
            <a:endParaRPr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5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8" descr="Minus - Say Hello! | Fazendinha png">
            <a:extLst>
              <a:ext uri="{FF2B5EF4-FFF2-40B4-BE49-F238E27FC236}">
                <a16:creationId xmlns:a16="http://schemas.microsoft.com/office/drawing/2014/main" id="{63330713-4E87-4971-8B0F-B81A80365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57" y="3089718"/>
            <a:ext cx="1349630" cy="120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ibujo elefante infantil - Buscar con Google | Dibujo elefante ...">
            <a:extLst>
              <a:ext uri="{FF2B5EF4-FFF2-40B4-BE49-F238E27FC236}">
                <a16:creationId xmlns:a16="http://schemas.microsoft.com/office/drawing/2014/main" id="{1CC36C06-08A1-435B-84C6-1D3379B6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00" b="99333" l="9500" r="9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891" y="3089718"/>
            <a:ext cx="1245966" cy="124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uppy Love Silhouette">
            <a:extLst>
              <a:ext uri="{FF2B5EF4-FFF2-40B4-BE49-F238E27FC236}">
                <a16:creationId xmlns:a16="http://schemas.microsoft.com/office/drawing/2014/main" id="{FEADBBEF-E3A4-481C-8A9A-B199B53F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67" b="99667" l="0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548" y="1339126"/>
            <a:ext cx="1131988" cy="113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도안::이미지] 폼아트 도안/동물도안/동물이미지로 환경판 꾸미기 ...">
            <a:extLst>
              <a:ext uri="{FF2B5EF4-FFF2-40B4-BE49-F238E27FC236}">
                <a16:creationId xmlns:a16="http://schemas.microsoft.com/office/drawing/2014/main" id="{D513D65B-3191-4ADE-A3F2-23C0801C6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274" y="3080577"/>
            <a:ext cx="1109452" cy="125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Pin en clipart">
            <a:extLst>
              <a:ext uri="{FF2B5EF4-FFF2-40B4-BE49-F238E27FC236}">
                <a16:creationId xmlns:a16="http://schemas.microsoft.com/office/drawing/2014/main" id="{192C2C92-49AA-44FD-A756-DB8B19C7E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951" y="1328912"/>
            <a:ext cx="1335820" cy="114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aranja – Canal del Área de Tecnología Educativa">
            <a:extLst>
              <a:ext uri="{FF2B5EF4-FFF2-40B4-BE49-F238E27FC236}">
                <a16:creationId xmlns:a16="http://schemas.microsoft.com/office/drawing/2014/main" id="{6F47991B-7283-418C-B9C3-98440EC32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0" r="973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891" y="1339126"/>
            <a:ext cx="1599158" cy="113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otón de acción: ir hacia delante o siguiente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6CBBB3E-EBBB-40FA-988B-46F2A64C64C3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69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50" name="Picture 2" descr="Laminas con platanos para imprimir | Imprimir sobres, Laminas de ...">
            <a:extLst>
              <a:ext uri="{FF2B5EF4-FFF2-40B4-BE49-F238E27FC236}">
                <a16:creationId xmlns:a16="http://schemas.microsoft.com/office/drawing/2014/main" id="{68BDA68E-506C-403B-BE0C-F2F135062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250" b="9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4766">
            <a:off x="6549356" y="1182195"/>
            <a:ext cx="1018321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bujos de frutas. Dibujos de frutas para niños">
            <a:extLst>
              <a:ext uri="{FF2B5EF4-FFF2-40B4-BE49-F238E27FC236}">
                <a16:creationId xmlns:a16="http://schemas.microsoft.com/office/drawing/2014/main" id="{9F7505DB-3D3C-40B4-B937-43100984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02" b="97659" l="334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297" y="1336876"/>
            <a:ext cx="1136489" cy="113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an Cartoon Simulación Sandia Pintado A Mano De Dibujos Animados ...">
            <a:extLst>
              <a:ext uri="{FF2B5EF4-FFF2-40B4-BE49-F238E27FC236}">
                <a16:creationId xmlns:a16="http://schemas.microsoft.com/office/drawing/2014/main" id="{4EFE0A00-8695-4A77-8E85-90036C6AF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06" y="3158667"/>
            <a:ext cx="1291599" cy="112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edir imposibles, pedir peras. Cuentos infantiles de frutas">
            <a:extLst>
              <a:ext uri="{FF2B5EF4-FFF2-40B4-BE49-F238E27FC236}">
                <a16:creationId xmlns:a16="http://schemas.microsoft.com/office/drawing/2014/main" id="{CD1F12BA-F58E-437D-8C33-C3089C397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9273" l="109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31" y="3108138"/>
            <a:ext cx="871537" cy="12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cono verde de la camiseta de los hombres - Descargar PNG/SVG ...">
            <a:extLst>
              <a:ext uri="{FF2B5EF4-FFF2-40B4-BE49-F238E27FC236}">
                <a16:creationId xmlns:a16="http://schemas.microsoft.com/office/drawing/2014/main" id="{7940C52E-D42F-48E1-849E-4BAFD6137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98" y="3158667"/>
            <a:ext cx="1203526" cy="120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Naranja – Canal del Área de Tecnología Educativa">
            <a:extLst>
              <a:ext uri="{FF2B5EF4-FFF2-40B4-BE49-F238E27FC236}">
                <a16:creationId xmlns:a16="http://schemas.microsoft.com/office/drawing/2014/main" id="{EE4C05C4-E6E9-4F7B-9664-B168641DB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973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58" y="1336876"/>
            <a:ext cx="1599158" cy="113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otón de acción: ir hacia delante o siguient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D714075-71D7-439D-9AD8-F6399CA6C8B4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074" name="Picture 2" descr="Webquest Creator 2">
            <a:extLst>
              <a:ext uri="{FF2B5EF4-FFF2-40B4-BE49-F238E27FC236}">
                <a16:creationId xmlns:a16="http://schemas.microsoft.com/office/drawing/2014/main" id="{B0D9BCDD-6B46-40C6-8A6A-6CA32208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859" y="3075336"/>
            <a:ext cx="1559084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Jeans Background 3508*2480 transprent Png Free Download - Clothing ...">
            <a:extLst>
              <a:ext uri="{FF2B5EF4-FFF2-40B4-BE49-F238E27FC236}">
                <a16:creationId xmlns:a16="http://schemas.microsoft.com/office/drawing/2014/main" id="{A5F1CAAF-FAD1-458E-B98B-3EC09EEC1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38951" y1="15873" x2="71910" y2="15873"/>
                        <a14:foregroundMark x1="71910" y1="15873" x2="76404" y2="51323"/>
                        <a14:foregroundMark x1="76404" y1="51323" x2="26966" y2="52910"/>
                        <a14:foregroundMark x1="26966" y1="52910" x2="40075" y2="9524"/>
                        <a14:foregroundMark x1="75655" y1="13228" x2="75655" y2="13228"/>
                        <a14:foregroundMark x1="75655" y1="13228" x2="33333" y2="31746"/>
                        <a14:foregroundMark x1="40824" y1="16402" x2="73783" y2="349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875" y="1344020"/>
            <a:ext cx="1585333" cy="112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A Stylish Blue Hoody Vector Or Color Illustration, Blue, Hoody ...">
            <a:extLst>
              <a:ext uri="{FF2B5EF4-FFF2-40B4-BE49-F238E27FC236}">
                <a16:creationId xmlns:a16="http://schemas.microsoft.com/office/drawing/2014/main" id="{9764FB8D-5C41-4B79-8380-26FBFC45F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81" l="5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57" y="3103128"/>
            <a:ext cx="1333258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Dibujo png PNG Image vestido 3 » 6bgf7y">
            <a:extLst>
              <a:ext uri="{FF2B5EF4-FFF2-40B4-BE49-F238E27FC236}">
                <a16:creationId xmlns:a16="http://schemas.microsoft.com/office/drawing/2014/main" id="{43E608B4-DE40-4B96-847D-3B976DFD3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99625" l="0" r="968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353" y="1238492"/>
            <a:ext cx="1154755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Nuestro 'flautista de Hamelin': Miguelo'H | cientoveintiunoSB">
            <a:extLst>
              <a:ext uri="{FF2B5EF4-FFF2-40B4-BE49-F238E27FC236}">
                <a16:creationId xmlns:a16="http://schemas.microsoft.com/office/drawing/2014/main" id="{C94EDC77-7385-408D-9CB3-6AAE028DD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530">
            <a:off x="3714584" y="3402321"/>
            <a:ext cx="1254012" cy="57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Icono verde de la camiseta de los hombres - Descargar PNG/SVG ...">
            <a:extLst>
              <a:ext uri="{FF2B5EF4-FFF2-40B4-BE49-F238E27FC236}">
                <a16:creationId xmlns:a16="http://schemas.microsoft.com/office/drawing/2014/main" id="{2F5C7127-628D-4609-9700-7135557C3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98" y="1311957"/>
            <a:ext cx="1203526" cy="120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otón de acción: ir hacia delante o siguient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B381913-0DDF-42BD-89F8-7A3835ECF93D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21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0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0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098" name="Picture 2" descr="Guitarra Png Dibujo - Dibujos De Guitarras A Color - 960x444 PNG ...">
            <a:extLst>
              <a:ext uri="{FF2B5EF4-FFF2-40B4-BE49-F238E27FC236}">
                <a16:creationId xmlns:a16="http://schemas.microsoft.com/office/drawing/2014/main" id="{F1181483-D7A3-41FB-8E93-199636CFD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819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84721">
            <a:off x="6558288" y="1507801"/>
            <a:ext cx="1417316" cy="87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ateria color | Dibujos de instrumentos musicales, Dibujos ...">
            <a:extLst>
              <a:ext uri="{FF2B5EF4-FFF2-40B4-BE49-F238E27FC236}">
                <a16:creationId xmlns:a16="http://schemas.microsoft.com/office/drawing/2014/main" id="{85B0AADE-D226-434E-9D74-2FAD43064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200" b="92200" l="0" r="100000">
                        <a14:backgroundMark x1="25000" y1="67200" x2="25000" y2="70800"/>
                        <a14:backgroundMark x1="25000" y1="70800" x2="28400" y2="67000"/>
                        <a14:backgroundMark x1="30800" y1="69200" x2="30800" y2="69200"/>
                        <a14:backgroundMark x1="73600" y1="68200" x2="72600" y2="72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29" y="3046072"/>
            <a:ext cx="1270080" cy="127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rompeta, La Música, Dibujo imagen png - imagen transparente ...">
            <a:extLst>
              <a:ext uri="{FF2B5EF4-FFF2-40B4-BE49-F238E27FC236}">
                <a16:creationId xmlns:a16="http://schemas.microsoft.com/office/drawing/2014/main" id="{871044B7-A2A6-4B86-B617-26C7E114C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57" b="100000" l="87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9129">
            <a:off x="1213242" y="3042417"/>
            <a:ext cx="1303834" cy="124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Dibujo de Acordeón a piano pintado por en Dibujos.net el día 03-03 ...">
            <a:extLst>
              <a:ext uri="{FF2B5EF4-FFF2-40B4-BE49-F238E27FC236}">
                <a16:creationId xmlns:a16="http://schemas.microsoft.com/office/drawing/2014/main" id="{647E9F29-FF39-4436-9384-1F8CCB6DB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50000" y1="36809" x2="50000" y2="36809"/>
                        <a14:foregroundMark x1="53667" y1="36596" x2="53667" y2="36596"/>
                        <a14:foregroundMark x1="56000" y1="34681" x2="56000" y2="34681"/>
                        <a14:backgroundMark x1="76500" y1="58936" x2="76500" y2="58936"/>
                        <a14:backgroundMark x1="77333" y1="57021" x2="77333" y2="57021"/>
                        <a14:backgroundMark x1="73167" y1="66809" x2="73167" y2="66809"/>
                        <a14:backgroundMark x1="73167" y1="66809" x2="78000" y2="538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666" y="2995784"/>
            <a:ext cx="1826476" cy="143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Dibujo de Muñeca de juguete pintado por en Dibujos.net el día 30 ...">
            <a:extLst>
              <a:ext uri="{FF2B5EF4-FFF2-40B4-BE49-F238E27FC236}">
                <a16:creationId xmlns:a16="http://schemas.microsoft.com/office/drawing/2014/main" id="{F6C45099-2914-4E38-A475-47EFBFD86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6596" b="90851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769" y="1205683"/>
            <a:ext cx="1794077" cy="140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Nuestro 'flautista de Hamelin': Miguelo'H | cientoveintiunoSB">
            <a:extLst>
              <a:ext uri="{FF2B5EF4-FFF2-40B4-BE49-F238E27FC236}">
                <a16:creationId xmlns:a16="http://schemas.microsoft.com/office/drawing/2014/main" id="{61AAFE95-B69C-413F-886C-376C27A3D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530">
            <a:off x="1081749" y="1618772"/>
            <a:ext cx="1254012" cy="57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Botón de acción: ir hacia delante o siguient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BB8E012-2999-4F01-BF8A-3967420D9A41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64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0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9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 descr="Juguete De Bloques, Lego, Dibujo imagen png - imagen transparente ...">
            <a:extLst>
              <a:ext uri="{FF2B5EF4-FFF2-40B4-BE49-F238E27FC236}">
                <a16:creationId xmlns:a16="http://schemas.microsoft.com/office/drawing/2014/main" id="{B5712B4E-CD86-4729-88BD-3A3FAF5BE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100" y="1381509"/>
            <a:ext cx="1346521" cy="104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in en Digis summer">
            <a:extLst>
              <a:ext uri="{FF2B5EF4-FFF2-40B4-BE49-F238E27FC236}">
                <a16:creationId xmlns:a16="http://schemas.microsoft.com/office/drawing/2014/main" id="{178239A7-A906-45BE-A1A7-6F501565B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906" y="3162783"/>
            <a:ext cx="1095908" cy="109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1000+ Canica Stock Images, Photos &amp; Vectors | Shutterstock">
            <a:extLst>
              <a:ext uri="{FF2B5EF4-FFF2-40B4-BE49-F238E27FC236}">
                <a16:creationId xmlns:a16="http://schemas.microsoft.com/office/drawing/2014/main" id="{A6B708BB-D17B-4508-B917-DFF5A7F21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3929" l="0" r="97879">
                        <a14:foregroundMark x1="58485" y1="5714" x2="91212" y2="667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170" y="1409919"/>
            <a:ext cx="1200744" cy="101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Dibujo de Un puzzle pintado por en Dibujos.net el día 05-11-18 a ...">
            <a:extLst>
              <a:ext uri="{FF2B5EF4-FFF2-40B4-BE49-F238E27FC236}">
                <a16:creationId xmlns:a16="http://schemas.microsoft.com/office/drawing/2014/main" id="{47F9C765-6117-49C8-AF8F-2F3E39690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3500" y1="53404" x2="69167" y2="79362"/>
                        <a14:foregroundMark x1="69167" y1="79362" x2="70333" y2="79362"/>
                        <a14:foregroundMark x1="71833" y1="77447" x2="77167" y2="63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901" y="2907074"/>
            <a:ext cx="2056920" cy="161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Resultado de imagen para lapiz dibujo | Imagenes de lapiz">
            <a:extLst>
              <a:ext uri="{FF2B5EF4-FFF2-40B4-BE49-F238E27FC236}">
                <a16:creationId xmlns:a16="http://schemas.microsoft.com/office/drawing/2014/main" id="{531B72BE-2BD9-4540-B17D-27C9A6D90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667" b="97917" l="0" r="98750">
                        <a14:foregroundMark x1="83750" y1="12917" x2="71250" y2="25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887" y="3161077"/>
            <a:ext cx="1333309" cy="99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Dibujo de Muñeca de juguete pintado por en Dibujos.net el día 30 ...">
            <a:extLst>
              <a:ext uri="{FF2B5EF4-FFF2-40B4-BE49-F238E27FC236}">
                <a16:creationId xmlns:a16="http://schemas.microsoft.com/office/drawing/2014/main" id="{357E63F5-584B-4F51-B659-F67EF71AC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596" b="90851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45" y="1216645"/>
            <a:ext cx="1794077" cy="140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otón de acción: ir hacia delante o siguient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7238562-58C6-40CF-AA41-427CA11429BF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916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3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5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14" descr="Cuaderno dibujo png 3 » PNG Image">
            <a:extLst>
              <a:ext uri="{FF2B5EF4-FFF2-40B4-BE49-F238E27FC236}">
                <a16:creationId xmlns:a16="http://schemas.microsoft.com/office/drawing/2014/main" id="{32214977-992F-49EB-A26B-2A8E79159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930" y="1381509"/>
            <a:ext cx="1047223" cy="104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ijeras Dibujo Png - Tijeras Png Transparent PNG - 3508x2480 ...">
            <a:extLst>
              <a:ext uri="{FF2B5EF4-FFF2-40B4-BE49-F238E27FC236}">
                <a16:creationId xmlns:a16="http://schemas.microsoft.com/office/drawing/2014/main" id="{6433AEDB-E9CD-40F9-B177-69518D55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452" b="99202" l="244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42064">
            <a:off x="3843724" y="3114067"/>
            <a:ext cx="1341766" cy="123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pincel dibujo png | Pinceles dibujo ...">
            <a:extLst>
              <a:ext uri="{FF2B5EF4-FFF2-40B4-BE49-F238E27FC236}">
                <a16:creationId xmlns:a16="http://schemas.microsoft.com/office/drawing/2014/main" id="{35EB8F31-FB61-46AF-AA6D-09679C5D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133" y="3158667"/>
            <a:ext cx="1076182" cy="107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Dibujo de Sacapuntas II pintado por Eduardo7 en Dibujos.net el día ...">
            <a:extLst>
              <a:ext uri="{FF2B5EF4-FFF2-40B4-BE49-F238E27FC236}">
                <a16:creationId xmlns:a16="http://schemas.microsoft.com/office/drawing/2014/main" id="{CB0863D1-3B7B-4F6E-BC93-4F08D1979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745" b="93404" l="2574" r="942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66" y="3016053"/>
            <a:ext cx="1532751" cy="142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Dibujo de coche, rueda de coche PNG Clipart | PNGOcean">
            <a:extLst>
              <a:ext uri="{FF2B5EF4-FFF2-40B4-BE49-F238E27FC236}">
                <a16:creationId xmlns:a16="http://schemas.microsoft.com/office/drawing/2014/main" id="{BA609751-A0C2-42DF-92E9-F8F6F4BCB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13324" y1="45628" x2="12912" y2="78415"/>
                        <a14:foregroundMark x1="85027" y1="43169" x2="85440" y2="846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754" y="1521717"/>
            <a:ext cx="1584940" cy="79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Resultado de imagen para lapiz dibujo | Imagenes de lapiz">
            <a:extLst>
              <a:ext uri="{FF2B5EF4-FFF2-40B4-BE49-F238E27FC236}">
                <a16:creationId xmlns:a16="http://schemas.microsoft.com/office/drawing/2014/main" id="{F938008A-C3D7-419D-834F-FAA26D94A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667" b="97917" l="0" r="98750">
                        <a14:foregroundMark x1="83750" y1="12917" x2="71250" y2="25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740" y="1381509"/>
            <a:ext cx="1333309" cy="99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otón de acción: ir hacia delante o siguient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6C27592-9BF9-4EAC-AEA9-D1853DB62512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19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6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0" name="Picture 2" descr="Dibujado a mano ilustración transporte camión de dibujos animados ...">
            <a:extLst>
              <a:ext uri="{FF2B5EF4-FFF2-40B4-BE49-F238E27FC236}">
                <a16:creationId xmlns:a16="http://schemas.microsoft.com/office/drawing/2014/main" id="{BBB8C41B-910E-479A-921B-90DA20C1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160" y="850739"/>
            <a:ext cx="2108763" cy="210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Dibujo de coche, rueda de coche PNG Clipart | PNGOcean">
            <a:extLst>
              <a:ext uri="{FF2B5EF4-FFF2-40B4-BE49-F238E27FC236}">
                <a16:creationId xmlns:a16="http://schemas.microsoft.com/office/drawing/2014/main" id="{980AE976-58D9-42D0-83C5-DBBC3E3FE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13324" y1="45628" x2="12912" y2="78415"/>
                        <a14:foregroundMark x1="85027" y1="43169" x2="85440" y2="846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10" y="1541425"/>
            <a:ext cx="1584940" cy="79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ᐈ Motos dibujos de stock, imágenes motocicleta de dibujos ...">
            <a:extLst>
              <a:ext uri="{FF2B5EF4-FFF2-40B4-BE49-F238E27FC236}">
                <a16:creationId xmlns:a16="http://schemas.microsoft.com/office/drawing/2014/main" id="{EEE887DB-DE4A-42AD-9314-7544DC97F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984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56" y="3158667"/>
            <a:ext cx="1445543" cy="111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Avion dibujo png sin fondo 1 » PNG Image">
            <a:extLst>
              <a:ext uri="{FF2B5EF4-FFF2-40B4-BE49-F238E27FC236}">
                <a16:creationId xmlns:a16="http://schemas.microsoft.com/office/drawing/2014/main" id="{0722E5FD-8FA4-4BC8-BCFD-9E4AA0119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866" y="1429878"/>
            <a:ext cx="1677367" cy="90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0DC54555-57FA-4F02-AC46-022AC0C8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100000" l="0" r="100000">
                        <a14:foregroundMark x1="38462" y1="22326" x2="45726" y2="4186"/>
                        <a14:foregroundMark x1="45726" y1="4186" x2="97863" y2="61860"/>
                        <a14:foregroundMark x1="5983" y1="84186" x2="35470" y2="93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866" y="3078886"/>
            <a:ext cx="1415367" cy="130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Dibujo de Rollo de papel higiénico pintado por en Dibujos.net el ...">
            <a:extLst>
              <a:ext uri="{FF2B5EF4-FFF2-40B4-BE49-F238E27FC236}">
                <a16:creationId xmlns:a16="http://schemas.microsoft.com/office/drawing/2014/main" id="{C82B96CC-B26E-4950-BAF1-CC3557D36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5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33" y="2968081"/>
            <a:ext cx="1849948" cy="144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Botón de acción: ir hacia delante o siguiente 1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5F2ED45-A7E1-4858-8386-2450285173E7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61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7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7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7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7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7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7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194" name="Picture 2" descr="Ilustración De La Tina De Baño Llena De Agua Ilustraciones ...">
            <a:extLst>
              <a:ext uri="{FF2B5EF4-FFF2-40B4-BE49-F238E27FC236}">
                <a16:creationId xmlns:a16="http://schemas.microsoft.com/office/drawing/2014/main" id="{DF6A1659-5630-4980-AFF9-13D48D0C4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78889" y1="49333" x2="76444" y2="21111"/>
                        <a14:foregroundMark x1="58444" y1="26667" x2="58000" y2="3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389" y="1047570"/>
            <a:ext cx="1715102" cy="171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Dibujo de Rollo de papel higiénico pintado por en Dibujos.net el ...">
            <a:extLst>
              <a:ext uri="{FF2B5EF4-FFF2-40B4-BE49-F238E27FC236}">
                <a16:creationId xmlns:a16="http://schemas.microsoft.com/office/drawing/2014/main" id="{39109E36-5649-40FA-A102-43D5B786F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5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52" y="1236390"/>
            <a:ext cx="1849948" cy="144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cono De Cepillo De Dientes Y Dentífrico. Ilustración De Dibujos ...">
            <a:extLst>
              <a:ext uri="{FF2B5EF4-FFF2-40B4-BE49-F238E27FC236}">
                <a16:creationId xmlns:a16="http://schemas.microsoft.com/office/drawing/2014/main" id="{335B6D83-9371-4B5A-9179-D6CC48DAB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923" b="95538" l="7000" r="9115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9109">
            <a:off x="1022471" y="2941966"/>
            <a:ext cx="1558856" cy="155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Bangxiu Mejor Cepillo desenredante - Lily England Desenredante ...">
            <a:extLst>
              <a:ext uri="{FF2B5EF4-FFF2-40B4-BE49-F238E27FC236}">
                <a16:creationId xmlns:a16="http://schemas.microsoft.com/office/drawing/2014/main" id="{DC82B18A-E904-42B4-887E-55C8E899F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000" b="91200" l="8000" r="94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152" y="2876366"/>
            <a:ext cx="1615560" cy="161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VARIABLES INDIVIDUALES QUE INFLUYEN EN EL COMPORTAMIENTO DEL ...">
            <a:extLst>
              <a:ext uri="{FF2B5EF4-FFF2-40B4-BE49-F238E27FC236}">
                <a16:creationId xmlns:a16="http://schemas.microsoft.com/office/drawing/2014/main" id="{796177A2-7E63-464D-92C9-A3D8DF0E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0" r="88106">
                        <a14:backgroundMark x1="52863" y1="98438" x2="56828" y2="93750"/>
                        <a14:backgroundMark x1="13216" y1="94688" x2="18943" y2="99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125" y="3046072"/>
            <a:ext cx="945780" cy="129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esultado de imagen para martillo caricatura imagenes | Imagenes ...">
            <a:extLst>
              <a:ext uri="{FF2B5EF4-FFF2-40B4-BE49-F238E27FC236}">
                <a16:creationId xmlns:a16="http://schemas.microsoft.com/office/drawing/2014/main" id="{D82E0D4D-F360-4F75-B0BA-8506D6C87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98667" l="0" r="100000">
                        <a14:backgroundMark x1="22768" y1="96444" x2="71875" y2="79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871" y="1367040"/>
            <a:ext cx="1182547" cy="11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Botón de acción: ir hacia delante o siguiente 1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AAB9BB9-8E9C-4A34-ADA2-D3A60FEDFA2D}"/>
              </a:ext>
            </a:extLst>
          </p:cNvPr>
          <p:cNvSpPr/>
          <p:nvPr/>
        </p:nvSpPr>
        <p:spPr>
          <a:xfrm>
            <a:off x="8553691" y="4560425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12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12" descr="Resultado de imagen para martillo caricatura imagenes | Imagenes ...">
            <a:extLst>
              <a:ext uri="{FF2B5EF4-FFF2-40B4-BE49-F238E27FC236}">
                <a16:creationId xmlns:a16="http://schemas.microsoft.com/office/drawing/2014/main" id="{581D30A0-9051-48B6-87FC-3734BB981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667" l="0" r="100000">
                        <a14:backgroundMark x1="22768" y1="96444" x2="71875" y2="79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7" y="1311208"/>
            <a:ext cx="1182547" cy="11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Uso de las letras B y V.pptx by pgbecerril06 on emaze">
            <a:extLst>
              <a:ext uri="{FF2B5EF4-FFF2-40B4-BE49-F238E27FC236}">
                <a16:creationId xmlns:a16="http://schemas.microsoft.com/office/drawing/2014/main" id="{A511D467-081C-4DF8-A111-3843FD56E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90" b="98644" l="3000" r="93000">
                        <a14:foregroundMark x1="18333" y1="92203" x2="23333" y2="820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17" y="1336846"/>
            <a:ext cx="1155813" cy="113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Vi Carpintero Taller De - Gráficos vectoriales gratis en Pixabay">
            <a:extLst>
              <a:ext uri="{FF2B5EF4-FFF2-40B4-BE49-F238E27FC236}">
                <a16:creationId xmlns:a16="http://schemas.microsoft.com/office/drawing/2014/main" id="{330EFB2E-625C-4F3C-91EC-8F84CC11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882990" y="1271606"/>
            <a:ext cx="1185103" cy="126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FLEXÓMETRO">
            <a:extLst>
              <a:ext uri="{FF2B5EF4-FFF2-40B4-BE49-F238E27FC236}">
                <a16:creationId xmlns:a16="http://schemas.microsoft.com/office/drawing/2014/main" id="{5DD53FD6-A805-4012-A9FD-2CCD7CFD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92" y="3046072"/>
            <a:ext cx="1333258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Pala, Iconos De Equipo, Dibujo imagen png - imagen transparente ...">
            <a:extLst>
              <a:ext uri="{FF2B5EF4-FFF2-40B4-BE49-F238E27FC236}">
                <a16:creationId xmlns:a16="http://schemas.microsoft.com/office/drawing/2014/main" id="{47CAC3F1-8760-46F7-99B8-083861C32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98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25681">
            <a:off x="3855006" y="3109913"/>
            <a:ext cx="1205576" cy="120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Dibujos animados bebé aprender a gatear | Vector Premium">
            <a:extLst>
              <a:ext uri="{FF2B5EF4-FFF2-40B4-BE49-F238E27FC236}">
                <a16:creationId xmlns:a16="http://schemas.microsoft.com/office/drawing/2014/main" id="{79CE053A-78CD-4FF7-8108-ABD73CD29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9720" l="0" r="9888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526" y="3086061"/>
            <a:ext cx="1097394" cy="125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Botón de acción: ir hacia delante o siguiente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D66768A-A003-4C64-85F6-3A33CC10AB3B}"/>
              </a:ext>
            </a:extLst>
          </p:cNvPr>
          <p:cNvSpPr/>
          <p:nvPr/>
        </p:nvSpPr>
        <p:spPr>
          <a:xfrm>
            <a:off x="8553691" y="4572000"/>
            <a:ext cx="497712" cy="504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396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EL INTRUSO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8F1B8-93CE-4F60-A8E7-7C24C3B5EE37}"/>
              </a:ext>
            </a:extLst>
          </p:cNvPr>
          <p:cNvSpPr/>
          <p:nvPr/>
        </p:nvSpPr>
        <p:spPr>
          <a:xfrm>
            <a:off x="902824" y="123849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1E1314B-4511-4BCA-903C-4F496EDE3DE7}"/>
              </a:ext>
            </a:extLst>
          </p:cNvPr>
          <p:cNvSpPr/>
          <p:nvPr/>
        </p:nvSpPr>
        <p:spPr>
          <a:xfrm>
            <a:off x="3578505" y="123849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033766E-6C68-4A69-ADEE-A905C81E2A71}"/>
              </a:ext>
            </a:extLst>
          </p:cNvPr>
          <p:cNvSpPr/>
          <p:nvPr/>
        </p:nvSpPr>
        <p:spPr>
          <a:xfrm>
            <a:off x="6254186" y="123849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6DB96B2-204F-47ED-A481-D8B2E4FAA4CE}"/>
              </a:ext>
            </a:extLst>
          </p:cNvPr>
          <p:cNvSpPr/>
          <p:nvPr/>
        </p:nvSpPr>
        <p:spPr>
          <a:xfrm>
            <a:off x="902823" y="3046072"/>
            <a:ext cx="1794077" cy="133325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F770D61-A035-442F-9334-564D996F73C2}"/>
              </a:ext>
            </a:extLst>
          </p:cNvPr>
          <p:cNvSpPr/>
          <p:nvPr/>
        </p:nvSpPr>
        <p:spPr>
          <a:xfrm>
            <a:off x="6262866" y="3046072"/>
            <a:ext cx="1794077" cy="13332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307FA8F-FB2B-4577-AF0B-2B8032DFE503}"/>
              </a:ext>
            </a:extLst>
          </p:cNvPr>
          <p:cNvSpPr/>
          <p:nvPr/>
        </p:nvSpPr>
        <p:spPr>
          <a:xfrm>
            <a:off x="3578504" y="3046072"/>
            <a:ext cx="1794077" cy="13332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10" descr="Dibujos animados bebé aprender a gatear | Vector Premium">
            <a:extLst>
              <a:ext uri="{FF2B5EF4-FFF2-40B4-BE49-F238E27FC236}">
                <a16:creationId xmlns:a16="http://schemas.microsoft.com/office/drawing/2014/main" id="{60EDE2D3-FCC2-415A-8C36-9A07AACFE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720" l="0" r="9888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164" y="1278481"/>
            <a:ext cx="1097394" cy="125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nglés en infantil.: 3 y 4 Años: Unit 2: Family">
            <a:extLst>
              <a:ext uri="{FF2B5EF4-FFF2-40B4-BE49-F238E27FC236}">
                <a16:creationId xmlns:a16="http://schemas.microsoft.com/office/drawing/2014/main" id="{2DA239E1-E1B2-446A-BE06-3BC90FC74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13" b="100000" l="7500" r="941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396" y="3046072"/>
            <a:ext cx="1690867" cy="123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Scenariusz na Dzień Babci i Dziadka oraz wiele innych | Imagenes ...">
            <a:extLst>
              <a:ext uri="{FF2B5EF4-FFF2-40B4-BE49-F238E27FC236}">
                <a16:creationId xmlns:a16="http://schemas.microsoft.com/office/drawing/2014/main" id="{687747F1-33A0-4E40-B258-365CCB190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72" b="91863" l="3000" r="100000">
                        <a14:foregroundMark x1="37667" y1="41392" x2="67167" y2="44104"/>
                        <a14:foregroundMark x1="89167" y1="29245" x2="84000" y2="19104"/>
                        <a14:foregroundMark x1="15000" y1="30425" x2="23833" y2="200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911" y="2873536"/>
            <a:ext cx="1187262" cy="167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Grandma- Goes- to -Court | สำหรับเด็กๆ, สติกเกอร์, ภาพประกอบ">
            <a:extLst>
              <a:ext uri="{FF2B5EF4-FFF2-40B4-BE49-F238E27FC236}">
                <a16:creationId xmlns:a16="http://schemas.microsoft.com/office/drawing/2014/main" id="{87DE719E-AF4C-4187-8D73-F444297CB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12" y="1238492"/>
            <a:ext cx="1013355" cy="135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Papa, De Dibujos Animados, Dibujo imagen png - imagen transparente ...">
            <a:extLst>
              <a:ext uri="{FF2B5EF4-FFF2-40B4-BE49-F238E27FC236}">
                <a16:creationId xmlns:a16="http://schemas.microsoft.com/office/drawing/2014/main" id="{10E7FD21-F731-45B9-BD6F-2B0DB6E57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1757" b="92027" l="0" r="96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116" y="1220053"/>
            <a:ext cx="1644147" cy="135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973;p54">
            <a:hlinkClick r:id="rId14" action="ppaction://hlinksldjump"/>
            <a:extLst>
              <a:ext uri="{FF2B5EF4-FFF2-40B4-BE49-F238E27FC236}">
                <a16:creationId xmlns:a16="http://schemas.microsoft.com/office/drawing/2014/main" id="{7EEC8A00-B93D-4EE9-BCB0-8F870B445EBD}"/>
              </a:ext>
            </a:extLst>
          </p:cNvPr>
          <p:cNvSpPr txBox="1">
            <a:spLocks/>
          </p:cNvSpPr>
          <p:nvPr/>
        </p:nvSpPr>
        <p:spPr>
          <a:xfrm>
            <a:off x="311850" y="0"/>
            <a:ext cx="1996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ndrina Solid"/>
              <a:buNone/>
              <a:defRPr sz="28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1400" dirty="0"/>
              <a:t>ELIGE OTRO JUEGO</a:t>
            </a:r>
          </a:p>
        </p:txBody>
      </p:sp>
      <p:pic>
        <p:nvPicPr>
          <p:cNvPr id="10252" name="Picture 12" descr="Imágenes, fotos de stock y vectores sobre Dibujo De Papa ...">
            <a:extLst>
              <a:ext uri="{FF2B5EF4-FFF2-40B4-BE49-F238E27FC236}">
                <a16:creationId xmlns:a16="http://schemas.microsoft.com/office/drawing/2014/main" id="{6D0D6792-42DD-4752-955D-7579951B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92857" l="0" r="93578">
                        <a14:backgroundMark x1="56881" y1="90000" x2="56881" y2="58929"/>
                        <a14:backgroundMark x1="28440" y1="27857" x2="17890" y2="22143"/>
                        <a14:backgroundMark x1="44495" y1="22143" x2="44495" y2="146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491" y="3075542"/>
            <a:ext cx="1154067" cy="13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46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4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4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0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4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50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0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5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3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MI EQUIPO - ALIMENTOS</a:t>
            </a:r>
            <a:endParaRPr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B2A2140-AA83-4655-B9D6-11282FA5C60F}"/>
              </a:ext>
            </a:extLst>
          </p:cNvPr>
          <p:cNvSpPr/>
          <p:nvPr/>
        </p:nvSpPr>
        <p:spPr>
          <a:xfrm>
            <a:off x="257577" y="2292441"/>
            <a:ext cx="8574573" cy="1068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346B78B-998E-430D-B4CC-41CB122934F8}"/>
              </a:ext>
            </a:extLst>
          </p:cNvPr>
          <p:cNvSpPr/>
          <p:nvPr/>
        </p:nvSpPr>
        <p:spPr>
          <a:xfrm>
            <a:off x="513008" y="815185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BB0249-C66F-4DF1-92A1-A88D2D107A56}"/>
              </a:ext>
            </a:extLst>
          </p:cNvPr>
          <p:cNvSpPr/>
          <p:nvPr/>
        </p:nvSpPr>
        <p:spPr>
          <a:xfrm>
            <a:off x="3812145" y="815183"/>
            <a:ext cx="1519707" cy="13136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B050"/>
              </a:solidFill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BC5D604-1B36-4F4D-8EC5-8A5239878826}"/>
              </a:ext>
            </a:extLst>
          </p:cNvPr>
          <p:cNvSpPr/>
          <p:nvPr/>
        </p:nvSpPr>
        <p:spPr>
          <a:xfrm>
            <a:off x="6697550" y="815184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D1FF587-8A5C-45C0-9208-B0C1B7B60674}"/>
              </a:ext>
            </a:extLst>
          </p:cNvPr>
          <p:cNvSpPr/>
          <p:nvPr/>
        </p:nvSpPr>
        <p:spPr>
          <a:xfrm>
            <a:off x="5447548" y="3632449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A5947A7-D35A-4181-853A-A08AB188B117}"/>
              </a:ext>
            </a:extLst>
          </p:cNvPr>
          <p:cNvSpPr/>
          <p:nvPr/>
        </p:nvSpPr>
        <p:spPr>
          <a:xfrm>
            <a:off x="2097413" y="3688607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6" name="MARRAQUETA" descr="Panes pequeños Pandesal Hallulla Cocina Chilena Marraqueta, Pan ...">
            <a:extLst>
              <a:ext uri="{FF2B5EF4-FFF2-40B4-BE49-F238E27FC236}">
                <a16:creationId xmlns:a16="http://schemas.microsoft.com/office/drawing/2014/main" id="{613F16C5-048E-4F2B-84A8-D1C01EB3D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154" l="3846" r="9505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92" y="2292442"/>
            <a:ext cx="1124858" cy="91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HUEVOS" descr="Huevo, Cartón De Huevo, Dibujo imagen png - imagen transparente ...">
            <a:extLst>
              <a:ext uri="{FF2B5EF4-FFF2-40B4-BE49-F238E27FC236}">
                <a16:creationId xmlns:a16="http://schemas.microsoft.com/office/drawing/2014/main" id="{E9807843-286D-4780-A8E4-72C7EFEB3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739" y="2433651"/>
            <a:ext cx="1243020" cy="77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TALLARINES" descr="Ilustraciones, imágenes y vectores de stock sobre Italian ...">
            <a:extLst>
              <a:ext uri="{FF2B5EF4-FFF2-40B4-BE49-F238E27FC236}">
                <a16:creationId xmlns:a16="http://schemas.microsoft.com/office/drawing/2014/main" id="{CCBADFB5-3971-4131-85A0-F5C903C14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81071" l="2882" r="96830">
                        <a14:backgroundMark x1="15850" y1="67500" x2="43804" y2="76786"/>
                        <a14:backgroundMark x1="80692" y1="66071" x2="65994" y2="7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046" y="2225995"/>
            <a:ext cx="1489420" cy="120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MANZANA" descr="manzana dibujo - Buscar con Google | Manzanas dibujo, Imagen ...">
            <a:extLst>
              <a:ext uri="{FF2B5EF4-FFF2-40B4-BE49-F238E27FC236}">
                <a16:creationId xmlns:a16="http://schemas.microsoft.com/office/drawing/2014/main" id="{53C199C0-7F2E-4A26-B34E-B329E3950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1277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239" y="2250829"/>
            <a:ext cx="1399163" cy="109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lustraciones, imágenes y vectores de stock sobre Mazorca De Maiz ...">
            <a:extLst>
              <a:ext uri="{FF2B5EF4-FFF2-40B4-BE49-F238E27FC236}">
                <a16:creationId xmlns:a16="http://schemas.microsoft.com/office/drawing/2014/main" id="{C0503BD6-A934-462A-8A86-953A71F0D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595" y="2292438"/>
            <a:ext cx="1071015" cy="115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ERRO" descr="Cómo dibujar un Perro Kawaii ✍ | COMODIBUJAR.CLUB">
            <a:extLst>
              <a:ext uri="{FF2B5EF4-FFF2-40B4-BE49-F238E27FC236}">
                <a16:creationId xmlns:a16="http://schemas.microsoft.com/office/drawing/2014/main" id="{68A11312-ED99-4F1F-BB0D-9EAF3236F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2667" r="964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040" y="2240040"/>
            <a:ext cx="1071015" cy="107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LAPIZ" descr="Lápiz, Dibujo, Fondo De Escritorio imagen png - imagen ...">
            <a:extLst>
              <a:ext uri="{FF2B5EF4-FFF2-40B4-BE49-F238E27FC236}">
                <a16:creationId xmlns:a16="http://schemas.microsoft.com/office/drawing/2014/main" id="{F1A1CB52-EF76-4BF6-A1DC-EC1423099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17222" r="81667">
                        <a14:foregroundMark x1="69222" y1="769" x2="67778" y2="33269"/>
                        <a14:foregroundMark x1="77444" y1="17115" x2="59111" y2="17308"/>
                        <a14:foregroundMark x1="74667" y1="15192" x2="65222" y2="29808"/>
                        <a14:foregroundMark x1="62000" y1="27885" x2="67000" y2="14423"/>
                        <a14:foregroundMark x1="69111" y1="34423" x2="76556" y2="20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35238">
            <a:off x="2653123" y="2476144"/>
            <a:ext cx="1246041" cy="71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Botón de acción: ir hacia delante o siguient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66A78E8-E125-4471-B02B-87847E3343F4}"/>
              </a:ext>
            </a:extLst>
          </p:cNvPr>
          <p:cNvSpPr/>
          <p:nvPr/>
        </p:nvSpPr>
        <p:spPr>
          <a:xfrm>
            <a:off x="8384146" y="4456090"/>
            <a:ext cx="656823" cy="60853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29 -0.0284 L 0.00729 -0.0284 C 0.00955 -0.03611 0.01215 -0.04321 0.01423 -0.05124 C 0.0151 -0.05432 0.0151 -0.05772 0.01562 -0.06111 C 0.01753 -0.07284 0.0191 -0.0821 0.02413 -0.09105 C 0.02552 -0.09383 0.02708 -0.09599 0.0283 -0.09877 C 0.03038 -0.1034 0.03403 -0.11358 0.03403 -0.11358 C 0.0375 -0.13272 0.03281 -0.10926 0.03819 -0.1287 C 0.03889 -0.13117 0.03889 -0.13395 0.03958 -0.13642 C 0.04028 -0.13889 0.04167 -0.14105 0.04236 -0.14383 C 0.04357 -0.14877 0.04357 -0.15432 0.04531 -0.15895 C 0.04618 -0.16142 0.04739 -0.16358 0.04809 -0.16636 C 0.0493 -0.1713 0.05 -0.17624 0.05087 -0.18148 L 0.05226 -0.18889 L 0.05364 -0.1963 C 0.05417 -0.20216 0.05503 -0.20803 0.05503 -0.21389 C 0.05503 -0.2321 0.05555 -0.24414 0.05226 -0.25895 C 0.05191 -0.2608 0.05139 -0.26235 0.05087 -0.26389 L 0.05087 -0.26389 " pathEditMode="relative" ptsTypes="AAAAAAAAAAAAAAAAA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-0.01358 L 0.00226 -0.01358 C 0.0026 -0.03457 0.00295 -0.05555 0.00365 -0.07623 C 0.00399 -0.08889 0.00503 -0.1145 0.00642 -0.12901 C 0.00677 -0.1324 0.00747 -0.13549 0.00781 -0.13889 C 0.00833 -0.14321 0.00868 -0.14722 0.0092 -0.15154 C 0.0092 -0.15154 0.01285 -0.17006 0.01354 -0.17407 C 0.01389 -0.17654 0.01458 -0.17901 0.01493 -0.18148 C 0.0158 -0.18827 0.01649 -0.19506 0.01771 -0.20154 L 0.02049 -0.21636 C 0.02101 -0.21913 0.02153 -0.2216 0.02188 -0.22407 C 0.0224 -0.22747 0.02257 -0.23086 0.02344 -0.23395 C 0.02396 -0.23673 0.02552 -0.23889 0.02622 -0.24166 C 0.02743 -0.24629 0.02656 -0.2537 0.02899 -0.25648 L 0.03333 -0.26142 L 0.03333 -0.26142 " pathEditMode="relative" ptsTypes="AAAAAAAAAAAAAAAA">
                                      <p:cBhvr>
                                        <p:cTn id="20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0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8 -0.01698 L 0.00798 -0.01698 C 0.00469 -0.02223 0.00139 -0.02747 -0.00191 -0.0321 C -0.00556 -0.03735 -0.0099 -0.04136 -0.0132 -0.04723 C -0.01597 -0.05216 -0.01945 -0.05618 -0.0217 -0.06235 C -0.02257 -0.06482 -0.02344 -0.06729 -0.02448 -0.06976 C -0.02847 -0.0784 -0.03195 -0.07963 -0.03438 -0.09229 C -0.0349 -0.09476 -0.03507 -0.09753 -0.03577 -0.0997 C -0.03646 -0.10247 -0.03768 -0.10463 -0.03854 -0.10741 C -0.03959 -0.1105 -0.04028 -0.11389 -0.04132 -0.11729 C -0.04219 -0.11976 -0.04358 -0.12192 -0.04427 -0.1247 C -0.04549 -0.12963 -0.04601 -0.13488 -0.04705 -0.13982 L -0.05399 -0.17747 L -0.05695 -0.19229 C -0.05729 -0.19476 -0.05747 -0.19784 -0.05834 -0.2 L -0.06111 -0.20741 C -0.06163 -0.21081 -0.06215 -0.2142 -0.0625 -0.21729 C -0.06302 -0.22161 -0.06337 -0.22593 -0.06389 -0.22994 C -0.06424 -0.23241 -0.06493 -0.23488 -0.06528 -0.23735 C -0.0658 -0.2426 -0.06615 -0.24753 -0.06667 -0.25247 C -0.06719 -0.25587 -0.06806 -0.26235 -0.06806 -0.26235 L -0.06806 -0.26235 " pathEditMode="relative" ptsTypes="AAAAAAAAAAAAAAAAAAAAAA">
                                      <p:cBhvr>
                                        <p:cTn id="34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4166 L 0.00052 0.04166 C 0.00139 0.04907 0.00208 0.05648 0.0033 0.06419 C 0.00399 0.06913 0.00607 0.07901 0.00607 0.07901 C 0.00659 0.08395 0.00677 0.08919 0.00746 0.09413 C 0.00781 0.0966 0.0085 0.09907 0.00885 0.10154 C 0.00955 0.10586 0.00972 0.11018 0.01024 0.11419 C 0.01111 0.11913 0.01215 0.12407 0.01319 0.12932 C 0.01354 0.13179 0.01423 0.13426 0.01458 0.13672 C 0.01493 0.14012 0.01545 0.14351 0.01597 0.1466 C 0.01684 0.15185 0.01788 0.15679 0.01875 0.16172 L 0.02152 0.17685 L 0.02291 0.18426 C 0.02343 0.18672 0.02361 0.1895 0.0243 0.19166 C 0.02621 0.19691 0.02899 0.20123 0.03003 0.20679 C 0.03194 0.21728 0.03055 0.21203 0.0342 0.22191 C 0.03819 0.24259 0.03541 0.2324 0.04271 0.25185 C 0.04479 0.2574 0.04652 0.26296 0.04965 0.26697 C 0.05104 0.26851 0.0526 0.26851 0.05399 0.26944 C 0.05434 0.27191 0.05434 0.275 0.05538 0.27685 C 0.05642 0.27901 0.05833 0.27808 0.05955 0.27963 C 0.0625 0.2824 0.06475 0.28765 0.06805 0.2895 C 0.07152 0.29166 0.07378 0.29228 0.07656 0.29691 L 0.07656 0.29969 L 0.07656 0.29969 " pathEditMode="relative" ptsTypes="AAAAAAAAAAAAAAAAAAAAAAAAA">
                                      <p:cBhvr>
                                        <p:cTn id="39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2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64 -0.01235 L 0.00764 -0.01235 C 0.00851 -0.00494 0.00973 0.00247 0.01042 0.01018 C 0.01372 0.04691 0.00973 0.02438 0.0132 0.04259 C 0.01372 0.04845 0.01407 0.05432 0.01459 0.06018 C 0.01528 0.06697 0.01615 0.07129 0.01737 0.07747 C 0.01806 0.08611 0.01928 0.10154 0.02032 0.11018 C 0.02066 0.11358 0.02136 0.11666 0.02171 0.12006 C 0.02275 0.13025 0.02309 0.14043 0.02448 0.15031 C 0.025 0.1537 0.02553 0.15679 0.02587 0.16018 C 0.02639 0.1645 0.02674 0.16852 0.02726 0.17284 C 0.02726 0.17284 0.03073 0.19166 0.0316 0.19537 L 0.03299 0.20278 C 0.03334 0.20525 0.03351 0.20802 0.03438 0.21018 L 0.03716 0.2179 C 0.03768 0.22191 0.03803 0.22623 0.03855 0.23025 C 0.03889 0.23302 0.03976 0.23518 0.03994 0.23796 C 0.04063 0.24352 0.0408 0.24969 0.04132 0.25525 C 0.04167 0.25864 0.04237 0.26204 0.04289 0.26543 C 0.04341 0.27037 0.0441 0.27994 0.04566 0.28549 C 0.04636 0.28796 0.04757 0.29043 0.04844 0.2929 C 0.04896 0.29537 0.04879 0.29845 0.04983 0.30031 C 0.05087 0.30216 0.05417 0.30308 0.05417 0.30308 L 0.05417 0.30308 " pathEditMode="relative" ptsTypes="AAAAAAAAAAAAAAAAAAAAAAAA">
                                      <p:cBhvr>
                                        <p:cTn id="44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3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MI EQUIPO – PARTES DEL CUERPO</a:t>
            </a:r>
            <a:endParaRPr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B2A2140-AA83-4655-B9D6-11282FA5C60F}"/>
              </a:ext>
            </a:extLst>
          </p:cNvPr>
          <p:cNvSpPr/>
          <p:nvPr/>
        </p:nvSpPr>
        <p:spPr>
          <a:xfrm>
            <a:off x="257577" y="2292441"/>
            <a:ext cx="8574573" cy="1068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346B78B-998E-430D-B4CC-41CB122934F8}"/>
              </a:ext>
            </a:extLst>
          </p:cNvPr>
          <p:cNvSpPr/>
          <p:nvPr/>
        </p:nvSpPr>
        <p:spPr>
          <a:xfrm>
            <a:off x="513008" y="815185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BB0249-C66F-4DF1-92A1-A88D2D107A56}"/>
              </a:ext>
            </a:extLst>
          </p:cNvPr>
          <p:cNvSpPr/>
          <p:nvPr/>
        </p:nvSpPr>
        <p:spPr>
          <a:xfrm>
            <a:off x="3812145" y="815183"/>
            <a:ext cx="1519707" cy="13136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B050"/>
              </a:solidFill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BC5D604-1B36-4F4D-8EC5-8A5239878826}"/>
              </a:ext>
            </a:extLst>
          </p:cNvPr>
          <p:cNvSpPr/>
          <p:nvPr/>
        </p:nvSpPr>
        <p:spPr>
          <a:xfrm>
            <a:off x="6697550" y="815184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D1FF587-8A5C-45C0-9208-B0C1B7B60674}"/>
              </a:ext>
            </a:extLst>
          </p:cNvPr>
          <p:cNvSpPr/>
          <p:nvPr/>
        </p:nvSpPr>
        <p:spPr>
          <a:xfrm>
            <a:off x="5447548" y="3632449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A5947A7-D35A-4181-853A-A08AB188B117}"/>
              </a:ext>
            </a:extLst>
          </p:cNvPr>
          <p:cNvSpPr/>
          <p:nvPr/>
        </p:nvSpPr>
        <p:spPr>
          <a:xfrm>
            <a:off x="2032715" y="3688607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Botón de acción: ir hacia delante o siguient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66A78E8-E125-4471-B02B-87847E3343F4}"/>
              </a:ext>
            </a:extLst>
          </p:cNvPr>
          <p:cNvSpPr/>
          <p:nvPr/>
        </p:nvSpPr>
        <p:spPr>
          <a:xfrm>
            <a:off x="8384146" y="4456090"/>
            <a:ext cx="656823" cy="60853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50" name="Picture 2" descr="Puzzle de Ojo, dibujo , rompecabezas de">
            <a:extLst>
              <a:ext uri="{FF2B5EF4-FFF2-40B4-BE49-F238E27FC236}">
                <a16:creationId xmlns:a16="http://schemas.microsoft.com/office/drawing/2014/main" id="{4324A16C-8A2F-4744-9221-DD26FED61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08" b="89691" l="1931" r="8996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50" y="2368703"/>
            <a:ext cx="1223470" cy="91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BRAZO" descr="Dibujo de Brazo pintado por en Dibujos.net el día 04-05-15 a las ...">
            <a:extLst>
              <a:ext uri="{FF2B5EF4-FFF2-40B4-BE49-F238E27FC236}">
                <a16:creationId xmlns:a16="http://schemas.microsoft.com/office/drawing/2014/main" id="{1F461078-E01B-4B99-B215-C7584E682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03" b="96482" l="9843" r="8976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81" y="2292436"/>
            <a:ext cx="1519707" cy="106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E" descr="DIBUJO PIE - Imagui">
            <a:extLst>
              <a:ext uri="{FF2B5EF4-FFF2-40B4-BE49-F238E27FC236}">
                <a16:creationId xmlns:a16="http://schemas.microsoft.com/office/drawing/2014/main" id="{4DC31E87-439B-497A-B533-8E4E83EBE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81" b="96422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377" y="2292436"/>
            <a:ext cx="1509811" cy="106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artoon Labios y dientes Realistas PNG transparente - StickPNG">
            <a:extLst>
              <a:ext uri="{FF2B5EF4-FFF2-40B4-BE49-F238E27FC236}">
                <a16:creationId xmlns:a16="http://schemas.microsoft.com/office/drawing/2014/main" id="{89162882-770D-4116-B6FD-D6DE195A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289" y="2527630"/>
            <a:ext cx="1201935" cy="69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ELO" descr="cabello dibujo a color - Buscar con Google | Dibujar pelo, Dibujos ...">
            <a:extLst>
              <a:ext uri="{FF2B5EF4-FFF2-40B4-BE49-F238E27FC236}">
                <a16:creationId xmlns:a16="http://schemas.microsoft.com/office/drawing/2014/main" id="{47D85E5C-BE94-4C31-B99E-7E808CBFE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76" b="98273" l="0" r="97808">
                        <a14:foregroundMark x1="83474" y1="19770" x2="54637" y2="11132"/>
                        <a14:foregroundMark x1="85160" y1="16891" x2="74874" y2="7294"/>
                        <a14:foregroundMark x1="28331" y1="7486" x2="21922" y2="8253"/>
                        <a14:foregroundMark x1="21922" y1="8253" x2="8094" y2="33205"/>
                        <a14:foregroundMark x1="8938" y1="25912" x2="14840" y2="16315"/>
                        <a14:foregroundMark x1="15346" y1="14587" x2="21754" y2="90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664" y="2307526"/>
            <a:ext cx="1227182" cy="107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ojos | guaynabocitymom">
            <a:extLst>
              <a:ext uri="{FF2B5EF4-FFF2-40B4-BE49-F238E27FC236}">
                <a16:creationId xmlns:a16="http://schemas.microsoft.com/office/drawing/2014/main" id="{B7CFC955-EBCB-421A-B7D4-BFF59E0D7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330232" y="2313967"/>
            <a:ext cx="798119" cy="102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epillo De Dientes | Cepillado dental, Cepillos de dientes ...">
            <a:extLst>
              <a:ext uri="{FF2B5EF4-FFF2-40B4-BE49-F238E27FC236}">
                <a16:creationId xmlns:a16="http://schemas.microsoft.com/office/drawing/2014/main" id="{1D3726DE-BDC4-452B-BAE6-8A4343015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37617">
            <a:off x="1408190" y="2588778"/>
            <a:ext cx="952518" cy="47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0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29 -0.0284 L 0.00729 -0.0284 C 0.00955 -0.03611 0.01215 -0.04321 0.01423 -0.05124 C 0.0151 -0.05432 0.0151 -0.05772 0.01562 -0.06111 C 0.01753 -0.07284 0.0191 -0.0821 0.02413 -0.09105 C 0.02552 -0.09383 0.02708 -0.09599 0.0283 -0.09877 C 0.03038 -0.1034 0.03403 -0.11358 0.03403 -0.11358 C 0.0375 -0.13272 0.03281 -0.10926 0.03819 -0.1287 C 0.03889 -0.13117 0.03889 -0.13395 0.03958 -0.13642 C 0.04028 -0.13889 0.04167 -0.14105 0.04236 -0.14383 C 0.04357 -0.14877 0.04357 -0.15432 0.04531 -0.15895 C 0.04618 -0.16142 0.04739 -0.16358 0.04809 -0.16636 C 0.0493 -0.1713 0.05 -0.17624 0.05087 -0.18148 L 0.05226 -0.18889 L 0.05364 -0.1963 C 0.05417 -0.20216 0.05503 -0.20803 0.05503 -0.21389 C 0.05503 -0.2321 0.05555 -0.24414 0.05226 -0.25895 C 0.05191 -0.2608 0.05139 -0.26235 0.05087 -0.26389 L 0.05087 -0.26389 " pathEditMode="relative" ptsTypes="AAAAAAAAAAAAAAAAAAA">
                                      <p:cBhvr>
                                        <p:cTn id="6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8 -0.01698 L 0.00798 -0.01698 C 0.00469 -0.02223 0.00139 -0.02747 -0.00191 -0.0321 C -0.00556 -0.03735 -0.0099 -0.04136 -0.0132 -0.04723 C -0.01597 -0.05216 -0.01945 -0.05618 -0.0217 -0.06235 C -0.02257 -0.06482 -0.02344 -0.06729 -0.02448 -0.06976 C -0.02847 -0.0784 -0.03195 -0.07963 -0.03438 -0.09229 C -0.0349 -0.09476 -0.03507 -0.09753 -0.03577 -0.0997 C -0.03646 -0.10247 -0.03768 -0.10463 -0.03854 -0.10741 C -0.03959 -0.1105 -0.04028 -0.11389 -0.04132 -0.11729 C -0.04219 -0.11976 -0.04358 -0.12192 -0.04427 -0.1247 C -0.04549 -0.12963 -0.04601 -0.13488 -0.04705 -0.13982 L -0.05399 -0.17747 L -0.05695 -0.19229 C -0.05729 -0.19476 -0.05747 -0.19784 -0.05834 -0.2 L -0.06111 -0.20741 C -0.06163 -0.21081 -0.06215 -0.2142 -0.0625 -0.21729 C -0.06302 -0.22161 -0.06337 -0.22593 -0.06389 -0.22994 C -0.06424 -0.23241 -0.06493 -0.23488 -0.06528 -0.23735 C -0.0658 -0.2426 -0.06615 -0.24753 -0.06667 -0.25247 C -0.06719 -0.25587 -0.06806 -0.26235 -0.06806 -0.26235 L -0.06806 -0.26235 " pathEditMode="relative" ptsTypes="AAAAAAAAAAAAAAAAAAAAAA">
                                      <p:cBhvr>
                                        <p:cTn id="29" dur="2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0.02161 L -0.01042 0.02161 C -0.01285 0.02716 -0.01528 0.03303 -0.01754 0.03889 C -0.01997 0.04537 -0.02153 0.0534 -0.02466 0.05895 C -0.02604 0.06142 -0.02761 0.06358 -0.02882 0.06636 C -0.03004 0.06945 -0.03056 0.07315 -0.0316 0.07655 C -0.03247 0.07902 -0.03368 0.08148 -0.03438 0.08395 C -0.03594 0.08889 -0.03716 0.09414 -0.03872 0.09908 C -0.03993 0.1034 -0.04167 0.1071 -0.04288 0.11142 C -0.04879 0.13241 -0.04341 0.11636 -0.04705 0.13148 C -0.04792 0.13488 -0.04896 0.13827 -0.05 0.14167 C -0.05261 0.15988 -0.04983 0.14321 -0.05417 0.16173 C -0.05764 0.17593 -0.05295 0.16204 -0.05834 0.17655 C -0.05886 0.18087 -0.0592 0.18488 -0.0599 0.1892 C -0.06025 0.19167 -0.06094 0.19414 -0.06129 0.19661 L -0.06407 0.21667 C -0.06459 0.22315 -0.06545 0.22994 -0.06545 0.23673 C -0.06545 0.25155 -0.06667 0.26729 -0.06407 0.28179 C -0.06302 0.28735 -0.05903 0.29074 -0.05556 0.29167 C -0.0382 0.29599 -0.05313 0.2926 -0.03299 0.29661 C -0.02101 0.29908 -0.02518 0.2963 -0.01893 0.30185 L -0.01893 0.30185 " pathEditMode="relative" ptsTypes="AAAAAAAAAAAAAAAAAAAAAA">
                                      <p:cBhvr>
                                        <p:cTn id="34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2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08 -0.00339 L -0.03108 -0.00339 C -0.03039 -0.00679 -0.02414 -0.02839 -0.02275 -0.03858 C -0.02205 -0.04259 -0.0217 -0.04691 -0.02136 -0.05123 C -0.02084 -0.05617 -0.02066 -0.06111 -0.01997 -0.06605 C -0.0191 -0.07129 -0.01771 -0.07592 -0.01702 -0.08117 C -0.01667 -0.08457 -0.01615 -0.08796 -0.01563 -0.09105 C -0.01528 -0.09382 -0.01459 -0.09629 -0.01424 -0.09876 C -0.01042 -0.1287 -0.01441 -0.11605 -0.00868 -0.13117 C -0.00816 -0.13364 -0.00782 -0.13642 -0.00729 -0.13889 C -0.00643 -0.14136 -0.00504 -0.14352 -0.00434 -0.14629 C -0.00174 -0.1574 -0.00434 -0.15401 -0.00157 -0.16389 C -0.00087 -0.16666 0.00034 -0.16882 0.00121 -0.17129 C 0.00173 -0.17376 0.00243 -0.17623 0.0026 -0.17901 C 0.00486 -0.20092 0.00416 -0.21759 0.00555 -0.24136 C 0.00555 -0.24413 0.00677 -0.24629 0.00694 -0.24907 C 0.00729 -0.25494 0.00694 -0.2608 0.00694 -0.26636 L 0.00694 -0.26636 " pathEditMode="relative" ptsTypes="AAAAAAAAAAAAAAAAAA">
                                      <p:cBhvr>
                                        <p:cTn id="39" dur="2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-0.00741 L -0.00834 -0.00741 C -0.01216 0.00154 -0.01511 0.01203 -0.01962 0.02006 C -0.02153 0.02345 -0.02362 0.02654 -0.02535 0.02993 C -0.02639 0.0324 -0.02709 0.03518 -0.02813 0.03765 C -0.03664 0.05833 -0.03368 0.05246 -0.0408 0.06512 C -0.04306 0.07746 -0.04098 0.06882 -0.04636 0.08271 C -0.04844 0.08765 -0.05018 0.09259 -0.05209 0.09753 C -0.05296 0.1 -0.05365 0.10308 -0.05487 0.10524 C -0.05625 0.10771 -0.05782 0.10987 -0.05903 0.11265 C -0.07014 0.13641 -0.05487 0.10493 -0.06337 0.12777 C -0.06441 0.13055 -0.06615 0.13271 -0.06754 0.13518 C -0.06806 0.13858 -0.06789 0.14228 -0.06893 0.14506 C -0.06997 0.14814 -0.0724 0.14938 -0.07309 0.15277 C -0.07483 0.16049 -0.07448 0.16975 -0.07605 0.17777 L -0.08021 0.2003 C -0.08073 0.20277 -0.08073 0.20555 -0.0816 0.20771 L -0.08438 0.21543 C -0.0849 0.22191 -0.08542 0.2287 -0.08577 0.23518 C -0.08785 0.27932 -0.08386 0.26327 -0.08855 0.28055 L -0.08855 0.28055 " pathEditMode="relative" ptsTypes="AAAAAAAAAAAAAAAAAAAAA">
                                      <p:cBhvr>
                                        <p:cTn id="44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3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MI EQUIPO – ELEMENTOS DE LA CASA</a:t>
            </a:r>
            <a:endParaRPr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B2A2140-AA83-4655-B9D6-11282FA5C60F}"/>
              </a:ext>
            </a:extLst>
          </p:cNvPr>
          <p:cNvSpPr/>
          <p:nvPr/>
        </p:nvSpPr>
        <p:spPr>
          <a:xfrm>
            <a:off x="257577" y="2292441"/>
            <a:ext cx="8574573" cy="1068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346B78B-998E-430D-B4CC-41CB122934F8}"/>
              </a:ext>
            </a:extLst>
          </p:cNvPr>
          <p:cNvSpPr/>
          <p:nvPr/>
        </p:nvSpPr>
        <p:spPr>
          <a:xfrm>
            <a:off x="513008" y="815185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BB0249-C66F-4DF1-92A1-A88D2D107A56}"/>
              </a:ext>
            </a:extLst>
          </p:cNvPr>
          <p:cNvSpPr/>
          <p:nvPr/>
        </p:nvSpPr>
        <p:spPr>
          <a:xfrm>
            <a:off x="3812145" y="815183"/>
            <a:ext cx="1519707" cy="13136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B050"/>
              </a:solidFill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BC5D604-1B36-4F4D-8EC5-8A5239878826}"/>
              </a:ext>
            </a:extLst>
          </p:cNvPr>
          <p:cNvSpPr/>
          <p:nvPr/>
        </p:nvSpPr>
        <p:spPr>
          <a:xfrm>
            <a:off x="6697550" y="815184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D1FF587-8A5C-45C0-9208-B0C1B7B60674}"/>
              </a:ext>
            </a:extLst>
          </p:cNvPr>
          <p:cNvSpPr/>
          <p:nvPr/>
        </p:nvSpPr>
        <p:spPr>
          <a:xfrm>
            <a:off x="5447548" y="3632449"/>
            <a:ext cx="1519707" cy="13136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A5947A7-D35A-4181-853A-A08AB188B117}"/>
              </a:ext>
            </a:extLst>
          </p:cNvPr>
          <p:cNvSpPr/>
          <p:nvPr/>
        </p:nvSpPr>
        <p:spPr>
          <a:xfrm>
            <a:off x="2032715" y="3688607"/>
            <a:ext cx="1519707" cy="1313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074" name="SOFA" descr="Sillón Reclinable, Dibujo, Café imagen png - imagen transparente ...">
            <a:extLst>
              <a:ext uri="{FF2B5EF4-FFF2-40B4-BE49-F238E27FC236}">
                <a16:creationId xmlns:a16="http://schemas.microsoft.com/office/drawing/2014/main" id="{3D7A45A4-C32A-4A0B-BFB0-7983A94F5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7" b="93654" l="24889" r="7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84" y="2245993"/>
            <a:ext cx="2273616" cy="106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ibujo cama png 3 » PNG Image">
            <a:extLst>
              <a:ext uri="{FF2B5EF4-FFF2-40B4-BE49-F238E27FC236}">
                <a16:creationId xmlns:a16="http://schemas.microsoft.com/office/drawing/2014/main" id="{768586B8-5836-4A06-A803-6230F2D3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413" l="4869" r="9438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77" y="2285637"/>
            <a:ext cx="1519707" cy="107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MICROONDAS" descr="Descubre cuáles son las prestaciones de un microondas">
            <a:extLst>
              <a:ext uri="{FF2B5EF4-FFF2-40B4-BE49-F238E27FC236}">
                <a16:creationId xmlns:a16="http://schemas.microsoft.com/office/drawing/2014/main" id="{F92EDF1E-E983-4046-BA00-892ED8533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344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136" y="2456050"/>
            <a:ext cx="1218770" cy="72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WC" descr="Vector of flush toilet | Premium Vector">
            <a:extLst>
              <a:ext uri="{FF2B5EF4-FFF2-40B4-BE49-F238E27FC236}">
                <a16:creationId xmlns:a16="http://schemas.microsoft.com/office/drawing/2014/main" id="{6441E6B3-D39B-4B2E-96C2-80E02E2A7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100000" l="4000" r="100000">
                        <a14:foregroundMark x1="57333" y1="5778" x2="43556" y2="43556"/>
                        <a14:foregroundMark x1="43556" y1="43556" x2="43556" y2="43556"/>
                        <a14:foregroundMark x1="21333" y1="66222" x2="56444" y2="50222"/>
                        <a14:foregroundMark x1="56000" y1="50222" x2="39111" y2="65333"/>
                        <a14:foregroundMark x1="15111" y1="68000" x2="79556" y2="7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440" y="2212018"/>
            <a:ext cx="1179011" cy="117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MESA" descr="Mesa mesa dibujo, llamas PNG Clipart | PNGOcean">
            <a:extLst>
              <a:ext uri="{FF2B5EF4-FFF2-40B4-BE49-F238E27FC236}">
                <a16:creationId xmlns:a16="http://schemas.microsoft.com/office/drawing/2014/main" id="{27D2D2FE-F0AB-4A4E-81B6-5C72C1EB5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24" y="2498577"/>
            <a:ext cx="1179011" cy="75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ᐈ Dibujo vectores de stock, imágenes frutilla dibujo | descargar ...">
            <a:extLst>
              <a:ext uri="{FF2B5EF4-FFF2-40B4-BE49-F238E27FC236}">
                <a16:creationId xmlns:a16="http://schemas.microsoft.com/office/drawing/2014/main" id="{C6EC8BAE-CA61-4B7C-B69B-37F8B1F74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234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22824">
            <a:off x="5023493" y="2300587"/>
            <a:ext cx="767952" cy="106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973;p54">
            <a:hlinkClick r:id="rId17" action="ppaction://hlinksldjump"/>
            <a:extLst>
              <a:ext uri="{FF2B5EF4-FFF2-40B4-BE49-F238E27FC236}">
                <a16:creationId xmlns:a16="http://schemas.microsoft.com/office/drawing/2014/main" id="{D32B9C40-E44A-4441-A197-77532533784C}"/>
              </a:ext>
            </a:extLst>
          </p:cNvPr>
          <p:cNvSpPr txBox="1">
            <a:spLocks/>
          </p:cNvSpPr>
          <p:nvPr/>
        </p:nvSpPr>
        <p:spPr>
          <a:xfrm>
            <a:off x="311850" y="0"/>
            <a:ext cx="1996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ndrina Solid"/>
              <a:buNone/>
              <a:defRPr sz="28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1400" dirty="0"/>
              <a:t>ELIGE OTRO JUEGO</a:t>
            </a:r>
          </a:p>
        </p:txBody>
      </p:sp>
    </p:spTree>
    <p:extLst>
      <p:ext uri="{BB962C8B-B14F-4D97-AF65-F5344CB8AC3E}">
        <p14:creationId xmlns:p14="http://schemas.microsoft.com/office/powerpoint/2010/main" val="313696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29 -0.0284 L 0.00729 -0.0284 C 0.00955 -0.03611 0.01215 -0.04321 0.01423 -0.05124 C 0.0151 -0.05432 0.0151 -0.05772 0.01562 -0.06111 C 0.01753 -0.07284 0.0191 -0.0821 0.02413 -0.09105 C 0.02552 -0.09383 0.02708 -0.09599 0.0283 -0.09877 C 0.03038 -0.1034 0.03403 -0.11358 0.03403 -0.11358 C 0.0375 -0.13272 0.03281 -0.10926 0.03819 -0.1287 C 0.03889 -0.13117 0.03889 -0.13395 0.03958 -0.13642 C 0.04028 -0.13889 0.04167 -0.14105 0.04236 -0.14383 C 0.04357 -0.14877 0.04357 -0.15432 0.04531 -0.15895 C 0.04618 -0.16142 0.04739 -0.16358 0.04809 -0.16636 C 0.0493 -0.1713 0.05 -0.17624 0.05087 -0.18148 L 0.05226 -0.18889 L 0.05364 -0.1963 C 0.05417 -0.20216 0.05503 -0.20803 0.05503 -0.21389 C 0.05503 -0.2321 0.05555 -0.24414 0.05226 -0.25895 C 0.05191 -0.2608 0.05139 -0.26235 0.05087 -0.26389 L 0.05087 -0.26389 " pathEditMode="relative" ptsTypes="AAAAAAAAAAAAAAAAAAA">
                                      <p:cBhvr>
                                        <p:cTn id="6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8 0.04043 L -0.00468 0.04043 C -0.00434 0.04938 -0.00364 0.05864 -0.00329 0.0679 C -0.0026 0.10123 -0.00312 0.13457 -0.00191 0.1679 C -0.00173 0.17346 0.00035 0.17778 0.00087 0.18302 C 0.00591 0.22747 -0.00173 0.15926 0.00365 0.21049 C 0.00452 0.21914 0.00573 0.22716 0.00643 0.2358 C 0.00764 0.24753 0.00764 0.25031 0.00938 0.2608 C 0.00973 0.26327 0.01007 0.26574 0.01077 0.26821 C 0.01146 0.27099 0.01216 0.27376 0.01355 0.27562 C 0.01476 0.27747 0.01632 0.27747 0.01771 0.27839 C 0.01823 0.28086 0.01823 0.28395 0.01928 0.2858 C 0.02032 0.28765 0.02205 0.28704 0.02344 0.28827 C 0.025 0.28951 0.02622 0.29197 0.02761 0.29321 C 0.029 0.29444 0.03039 0.29537 0.03195 0.29568 C 0.03855 0.29846 0.03785 0.29815 0.04184 0.29815 L 0.04184 0.29815 " pathEditMode="relative" ptsTypes="AAAAAAAAAAAAAAAAA">
                                      <p:cBhvr>
                                        <p:cTn id="11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5 -0.0284 L -0.01475 -0.0284 C -0.00868 -0.03704 -0.00295 -0.04599 0.00348 -0.0537 C 0.00487 -0.05525 0.00643 -0.05648 0.00764 -0.05864 C 0.01112 -0.0642 0.01424 -0.07037 0.01754 -0.07624 C 0.01893 -0.0787 0.02066 -0.08056 0.02171 -0.08364 C 0.02275 -0.08611 0.02344 -0.08889 0.02448 -0.09105 C 0.02622 -0.09414 0.02848 -0.09599 0.03021 -0.09877 C 0.03316 -0.1034 0.03629 -0.10803 0.03872 -0.11358 C 0.0441 -0.12654 0.04115 -0.12068 0.04705 -0.13117 C 0.04862 -0.1392 0.05 -0.14877 0.05417 -0.1537 L 0.05834 -0.15864 C 0.05921 -0.16389 0.06094 -0.16852 0.06112 -0.17377 C 0.06285 -0.24228 0.0625 -0.21049 0.0625 -0.26883 L 0.0625 -0.26883 " pathEditMode="relative" ptsTypes="AAAAAAAAAAAAAAA">
                                      <p:cBhvr>
                                        <p:cTn id="16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0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8 0.03889 L 0.00538 0.03889 C 0.00295 0.04445 0.00035 0.05 -0.00173 0.05618 C -0.00486 0.06605 -0.00677 0.07686 -0.01024 0.08642 C -0.01319 0.09445 -0.01354 0.09445 -0.0158 0.10371 C -0.01684 0.10803 -0.01753 0.11235 -0.01875 0.11636 C -0.01944 0.11914 -0.02066 0.1213 -0.02153 0.12377 C -0.02257 0.12716 -0.02326 0.13056 -0.0243 0.13396 C -0.02517 0.13642 -0.02639 0.13858 -0.02708 0.14136 C -0.03246 0.1605 -0.02257 0.13457 -0.03281 0.15896 C -0.03333 0.16204 -0.03455 0.17284 -0.03559 0.17655 C -0.03646 0.17902 -0.03767 0.18118 -0.03837 0.18396 C -0.03958 0.18889 -0.04028 0.19414 -0.04132 0.19908 C -0.04167 0.20155 -0.04184 0.20433 -0.04271 0.20649 L -0.04548 0.21389 L -0.05121 0.24414 C -0.05156 0.24661 -0.05173 0.24939 -0.0526 0.25155 L -0.05538 0.25896 C -0.05729 0.27315 -0.05677 0.26575 -0.05677 0.28179 L -0.05677 0.28179 " pathEditMode="relative" ptsTypes="AAAAAAAAAAAAAAAAAAAA">
                                      <p:cBhvr>
                                        <p:cTn id="30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-0.02222 L -0.00243 -0.02222 C -0.00729 -0.0358 -0.01128 -0.04969 -0.01666 -0.06234 C -0.01979 -0.06975 -0.02118 -0.07253 -0.02361 -0.07994 C -0.02517 -0.08395 -0.02673 -0.08796 -0.02795 -0.09228 C -0.02916 -0.09722 -0.02899 -0.10308 -0.03072 -0.10741 C -0.03437 -0.11728 -0.03298 -0.11203 -0.03489 -0.12253 C -0.03541 -0.12747 -0.03576 -0.13241 -0.03628 -0.13734 C -0.03663 -0.14012 -0.0375 -0.14228 -0.03784 -0.14506 C -0.03836 -0.15 -0.03871 -0.15494 -0.03923 -0.15987 C -0.03958 -0.1642 -0.03993 -0.16852 -0.04062 -0.17253 C -0.04131 -0.17747 -0.0434 -0.18765 -0.0434 -0.18765 C -0.04392 -0.19753 -0.04375 -0.20771 -0.04479 -0.21759 C -0.04513 -0.22037 -0.04704 -0.22222 -0.04756 -0.225 C -0.04878 -0.22994 -0.04947 -0.23518 -0.05052 -0.24012 C -0.05086 -0.24259 -0.05069 -0.24599 -0.05191 -0.24753 C -0.05694 -0.25339 -0.05607 -0.24969 -0.05607 -0.25741 L -0.05607 -0.25741 " pathEditMode="relative" ptsTypes="AAAAAAAAAAAAAAAAAA">
                                      <p:cBhvr>
                                        <p:cTn id="35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7"/>
          <p:cNvSpPr txBox="1">
            <a:spLocks noGrp="1"/>
          </p:cNvSpPr>
          <p:nvPr>
            <p:ph type="title"/>
          </p:nvPr>
        </p:nvSpPr>
        <p:spPr>
          <a:xfrm>
            <a:off x="2531850" y="78875"/>
            <a:ext cx="630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LA CASA</a:t>
            </a:r>
            <a:endParaRPr dirty="0"/>
          </a:p>
        </p:txBody>
      </p:sp>
      <p:pic>
        <p:nvPicPr>
          <p:cNvPr id="1036" name="Picture 12" descr="The Simpsons Clip Art - Bart Lisa And Maggie Simpson Transparent ...">
            <a:extLst>
              <a:ext uri="{FF2B5EF4-FFF2-40B4-BE49-F238E27FC236}">
                <a16:creationId xmlns:a16="http://schemas.microsoft.com/office/drawing/2014/main" id="{9C73A7C3-0442-42E8-9F28-35EE1385A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26098" r="77439">
                        <a14:foregroundMark x1="47439" y1="15584" x2="47439" y2="15584"/>
                        <a14:foregroundMark x1="48171" y1="15702" x2="50976" y2="20071"/>
                        <a14:foregroundMark x1="53537" y1="16411" x2="55366" y2="21370"/>
                        <a14:foregroundMark x1="50976" y1="39433" x2="53537" y2="45691"/>
                        <a14:foregroundMark x1="59024" y1="39197" x2="61585" y2="45691"/>
                        <a14:foregroundMark x1="51463" y1="63282" x2="58415" y2="63872"/>
                        <a14:foregroundMark x1="45854" y1="67532" x2="53049" y2="69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44630">
            <a:off x="-792316" y="564596"/>
            <a:ext cx="3382038" cy="349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a casa de los simpsons Planos de Casas Gratis | dePlanos.Com">
            <a:extLst>
              <a:ext uri="{FF2B5EF4-FFF2-40B4-BE49-F238E27FC236}">
                <a16:creationId xmlns:a16="http://schemas.microsoft.com/office/drawing/2014/main" id="{0FEF67B4-51CE-4DA1-94D9-3A6A9AD3E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383" y="2388100"/>
            <a:ext cx="53340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AB29AD0-33F1-494B-A1AE-0DDF0AEB0BEC}"/>
              </a:ext>
            </a:extLst>
          </p:cNvPr>
          <p:cNvSpPr/>
          <p:nvPr/>
        </p:nvSpPr>
        <p:spPr>
          <a:xfrm>
            <a:off x="2280213" y="993855"/>
            <a:ext cx="6300300" cy="1331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Londrina Solid" panose="020B0604020202020204" charset="0"/>
              </a:rPr>
              <a:t>HOLA AMIGOS! ESTA ES NUESTRA CASA Y  NECESITAMOS DE TU AYUDA PARA ENCONTRAR LOS MUEBLES DE CADA HABITACIÓN.</a:t>
            </a:r>
          </a:p>
        </p:txBody>
      </p:sp>
      <p:sp>
        <p:nvSpPr>
          <p:cNvPr id="6" name="Botón de acción: ir hacia delante o siguient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51A5270-30C8-4F5F-8537-C8EA8FE03477}"/>
              </a:ext>
            </a:extLst>
          </p:cNvPr>
          <p:cNvSpPr/>
          <p:nvPr/>
        </p:nvSpPr>
        <p:spPr>
          <a:xfrm>
            <a:off x="8599990" y="4572000"/>
            <a:ext cx="465784" cy="49262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E3F37C2-13B4-44E2-90F8-53DE45DC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CASA - LIVING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559E49E-32E9-47C7-8C5E-62B2EB839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0034"/>
            <a:ext cx="5664160" cy="44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 TELE">
            <a:extLst>
              <a:ext uri="{FF2B5EF4-FFF2-40B4-BE49-F238E27FC236}">
                <a16:creationId xmlns:a16="http://schemas.microsoft.com/office/drawing/2014/main" id="{1690ACCA-F68E-4E8C-B626-5767BBA23B6E}"/>
              </a:ext>
            </a:extLst>
          </p:cNvPr>
          <p:cNvSpPr/>
          <p:nvPr/>
        </p:nvSpPr>
        <p:spPr>
          <a:xfrm>
            <a:off x="3401614" y="3262839"/>
            <a:ext cx="1436604" cy="1801785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054" name="TELE" descr="televisor png - Televisor De Los Simpson | #5507069 - Vippng">
            <a:extLst>
              <a:ext uri="{FF2B5EF4-FFF2-40B4-BE49-F238E27FC236}">
                <a16:creationId xmlns:a16="http://schemas.microsoft.com/office/drawing/2014/main" id="{2A182A32-DB58-4E1F-9D65-E19FB844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665" y="1607787"/>
            <a:ext cx="1234156" cy="144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SILLON" descr="Simpsons transparent couch, Picture #1180439 simpsons transparent ...">
            <a:extLst>
              <a:ext uri="{FF2B5EF4-FFF2-40B4-BE49-F238E27FC236}">
                <a16:creationId xmlns:a16="http://schemas.microsoft.com/office/drawing/2014/main" id="{42E53C37-F374-4CC0-96CD-FADDB7C1F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655" y="890094"/>
            <a:ext cx="1507880" cy="134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CUADRO" descr="You really had a lot of talent, kid | Los simpson cumpleaños ...">
            <a:extLst>
              <a:ext uri="{FF2B5EF4-FFF2-40B4-BE49-F238E27FC236}">
                <a16:creationId xmlns:a16="http://schemas.microsoft.com/office/drawing/2014/main" id="{00CBA6C3-DD02-4602-919C-478162148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967" y="3888754"/>
            <a:ext cx="1642300" cy="108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7E8BB9B3-76F3-4A60-BE9A-F983C56271B2}"/>
              </a:ext>
            </a:extLst>
          </p:cNvPr>
          <p:cNvSpPr/>
          <p:nvPr/>
        </p:nvSpPr>
        <p:spPr>
          <a:xfrm>
            <a:off x="1763492" y="901312"/>
            <a:ext cx="1608881" cy="13713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08695B1B-AC74-4DD0-9EF7-F2870D771415}"/>
              </a:ext>
            </a:extLst>
          </p:cNvPr>
          <p:cNvSpPr/>
          <p:nvPr/>
        </p:nvSpPr>
        <p:spPr>
          <a:xfrm>
            <a:off x="1325483" y="2308289"/>
            <a:ext cx="2591510" cy="1847022"/>
          </a:xfrm>
          <a:prstGeom prst="round2Diag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64" name="Picture 16" descr="NORDVIKEN / NORDVIKEN Mesa con 4 sillas - negro, negro - IKEA">
            <a:extLst>
              <a:ext uri="{FF2B5EF4-FFF2-40B4-BE49-F238E27FC236}">
                <a16:creationId xmlns:a16="http://schemas.microsoft.com/office/drawing/2014/main" id="{4659851E-56A4-4813-9702-AE54FE07F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000" b="89833" l="167" r="99500">
                        <a14:backgroundMark x1="21667" y1="60333" x2="23500" y2="59833"/>
                        <a14:backgroundMark x1="21667" y1="64333" x2="24833" y2="65000"/>
                        <a14:backgroundMark x1="38667" y1="57833" x2="39500" y2="56333"/>
                        <a14:backgroundMark x1="45333" y1="58667" x2="46000" y2="56000"/>
                        <a14:backgroundMark x1="65500" y1="49500" x2="66667" y2="43167"/>
                        <a14:backgroundMark x1="68667" y1="61667" x2="71833" y2="61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493" y="2272618"/>
            <a:ext cx="1591269" cy="159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Botón de acción: ir hacia delante o siguient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5AD75FB-46CD-41C9-A070-F18D40531EE9}"/>
              </a:ext>
            </a:extLst>
          </p:cNvPr>
          <p:cNvSpPr/>
          <p:nvPr/>
        </p:nvSpPr>
        <p:spPr>
          <a:xfrm>
            <a:off x="8599990" y="4572000"/>
            <a:ext cx="465784" cy="49262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036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4"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CCBED60-A5E6-47C6-AD52-AC3C40A9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CASA - COMEDOR</a:t>
            </a:r>
          </a:p>
        </p:txBody>
      </p:sp>
      <p:pic>
        <p:nvPicPr>
          <p:cNvPr id="6" name="Picture 6" descr="ArtStation - Simpsons House, Nicolas Huijnen">
            <a:extLst>
              <a:ext uri="{FF2B5EF4-FFF2-40B4-BE49-F238E27FC236}">
                <a16:creationId xmlns:a16="http://schemas.microsoft.com/office/drawing/2014/main" id="{07489D93-9318-4411-9410-D65E78E55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0034"/>
            <a:ext cx="5664160" cy="44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MESA" descr="Oferta de Mueble Online » Salón/Comedor Moderno Online » Mesa ...">
            <a:extLst>
              <a:ext uri="{FF2B5EF4-FFF2-40B4-BE49-F238E27FC236}">
                <a16:creationId xmlns:a16="http://schemas.microsoft.com/office/drawing/2014/main" id="{943B850C-C119-4065-AE18-4CA9A4984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997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37" y="1021444"/>
            <a:ext cx="1691810" cy="116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SILLA" descr="Vectores, imágenes y arte vectorial de stock sobre Old Wooden ...">
            <a:extLst>
              <a:ext uri="{FF2B5EF4-FFF2-40B4-BE49-F238E27FC236}">
                <a16:creationId xmlns:a16="http://schemas.microsoft.com/office/drawing/2014/main" id="{9820069F-362D-4F50-A7B3-6BECA6F6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86" b="90000" l="9639" r="89960">
                        <a14:backgroundMark x1="28916" y1="13571" x2="55823" y2="12857"/>
                        <a14:backgroundMark x1="30522" y1="20714" x2="54217" y2="18214"/>
                        <a14:backgroundMark x1="32129" y1="24286" x2="53815" y2="23571"/>
                        <a14:backgroundMark x1="34538" y1="31429" x2="53815" y2="28571"/>
                        <a14:backgroundMark x1="72289" y1="60000" x2="65060" y2="57143"/>
                        <a14:backgroundMark x1="36948" y1="61786" x2="32932" y2="560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820" y="2291787"/>
            <a:ext cx="1453398" cy="177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COCINA" descr="Estufa Domestica Cocina Horno Electrónica 30 Blanco Mabe">
            <a:extLst>
              <a:ext uri="{FF2B5EF4-FFF2-40B4-BE49-F238E27FC236}">
                <a16:creationId xmlns:a16="http://schemas.microsoft.com/office/drawing/2014/main" id="{640C9805-D1C3-4086-A136-6C54AE50C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88" b="100000" l="12000" r="90000">
                        <a14:foregroundMark x1="21875" y1="1812" x2="82188" y2="26750"/>
                        <a14:foregroundMark x1="16000" y1="26125" x2="72250" y2="1563"/>
                        <a14:foregroundMark x1="80813" y1="22938" x2="76313" y2="11250"/>
                        <a14:foregroundMark x1="17625" y1="25438" x2="21625" y2="12812"/>
                        <a14:foregroundMark x1="20500" y1="98313" x2="25250" y2="92938"/>
                        <a14:foregroundMark x1="77250" y1="99000" x2="76750" y2="89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253" y="3264061"/>
            <a:ext cx="1398567" cy="139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 SILLA1">
            <a:extLst>
              <a:ext uri="{FF2B5EF4-FFF2-40B4-BE49-F238E27FC236}">
                <a16:creationId xmlns:a16="http://schemas.microsoft.com/office/drawing/2014/main" id="{1A214738-66A7-4220-9FA3-A57D33D04208}"/>
              </a:ext>
            </a:extLst>
          </p:cNvPr>
          <p:cNvSpPr/>
          <p:nvPr/>
        </p:nvSpPr>
        <p:spPr>
          <a:xfrm>
            <a:off x="201783" y="2430685"/>
            <a:ext cx="1453398" cy="256455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" name="CUADRO SILLA1">
            <a:extLst>
              <a:ext uri="{FF2B5EF4-FFF2-40B4-BE49-F238E27FC236}">
                <a16:creationId xmlns:a16="http://schemas.microsoft.com/office/drawing/2014/main" id="{DAC9D4D0-A66F-4A7D-8EAD-CD96A1526FFF}"/>
              </a:ext>
            </a:extLst>
          </p:cNvPr>
          <p:cNvSpPr/>
          <p:nvPr/>
        </p:nvSpPr>
        <p:spPr>
          <a:xfrm>
            <a:off x="2859423" y="2571750"/>
            <a:ext cx="1453398" cy="256455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CUADRO MESA">
            <a:extLst>
              <a:ext uri="{FF2B5EF4-FFF2-40B4-BE49-F238E27FC236}">
                <a16:creationId xmlns:a16="http://schemas.microsoft.com/office/drawing/2014/main" id="{0652A45F-0615-4ED2-92FC-C4BE2A51F149}"/>
              </a:ext>
            </a:extLst>
          </p:cNvPr>
          <p:cNvSpPr/>
          <p:nvPr/>
        </p:nvSpPr>
        <p:spPr>
          <a:xfrm rot="3043198">
            <a:off x="475876" y="2124217"/>
            <a:ext cx="3761773" cy="2279689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Botón de acción: ir hacia delante o siguient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9907861-9AEF-440B-A420-80E709B4518F}"/>
              </a:ext>
            </a:extLst>
          </p:cNvPr>
          <p:cNvSpPr/>
          <p:nvPr/>
        </p:nvSpPr>
        <p:spPr>
          <a:xfrm>
            <a:off x="8599990" y="4572000"/>
            <a:ext cx="465784" cy="49262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467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4"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B7D4AD-A0A4-44AE-813C-2FD4BA16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CASA - COCINA</a:t>
            </a:r>
          </a:p>
        </p:txBody>
      </p:sp>
      <p:pic>
        <p:nvPicPr>
          <p:cNvPr id="8" name="Picture 4" descr="Kitchen">
            <a:extLst>
              <a:ext uri="{FF2B5EF4-FFF2-40B4-BE49-F238E27FC236}">
                <a16:creationId xmlns:a16="http://schemas.microsoft.com/office/drawing/2014/main" id="{9DDA3313-36F6-4643-8BCA-839786742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0035"/>
            <a:ext cx="5664160" cy="44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CINA" descr="Estufa Domestica Cocina Horno Electrónica 30 Blanco Mabe">
            <a:extLst>
              <a:ext uri="{FF2B5EF4-FFF2-40B4-BE49-F238E27FC236}">
                <a16:creationId xmlns:a16="http://schemas.microsoft.com/office/drawing/2014/main" id="{4EDE9C05-3FD9-42F2-B183-F0CA65D24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8" b="100000" l="12000" r="90000">
                        <a14:foregroundMark x1="21875" y1="1812" x2="82188" y2="26750"/>
                        <a14:foregroundMark x1="16000" y1="26125" x2="72250" y2="1563"/>
                        <a14:foregroundMark x1="80813" y1="22938" x2="76313" y2="11250"/>
                        <a14:foregroundMark x1="17625" y1="25438" x2="21625" y2="12812"/>
                        <a14:foregroundMark x1="20500" y1="98313" x2="25250" y2="92938"/>
                        <a14:foregroundMark x1="77250" y1="99000" x2="76750" y2="89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6" y="991312"/>
            <a:ext cx="1398567" cy="139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REFRI" descr="Refrigerator 3D Model">
            <a:extLst>
              <a:ext uri="{FF2B5EF4-FFF2-40B4-BE49-F238E27FC236}">
                <a16:creationId xmlns:a16="http://schemas.microsoft.com/office/drawing/2014/main" id="{241D7ED7-957F-4749-8B3E-E18D78377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17" b="100000" l="12417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60" y="2926767"/>
            <a:ext cx="1655180" cy="165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MUEBLE COCINA" descr="Ilustraciones, imágenes y vectores de stock sobre Cupboard+vector ...">
            <a:extLst>
              <a:ext uri="{FF2B5EF4-FFF2-40B4-BE49-F238E27FC236}">
                <a16:creationId xmlns:a16="http://schemas.microsoft.com/office/drawing/2014/main" id="{F60E1D07-550F-4A1F-BB94-046C699F2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714" b="90000" l="1538" r="90000">
                        <a14:foregroundMark x1="88462" y1="52500" x2="88462" y2="5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279" y="2482092"/>
            <a:ext cx="1782260" cy="191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LAVAMANOS" descr="Lavabo – Canal del Área de Tecnología Educativa">
            <a:extLst>
              <a:ext uri="{FF2B5EF4-FFF2-40B4-BE49-F238E27FC236}">
                <a16:creationId xmlns:a16="http://schemas.microsoft.com/office/drawing/2014/main" id="{582340E1-A9C0-406C-A81B-11BB4998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622" b="99251" l="9524" r="952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497" y="868035"/>
            <a:ext cx="1254975" cy="164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 REFRI">
            <a:extLst>
              <a:ext uri="{FF2B5EF4-FFF2-40B4-BE49-F238E27FC236}">
                <a16:creationId xmlns:a16="http://schemas.microsoft.com/office/drawing/2014/main" id="{6AA22BD7-7F88-4619-8F50-E5E513829802}"/>
              </a:ext>
            </a:extLst>
          </p:cNvPr>
          <p:cNvSpPr/>
          <p:nvPr/>
        </p:nvSpPr>
        <p:spPr>
          <a:xfrm rot="215704">
            <a:off x="4094269" y="691347"/>
            <a:ext cx="1381527" cy="3600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 MUEBLE COCINA">
            <a:extLst>
              <a:ext uri="{FF2B5EF4-FFF2-40B4-BE49-F238E27FC236}">
                <a16:creationId xmlns:a16="http://schemas.microsoft.com/office/drawing/2014/main" id="{2F034CA9-A34D-4114-8F80-38B39D45EC03}"/>
              </a:ext>
            </a:extLst>
          </p:cNvPr>
          <p:cNvSpPr/>
          <p:nvPr/>
        </p:nvSpPr>
        <p:spPr>
          <a:xfrm>
            <a:off x="1446835" y="651575"/>
            <a:ext cx="2939970" cy="1269822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 CCINA">
            <a:extLst>
              <a:ext uri="{FF2B5EF4-FFF2-40B4-BE49-F238E27FC236}">
                <a16:creationId xmlns:a16="http://schemas.microsoft.com/office/drawing/2014/main" id="{3DE925BA-477B-4501-B02D-6141A09CD204}"/>
              </a:ext>
            </a:extLst>
          </p:cNvPr>
          <p:cNvSpPr/>
          <p:nvPr/>
        </p:nvSpPr>
        <p:spPr>
          <a:xfrm>
            <a:off x="1419968" y="2187615"/>
            <a:ext cx="1412112" cy="1817226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Botón de acción: ir hacia delante o siguient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C5D0B42-55E9-41CD-A737-92DB3BC9EB1E}"/>
              </a:ext>
            </a:extLst>
          </p:cNvPr>
          <p:cNvSpPr/>
          <p:nvPr/>
        </p:nvSpPr>
        <p:spPr>
          <a:xfrm>
            <a:off x="8599990" y="4572000"/>
            <a:ext cx="465784" cy="49262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7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8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377D43-723F-489C-A779-1BB96CFF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CASA - BAÑO</a:t>
            </a:r>
          </a:p>
        </p:txBody>
      </p:sp>
      <p:pic>
        <p:nvPicPr>
          <p:cNvPr id="4102" name="Picture 6" descr="Toilet">
            <a:extLst>
              <a:ext uri="{FF2B5EF4-FFF2-40B4-BE49-F238E27FC236}">
                <a16:creationId xmlns:a16="http://schemas.microsoft.com/office/drawing/2014/main" id="{C6B6FBE2-3E9E-4A13-A03B-A28C9065E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24" y="651575"/>
            <a:ext cx="5664161" cy="452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LAVAMANOS" descr="Lavabo – Canal del Área de Tecnología Educativa">
            <a:extLst>
              <a:ext uri="{FF2B5EF4-FFF2-40B4-BE49-F238E27FC236}">
                <a16:creationId xmlns:a16="http://schemas.microsoft.com/office/drawing/2014/main" id="{01FA2775-0627-4315-A0AA-50E97361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622" b="99251" l="9524" r="952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700" y="2289377"/>
            <a:ext cx="1254975" cy="164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WC" descr="Vector de inodoro | Vector Premium">
            <a:extLst>
              <a:ext uri="{FF2B5EF4-FFF2-40B4-BE49-F238E27FC236}">
                <a16:creationId xmlns:a16="http://schemas.microsoft.com/office/drawing/2014/main" id="{7671F81F-8B95-44DD-9C6F-8DAD215BD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438" b="100000" l="7029" r="95527">
                        <a14:foregroundMark x1="60064" y1="7029" x2="53674" y2="50000"/>
                        <a14:foregroundMark x1="53674" y1="50000" x2="12620" y2="66134"/>
                        <a14:foregroundMark x1="35144" y1="57987" x2="47125" y2="61661"/>
                        <a14:foregroundMark x1="53195" y1="63738" x2="68690" y2="83706"/>
                        <a14:foregroundMark x1="15495" y1="76038" x2="81789" y2="59904"/>
                        <a14:foregroundMark x1="79872" y1="22045" x2="75719" y2="57348"/>
                        <a14:foregroundMark x1="73003" y1="23482" x2="68850" y2="60064"/>
                        <a14:foregroundMark x1="41693" y1="14856" x2="40735" y2="439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008" y="3111937"/>
            <a:ext cx="1460580" cy="146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CONFORT" descr="Papel, Papel Higiénico, De Dibujos Animados imagen png - imagen ...">
            <a:extLst>
              <a:ext uri="{FF2B5EF4-FFF2-40B4-BE49-F238E27FC236}">
                <a16:creationId xmlns:a16="http://schemas.microsoft.com/office/drawing/2014/main" id="{295376EC-72BD-47A1-918E-DD26629B1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36778" r="81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836" y="922188"/>
            <a:ext cx="2932396" cy="120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AMA" descr="La cama de mis padres - Kebuena">
            <a:extLst>
              <a:ext uri="{FF2B5EF4-FFF2-40B4-BE49-F238E27FC236}">
                <a16:creationId xmlns:a16="http://schemas.microsoft.com/office/drawing/2014/main" id="{C273796B-F232-4240-8C08-1F77A8F96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80426" l="2333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153" y="1525156"/>
            <a:ext cx="2058847" cy="16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 WC">
            <a:extLst>
              <a:ext uri="{FF2B5EF4-FFF2-40B4-BE49-F238E27FC236}">
                <a16:creationId xmlns:a16="http://schemas.microsoft.com/office/drawing/2014/main" id="{3748D1D6-2443-41D8-927F-B03B897EEDCF}"/>
              </a:ext>
            </a:extLst>
          </p:cNvPr>
          <p:cNvSpPr/>
          <p:nvPr/>
        </p:nvSpPr>
        <p:spPr>
          <a:xfrm>
            <a:off x="3428412" y="521737"/>
            <a:ext cx="1702370" cy="2393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CUADRO LAVAMANOS">
            <a:extLst>
              <a:ext uri="{FF2B5EF4-FFF2-40B4-BE49-F238E27FC236}">
                <a16:creationId xmlns:a16="http://schemas.microsoft.com/office/drawing/2014/main" id="{E37810A3-3ED5-41BC-8286-5F7993C53B45}"/>
              </a:ext>
            </a:extLst>
          </p:cNvPr>
          <p:cNvSpPr/>
          <p:nvPr/>
        </p:nvSpPr>
        <p:spPr>
          <a:xfrm rot="20916371">
            <a:off x="794376" y="1208028"/>
            <a:ext cx="2080298" cy="3590755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 CONFORT">
            <a:extLst>
              <a:ext uri="{FF2B5EF4-FFF2-40B4-BE49-F238E27FC236}">
                <a16:creationId xmlns:a16="http://schemas.microsoft.com/office/drawing/2014/main" id="{A6FCB775-1C8D-4505-A7E6-E7260B448D85}"/>
              </a:ext>
            </a:extLst>
          </p:cNvPr>
          <p:cNvSpPr/>
          <p:nvPr/>
        </p:nvSpPr>
        <p:spPr>
          <a:xfrm>
            <a:off x="2399322" y="601136"/>
            <a:ext cx="1153469" cy="873581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Botón de acción: ir hacia delante o siguient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791D531-8C09-4B45-9F5B-7EA7BA6DE21D}"/>
              </a:ext>
            </a:extLst>
          </p:cNvPr>
          <p:cNvSpPr/>
          <p:nvPr/>
        </p:nvSpPr>
        <p:spPr>
          <a:xfrm>
            <a:off x="8599990" y="4572000"/>
            <a:ext cx="465784" cy="49262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568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90670E9-2C6E-4357-8BB0-CA9CD8FC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010" y="0"/>
            <a:ext cx="6300300" cy="572700"/>
          </a:xfrm>
        </p:spPr>
        <p:txBody>
          <a:bodyPr/>
          <a:lstStyle/>
          <a:p>
            <a:r>
              <a:rPr lang="es-CL" dirty="0"/>
              <a:t>LA CASA – DORMITORIO</a:t>
            </a:r>
          </a:p>
        </p:txBody>
      </p:sp>
      <p:pic>
        <p:nvPicPr>
          <p:cNvPr id="5" name="Picture 2" descr="Simpsons House - Homer &amp; Marge's bedroom &amp; bathroom">
            <a:extLst>
              <a:ext uri="{FF2B5EF4-FFF2-40B4-BE49-F238E27FC236}">
                <a16:creationId xmlns:a16="http://schemas.microsoft.com/office/drawing/2014/main" id="{E497594C-BC8D-480E-AD77-F706E62EB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0035"/>
            <a:ext cx="5664160" cy="44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MODA" descr="Cómodas infantiles de IKEA | Decoración">
            <a:extLst>
              <a:ext uri="{FF2B5EF4-FFF2-40B4-BE49-F238E27FC236}">
                <a16:creationId xmlns:a16="http://schemas.microsoft.com/office/drawing/2014/main" id="{A6FCDAF1-61B8-453E-A5CB-DD8C2FA3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000" b="94778" l="2222" r="94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348" y="1801281"/>
            <a:ext cx="1540937" cy="15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CAMA" descr="La cama de mis padres - Kebuena">
            <a:extLst>
              <a:ext uri="{FF2B5EF4-FFF2-40B4-BE49-F238E27FC236}">
                <a16:creationId xmlns:a16="http://schemas.microsoft.com/office/drawing/2014/main" id="{CCEFDA75-EBC2-4F68-9104-2E3F07ECD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80426" l="2333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049" y="549046"/>
            <a:ext cx="2058847" cy="16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LAMPARA" descr="U-Enjoy Araña Mensaje De Dibujo Moderna Tela Lámparas De Pantalla ...">
            <a:extLst>
              <a:ext uri="{FF2B5EF4-FFF2-40B4-BE49-F238E27FC236}">
                <a16:creationId xmlns:a16="http://schemas.microsoft.com/office/drawing/2014/main" id="{9FDF5BA7-FB21-4FCE-825E-585E7D3EF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99592">
                        <a14:foregroundMark x1="25714" y1="4250" x2="94286" y2="44250"/>
                        <a14:foregroundMark x1="78367" y1="6250" x2="2449" y2="44250"/>
                        <a14:foregroundMark x1="51837" y1="5250" x2="51429" y2="47000"/>
                        <a14:foregroundMark x1="14286" y1="22250" x2="86531" y2="18000"/>
                        <a14:foregroundMark x1="80816" y1="11750" x2="8980" y2="30250"/>
                        <a14:foregroundMark x1="71837" y1="46250" x2="57143" y2="6500"/>
                        <a14:foregroundMark x1="28571" y1="44250" x2="58776" y2="8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489" y="2689431"/>
            <a:ext cx="1166812" cy="148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TETERA" descr="Café, Dibujo, Tetera imagen png - imagen transparente descarga ...">
            <a:extLst>
              <a:ext uri="{FF2B5EF4-FFF2-40B4-BE49-F238E27FC236}">
                <a16:creationId xmlns:a16="http://schemas.microsoft.com/office/drawing/2014/main" id="{7BFB2C4F-2E90-41A6-8063-3108B3510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111" r="100000">
                        <a14:foregroundMark x1="85778" y1="49300" x2="95222" y2="29900"/>
                        <a14:foregroundMark x1="89778" y1="52000" x2="97000" y2="36500"/>
                        <a14:foregroundMark x1="96222" y1="28100" x2="87556" y2="15800"/>
                        <a14:foregroundMark x1="88000" y1="17800" x2="85778" y2="15500"/>
                        <a14:foregroundMark x1="85778" y1="15500" x2="47444" y2="5900"/>
                        <a14:foregroundMark x1="47444" y1="5900" x2="23444" y2="16000"/>
                        <a14:foregroundMark x1="23000" y1="19100" x2="19444" y2="11700"/>
                        <a14:foregroundMark x1="19444" y1="11700" x2="35444" y2="6100"/>
                        <a14:foregroundMark x1="50222" y1="36200" x2="50222" y2="30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712" y="3593994"/>
            <a:ext cx="1163605" cy="129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 MUEBLE">
            <a:extLst>
              <a:ext uri="{FF2B5EF4-FFF2-40B4-BE49-F238E27FC236}">
                <a16:creationId xmlns:a16="http://schemas.microsoft.com/office/drawing/2014/main" id="{0FC12C46-E4AF-4897-ACC8-BD7C174D59D2}"/>
              </a:ext>
            </a:extLst>
          </p:cNvPr>
          <p:cNvSpPr/>
          <p:nvPr/>
        </p:nvSpPr>
        <p:spPr>
          <a:xfrm>
            <a:off x="108699" y="2881184"/>
            <a:ext cx="1668586" cy="2197457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 LAMPARA">
            <a:extLst>
              <a:ext uri="{FF2B5EF4-FFF2-40B4-BE49-F238E27FC236}">
                <a16:creationId xmlns:a16="http://schemas.microsoft.com/office/drawing/2014/main" id="{97726CFD-ACC3-471F-8C9F-BB5E4AB53C04}"/>
              </a:ext>
            </a:extLst>
          </p:cNvPr>
          <p:cNvSpPr/>
          <p:nvPr/>
        </p:nvSpPr>
        <p:spPr>
          <a:xfrm>
            <a:off x="2878258" y="1442434"/>
            <a:ext cx="780615" cy="1438750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 CAMA">
            <a:extLst>
              <a:ext uri="{FF2B5EF4-FFF2-40B4-BE49-F238E27FC236}">
                <a16:creationId xmlns:a16="http://schemas.microsoft.com/office/drawing/2014/main" id="{0F8C7FD4-68EF-4C21-BD8B-0D20163217BF}"/>
              </a:ext>
            </a:extLst>
          </p:cNvPr>
          <p:cNvSpPr/>
          <p:nvPr/>
        </p:nvSpPr>
        <p:spPr>
          <a:xfrm rot="1662140">
            <a:off x="1105435" y="2385958"/>
            <a:ext cx="3869478" cy="2182497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Google Shape;973;p54">
            <a:hlinkClick r:id="rId14" action="ppaction://hlinksldjump"/>
            <a:extLst>
              <a:ext uri="{FF2B5EF4-FFF2-40B4-BE49-F238E27FC236}">
                <a16:creationId xmlns:a16="http://schemas.microsoft.com/office/drawing/2014/main" id="{04B108C5-52F0-4023-879E-1F5010829ED6}"/>
              </a:ext>
            </a:extLst>
          </p:cNvPr>
          <p:cNvSpPr txBox="1">
            <a:spLocks/>
          </p:cNvSpPr>
          <p:nvPr/>
        </p:nvSpPr>
        <p:spPr>
          <a:xfrm>
            <a:off x="311850" y="0"/>
            <a:ext cx="1996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ndrina Solid"/>
              <a:buNone/>
              <a:defRPr sz="28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1400" dirty="0"/>
              <a:t>ELIGE OTRO JUEGO</a:t>
            </a:r>
          </a:p>
        </p:txBody>
      </p:sp>
    </p:spTree>
    <p:extLst>
      <p:ext uri="{BB962C8B-B14F-4D97-AF65-F5344CB8AC3E}">
        <p14:creationId xmlns:p14="http://schemas.microsoft.com/office/powerpoint/2010/main" val="405965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38"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66"/>
          <p:cNvSpPr txBox="1">
            <a:spLocks noGrp="1"/>
          </p:cNvSpPr>
          <p:nvPr>
            <p:ph type="ctrTitle"/>
          </p:nvPr>
        </p:nvSpPr>
        <p:spPr>
          <a:xfrm rot="-506">
            <a:off x="1517234" y="990277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FELICITACIONES!!</a:t>
            </a:r>
            <a:endParaRPr dirty="0"/>
          </a:p>
        </p:txBody>
      </p:sp>
      <p:sp>
        <p:nvSpPr>
          <p:cNvPr id="1373" name="Google Shape;1373;p66"/>
          <p:cNvSpPr txBox="1">
            <a:spLocks noGrp="1"/>
          </p:cNvSpPr>
          <p:nvPr>
            <p:ph type="subTitle" idx="1"/>
          </p:nvPr>
        </p:nvSpPr>
        <p:spPr>
          <a:xfrm>
            <a:off x="2346513" y="2116850"/>
            <a:ext cx="4453500" cy="19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r>
              <a:rPr lang="es-CL" dirty="0"/>
              <a:t>ompletaste todas las actividades</a:t>
            </a:r>
            <a:r>
              <a:rPr lang="en" dirty="0"/>
              <a:t>?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</a:t>
            </a:r>
            <a:r>
              <a:rPr lang="es-CL" dirty="0"/>
              <a:t>res el/la mejor</a:t>
            </a:r>
            <a:r>
              <a:rPr lang="en" dirty="0"/>
              <a:t>!!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Por tu esfuerzo, puedes completar tu diploma e imprimirlo.</a:t>
            </a:r>
            <a:endParaRPr dirty="0"/>
          </a:p>
        </p:txBody>
      </p:sp>
      <p:sp>
        <p:nvSpPr>
          <p:cNvPr id="1374" name="Google Shape;1374;p66">
            <a:hlinkClick r:id="rId3" action="ppaction://hlinksldjump"/>
          </p:cNvPr>
          <p:cNvSpPr/>
          <p:nvPr/>
        </p:nvSpPr>
        <p:spPr>
          <a:xfrm>
            <a:off x="3573900" y="4242100"/>
            <a:ext cx="1996200" cy="616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28575" dir="76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66">
            <a:hlinkClick r:id="rId3" action="ppaction://hlinksldjump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73900" y="4318300"/>
            <a:ext cx="1996200" cy="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CL" sz="1600" dirty="0">
                <a:latin typeface="Londrina Solid"/>
                <a:ea typeface="Londrina Solid"/>
                <a:cs typeface="Londrina Solid"/>
                <a:sym typeface="Londrina Solid"/>
              </a:rPr>
              <a:t>Conseguir mi diploma</a:t>
            </a:r>
            <a:endParaRPr sz="1600"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0" name="Google Shape;1380;p67"/>
          <p:cNvGrpSpPr/>
          <p:nvPr/>
        </p:nvGrpSpPr>
        <p:grpSpPr>
          <a:xfrm>
            <a:off x="6228734" y="895192"/>
            <a:ext cx="2915274" cy="3836219"/>
            <a:chOff x="-3039041" y="-2623358"/>
            <a:chExt cx="2915274" cy="3836219"/>
          </a:xfrm>
        </p:grpSpPr>
        <p:sp>
          <p:nvSpPr>
            <p:cNvPr id="1381" name="Google Shape;1381;p67"/>
            <p:cNvSpPr/>
            <p:nvPr/>
          </p:nvSpPr>
          <p:spPr>
            <a:xfrm>
              <a:off x="-3039041" y="-1057114"/>
              <a:ext cx="2245087" cy="2038722"/>
            </a:xfrm>
            <a:custGeom>
              <a:avLst/>
              <a:gdLst/>
              <a:ahLst/>
              <a:cxnLst/>
              <a:rect l="l" t="t" r="r" b="b"/>
              <a:pathLst>
                <a:path w="56289" h="51115" extrusionOk="0">
                  <a:moveTo>
                    <a:pt x="36885" y="0"/>
                  </a:moveTo>
                  <a:cubicBezTo>
                    <a:pt x="32350" y="0"/>
                    <a:pt x="28977" y="1547"/>
                    <a:pt x="28977" y="1547"/>
                  </a:cubicBezTo>
                  <a:cubicBezTo>
                    <a:pt x="28977" y="1547"/>
                    <a:pt x="8572" y="2762"/>
                    <a:pt x="0" y="14868"/>
                  </a:cubicBezTo>
                  <a:cubicBezTo>
                    <a:pt x="0" y="14868"/>
                    <a:pt x="7693" y="20613"/>
                    <a:pt x="7913" y="31096"/>
                  </a:cubicBezTo>
                  <a:cubicBezTo>
                    <a:pt x="8098" y="39962"/>
                    <a:pt x="19820" y="51114"/>
                    <a:pt x="32583" y="51114"/>
                  </a:cubicBezTo>
                  <a:cubicBezTo>
                    <a:pt x="34909" y="51114"/>
                    <a:pt x="37269" y="50744"/>
                    <a:pt x="39600" y="49922"/>
                  </a:cubicBezTo>
                  <a:cubicBezTo>
                    <a:pt x="54728" y="44591"/>
                    <a:pt x="56288" y="10028"/>
                    <a:pt x="47598" y="3511"/>
                  </a:cubicBezTo>
                  <a:cubicBezTo>
                    <a:pt x="43972" y="792"/>
                    <a:pt x="40131" y="0"/>
                    <a:pt x="368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67"/>
            <p:cNvSpPr/>
            <p:nvPr/>
          </p:nvSpPr>
          <p:spPr>
            <a:xfrm>
              <a:off x="-2671859" y="-989350"/>
              <a:ext cx="1721118" cy="1644379"/>
            </a:xfrm>
            <a:custGeom>
              <a:avLst/>
              <a:gdLst/>
              <a:ahLst/>
              <a:cxnLst/>
              <a:rect l="l" t="t" r="r" b="b"/>
              <a:pathLst>
                <a:path w="43152" h="41228" extrusionOk="0">
                  <a:moveTo>
                    <a:pt x="28483" y="0"/>
                  </a:moveTo>
                  <a:cubicBezTo>
                    <a:pt x="26272" y="0"/>
                    <a:pt x="23612" y="805"/>
                    <a:pt x="20458" y="2641"/>
                  </a:cubicBezTo>
                  <a:cubicBezTo>
                    <a:pt x="20458" y="2641"/>
                    <a:pt x="3356" y="5154"/>
                    <a:pt x="1364" y="14607"/>
                  </a:cubicBezTo>
                  <a:cubicBezTo>
                    <a:pt x="1" y="21080"/>
                    <a:pt x="9353" y="26307"/>
                    <a:pt x="8010" y="32836"/>
                  </a:cubicBezTo>
                  <a:cubicBezTo>
                    <a:pt x="6996" y="37765"/>
                    <a:pt x="14056" y="41228"/>
                    <a:pt x="20872" y="41228"/>
                  </a:cubicBezTo>
                  <a:cubicBezTo>
                    <a:pt x="23085" y="41228"/>
                    <a:pt x="25273" y="40862"/>
                    <a:pt x="27150" y="40064"/>
                  </a:cubicBezTo>
                  <a:cubicBezTo>
                    <a:pt x="38120" y="35395"/>
                    <a:pt x="43152" y="0"/>
                    <a:pt x="284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67"/>
            <p:cNvSpPr/>
            <p:nvPr/>
          </p:nvSpPr>
          <p:spPr>
            <a:xfrm>
              <a:off x="-2275881" y="-2623358"/>
              <a:ext cx="1587662" cy="889595"/>
            </a:xfrm>
            <a:custGeom>
              <a:avLst/>
              <a:gdLst/>
              <a:ahLst/>
              <a:cxnLst/>
              <a:rect l="l" t="t" r="r" b="b"/>
              <a:pathLst>
                <a:path w="39806" h="22304" extrusionOk="0">
                  <a:moveTo>
                    <a:pt x="28823" y="0"/>
                  </a:moveTo>
                  <a:cubicBezTo>
                    <a:pt x="28822" y="0"/>
                    <a:pt x="5310" y="4244"/>
                    <a:pt x="2655" y="9900"/>
                  </a:cubicBezTo>
                  <a:cubicBezTo>
                    <a:pt x="1" y="15554"/>
                    <a:pt x="4460" y="22304"/>
                    <a:pt x="4460" y="22304"/>
                  </a:cubicBezTo>
                  <a:cubicBezTo>
                    <a:pt x="4460" y="22304"/>
                    <a:pt x="22984" y="19966"/>
                    <a:pt x="30153" y="17600"/>
                  </a:cubicBezTo>
                  <a:cubicBezTo>
                    <a:pt x="32479" y="16833"/>
                    <a:pt x="34311" y="16574"/>
                    <a:pt x="35726" y="16574"/>
                  </a:cubicBezTo>
                  <a:cubicBezTo>
                    <a:pt x="38672" y="16574"/>
                    <a:pt x="39805" y="17698"/>
                    <a:pt x="39805" y="17698"/>
                  </a:cubicBezTo>
                  <a:cubicBezTo>
                    <a:pt x="39459" y="10107"/>
                    <a:pt x="33423" y="9883"/>
                    <a:pt x="32711" y="9883"/>
                  </a:cubicBezTo>
                  <a:cubicBezTo>
                    <a:pt x="32667" y="9883"/>
                    <a:pt x="32643" y="9884"/>
                    <a:pt x="32643" y="9884"/>
                  </a:cubicBezTo>
                  <a:lnTo>
                    <a:pt x="39805" y="8554"/>
                  </a:lnTo>
                  <a:cubicBezTo>
                    <a:pt x="37213" y="4053"/>
                    <a:pt x="32910" y="3111"/>
                    <a:pt x="29761" y="3111"/>
                  </a:cubicBezTo>
                  <a:cubicBezTo>
                    <a:pt x="27494" y="3111"/>
                    <a:pt x="25826" y="3599"/>
                    <a:pt x="25826" y="3599"/>
                  </a:cubicBezTo>
                  <a:lnTo>
                    <a:pt x="288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67"/>
            <p:cNvSpPr/>
            <p:nvPr/>
          </p:nvSpPr>
          <p:spPr>
            <a:xfrm>
              <a:off x="-1656387" y="-1487633"/>
              <a:ext cx="189214" cy="482489"/>
            </a:xfrm>
            <a:custGeom>
              <a:avLst/>
              <a:gdLst/>
              <a:ahLst/>
              <a:cxnLst/>
              <a:rect l="l" t="t" r="r" b="b"/>
              <a:pathLst>
                <a:path w="4744" h="12097" extrusionOk="0">
                  <a:moveTo>
                    <a:pt x="4041" y="1"/>
                  </a:moveTo>
                  <a:lnTo>
                    <a:pt x="0" y="1413"/>
                  </a:lnTo>
                  <a:lnTo>
                    <a:pt x="1455" y="12096"/>
                  </a:lnTo>
                  <a:lnTo>
                    <a:pt x="4743" y="12096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67"/>
            <p:cNvSpPr/>
            <p:nvPr/>
          </p:nvSpPr>
          <p:spPr>
            <a:xfrm>
              <a:off x="-2123999" y="-2348391"/>
              <a:ext cx="1430675" cy="1181513"/>
            </a:xfrm>
            <a:custGeom>
              <a:avLst/>
              <a:gdLst/>
              <a:ahLst/>
              <a:cxnLst/>
              <a:rect l="l" t="t" r="r" b="b"/>
              <a:pathLst>
                <a:path w="35870" h="29623" extrusionOk="0">
                  <a:moveTo>
                    <a:pt x="18892" y="0"/>
                  </a:moveTo>
                  <a:cubicBezTo>
                    <a:pt x="11203" y="0"/>
                    <a:pt x="2325" y="8892"/>
                    <a:pt x="1220" y="17000"/>
                  </a:cubicBezTo>
                  <a:cubicBezTo>
                    <a:pt x="1" y="25955"/>
                    <a:pt x="8209" y="29622"/>
                    <a:pt x="16583" y="29622"/>
                  </a:cubicBezTo>
                  <a:cubicBezTo>
                    <a:pt x="19893" y="29622"/>
                    <a:pt x="23230" y="29049"/>
                    <a:pt x="26020" y="28003"/>
                  </a:cubicBezTo>
                  <a:cubicBezTo>
                    <a:pt x="35869" y="24311"/>
                    <a:pt x="28907" y="9338"/>
                    <a:pt x="28907" y="9338"/>
                  </a:cubicBezTo>
                  <a:cubicBezTo>
                    <a:pt x="26862" y="2602"/>
                    <a:pt x="23051" y="0"/>
                    <a:pt x="18892" y="0"/>
                  </a:cubicBez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67"/>
            <p:cNvSpPr/>
            <p:nvPr/>
          </p:nvSpPr>
          <p:spPr>
            <a:xfrm>
              <a:off x="-2384568" y="-1801647"/>
              <a:ext cx="356333" cy="279594"/>
            </a:xfrm>
            <a:custGeom>
              <a:avLst/>
              <a:gdLst/>
              <a:ahLst/>
              <a:cxnLst/>
              <a:rect l="l" t="t" r="r" b="b"/>
              <a:pathLst>
                <a:path w="8934" h="7010" extrusionOk="0">
                  <a:moveTo>
                    <a:pt x="5403" y="0"/>
                  </a:moveTo>
                  <a:cubicBezTo>
                    <a:pt x="4844" y="0"/>
                    <a:pt x="4200" y="202"/>
                    <a:pt x="3461" y="682"/>
                  </a:cubicBezTo>
                  <a:cubicBezTo>
                    <a:pt x="0" y="2927"/>
                    <a:pt x="2642" y="7010"/>
                    <a:pt x="5821" y="7010"/>
                  </a:cubicBezTo>
                  <a:cubicBezTo>
                    <a:pt x="6866" y="7010"/>
                    <a:pt x="7969" y="6569"/>
                    <a:pt x="8933" y="5476"/>
                  </a:cubicBezTo>
                  <a:cubicBezTo>
                    <a:pt x="8933" y="5476"/>
                    <a:pt x="8317" y="0"/>
                    <a:pt x="5403" y="0"/>
                  </a:cubicBez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67"/>
            <p:cNvSpPr/>
            <p:nvPr/>
          </p:nvSpPr>
          <p:spPr>
            <a:xfrm>
              <a:off x="-1850228" y="-1011286"/>
              <a:ext cx="715258" cy="1326256"/>
            </a:xfrm>
            <a:custGeom>
              <a:avLst/>
              <a:gdLst/>
              <a:ahLst/>
              <a:cxnLst/>
              <a:rect l="l" t="t" r="r" b="b"/>
              <a:pathLst>
                <a:path w="17933" h="33252" extrusionOk="0">
                  <a:moveTo>
                    <a:pt x="9025" y="0"/>
                  </a:moveTo>
                  <a:cubicBezTo>
                    <a:pt x="5441" y="0"/>
                    <a:pt x="1560" y="431"/>
                    <a:pt x="1560" y="431"/>
                  </a:cubicBezTo>
                  <a:cubicBezTo>
                    <a:pt x="1" y="2306"/>
                    <a:pt x="7" y="33252"/>
                    <a:pt x="7" y="33252"/>
                  </a:cubicBezTo>
                  <a:lnTo>
                    <a:pt x="17933" y="32117"/>
                  </a:lnTo>
                  <a:cubicBezTo>
                    <a:pt x="17933" y="32117"/>
                    <a:pt x="16790" y="2410"/>
                    <a:pt x="14551" y="824"/>
                  </a:cubicBezTo>
                  <a:cubicBezTo>
                    <a:pt x="13658" y="190"/>
                    <a:pt x="11407" y="0"/>
                    <a:pt x="9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67"/>
            <p:cNvSpPr/>
            <p:nvPr/>
          </p:nvSpPr>
          <p:spPr>
            <a:xfrm>
              <a:off x="-1656387" y="-1123004"/>
              <a:ext cx="255503" cy="236319"/>
            </a:xfrm>
            <a:custGeom>
              <a:avLst/>
              <a:gdLst/>
              <a:ahLst/>
              <a:cxnLst/>
              <a:rect l="l" t="t" r="r" b="b"/>
              <a:pathLst>
                <a:path w="6406" h="5925" extrusionOk="0">
                  <a:moveTo>
                    <a:pt x="5707" y="0"/>
                  </a:moveTo>
                  <a:lnTo>
                    <a:pt x="450" y="228"/>
                  </a:lnTo>
                  <a:lnTo>
                    <a:pt x="0" y="5925"/>
                  </a:lnTo>
                  <a:lnTo>
                    <a:pt x="6405" y="5925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67"/>
            <p:cNvSpPr/>
            <p:nvPr/>
          </p:nvSpPr>
          <p:spPr>
            <a:xfrm>
              <a:off x="-2177564" y="-1774087"/>
              <a:ext cx="176571" cy="277320"/>
            </a:xfrm>
            <a:custGeom>
              <a:avLst/>
              <a:gdLst/>
              <a:ahLst/>
              <a:cxnLst/>
              <a:rect l="l" t="t" r="r" b="b"/>
              <a:pathLst>
                <a:path w="4427" h="6953" extrusionOk="0">
                  <a:moveTo>
                    <a:pt x="2442" y="0"/>
                  </a:moveTo>
                  <a:cubicBezTo>
                    <a:pt x="1" y="4521"/>
                    <a:pt x="4427" y="6952"/>
                    <a:pt x="4427" y="6952"/>
                  </a:cubicBezTo>
                  <a:lnTo>
                    <a:pt x="4427" y="692"/>
                  </a:lnTo>
                  <a:lnTo>
                    <a:pt x="24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67"/>
            <p:cNvSpPr/>
            <p:nvPr/>
          </p:nvSpPr>
          <p:spPr>
            <a:xfrm>
              <a:off x="-1898050" y="-1691605"/>
              <a:ext cx="231612" cy="231532"/>
            </a:xfrm>
            <a:custGeom>
              <a:avLst/>
              <a:gdLst/>
              <a:ahLst/>
              <a:cxnLst/>
              <a:rect l="l" t="t" r="r" b="b"/>
              <a:pathLst>
                <a:path w="5807" h="5805" extrusionOk="0">
                  <a:moveTo>
                    <a:pt x="2903" y="0"/>
                  </a:moveTo>
                  <a:cubicBezTo>
                    <a:pt x="1299" y="0"/>
                    <a:pt x="0" y="1300"/>
                    <a:pt x="0" y="2903"/>
                  </a:cubicBezTo>
                  <a:cubicBezTo>
                    <a:pt x="0" y="4506"/>
                    <a:pt x="1300" y="5805"/>
                    <a:pt x="2903" y="5805"/>
                  </a:cubicBezTo>
                  <a:cubicBezTo>
                    <a:pt x="4506" y="5805"/>
                    <a:pt x="5806" y="4506"/>
                    <a:pt x="5806" y="2903"/>
                  </a:cubicBezTo>
                  <a:cubicBezTo>
                    <a:pt x="5806" y="1300"/>
                    <a:pt x="4507" y="0"/>
                    <a:pt x="2903" y="0"/>
                  </a:cubicBezTo>
                  <a:close/>
                </a:path>
              </a:pathLst>
            </a:custGeom>
            <a:solidFill>
              <a:srgbClr val="F6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67"/>
            <p:cNvSpPr/>
            <p:nvPr/>
          </p:nvSpPr>
          <p:spPr>
            <a:xfrm>
              <a:off x="-1172263" y="-1710710"/>
              <a:ext cx="231612" cy="231572"/>
            </a:xfrm>
            <a:custGeom>
              <a:avLst/>
              <a:gdLst/>
              <a:ahLst/>
              <a:cxnLst/>
              <a:rect l="l" t="t" r="r" b="b"/>
              <a:pathLst>
                <a:path w="5807" h="5806" extrusionOk="0">
                  <a:moveTo>
                    <a:pt x="2903" y="1"/>
                  </a:moveTo>
                  <a:cubicBezTo>
                    <a:pt x="1300" y="1"/>
                    <a:pt x="0" y="1299"/>
                    <a:pt x="0" y="2903"/>
                  </a:cubicBezTo>
                  <a:cubicBezTo>
                    <a:pt x="0" y="4508"/>
                    <a:pt x="1300" y="5805"/>
                    <a:pt x="2903" y="5805"/>
                  </a:cubicBezTo>
                  <a:cubicBezTo>
                    <a:pt x="4506" y="5805"/>
                    <a:pt x="5806" y="4507"/>
                    <a:pt x="5806" y="2903"/>
                  </a:cubicBezTo>
                  <a:cubicBezTo>
                    <a:pt x="5806" y="1299"/>
                    <a:pt x="4506" y="1"/>
                    <a:pt x="2903" y="1"/>
                  </a:cubicBezTo>
                  <a:close/>
                </a:path>
              </a:pathLst>
            </a:custGeom>
            <a:solidFill>
              <a:srgbClr val="F6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67"/>
            <p:cNvSpPr/>
            <p:nvPr/>
          </p:nvSpPr>
          <p:spPr>
            <a:xfrm>
              <a:off x="-1880102" y="-1056995"/>
              <a:ext cx="699942" cy="114390"/>
            </a:xfrm>
            <a:custGeom>
              <a:avLst/>
              <a:gdLst/>
              <a:ahLst/>
              <a:cxnLst/>
              <a:rect l="l" t="t" r="r" b="b"/>
              <a:pathLst>
                <a:path w="17549" h="2868" extrusionOk="0">
                  <a:moveTo>
                    <a:pt x="8174" y="1"/>
                  </a:moveTo>
                  <a:cubicBezTo>
                    <a:pt x="5642" y="1"/>
                    <a:pt x="2820" y="647"/>
                    <a:pt x="1" y="2551"/>
                  </a:cubicBezTo>
                  <a:cubicBezTo>
                    <a:pt x="1" y="2551"/>
                    <a:pt x="4621" y="2506"/>
                    <a:pt x="8321" y="693"/>
                  </a:cubicBezTo>
                  <a:cubicBezTo>
                    <a:pt x="8321" y="693"/>
                    <a:pt x="13375" y="2506"/>
                    <a:pt x="17549" y="2867"/>
                  </a:cubicBezTo>
                  <a:cubicBezTo>
                    <a:pt x="17549" y="2867"/>
                    <a:pt x="13507" y="1"/>
                    <a:pt x="8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67"/>
            <p:cNvSpPr/>
            <p:nvPr/>
          </p:nvSpPr>
          <p:spPr>
            <a:xfrm>
              <a:off x="-1717292" y="-1035417"/>
              <a:ext cx="182314" cy="310226"/>
            </a:xfrm>
            <a:custGeom>
              <a:avLst/>
              <a:gdLst/>
              <a:ahLst/>
              <a:cxnLst/>
              <a:rect l="l" t="t" r="r" b="b"/>
              <a:pathLst>
                <a:path w="4571" h="7778" extrusionOk="0">
                  <a:moveTo>
                    <a:pt x="4520" y="0"/>
                  </a:moveTo>
                  <a:cubicBezTo>
                    <a:pt x="1" y="1095"/>
                    <a:pt x="2318" y="7777"/>
                    <a:pt x="2318" y="7777"/>
                  </a:cubicBezTo>
                  <a:cubicBezTo>
                    <a:pt x="4571" y="4042"/>
                    <a:pt x="4520" y="0"/>
                    <a:pt x="45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67"/>
            <p:cNvSpPr/>
            <p:nvPr/>
          </p:nvSpPr>
          <p:spPr>
            <a:xfrm>
              <a:off x="-1550293" y="-1035417"/>
              <a:ext cx="182314" cy="310226"/>
            </a:xfrm>
            <a:custGeom>
              <a:avLst/>
              <a:gdLst/>
              <a:ahLst/>
              <a:cxnLst/>
              <a:rect l="l" t="t" r="r" b="b"/>
              <a:pathLst>
                <a:path w="4571" h="7778" extrusionOk="0">
                  <a:moveTo>
                    <a:pt x="52" y="0"/>
                  </a:moveTo>
                  <a:lnTo>
                    <a:pt x="52" y="0"/>
                  </a:lnTo>
                  <a:cubicBezTo>
                    <a:pt x="52" y="0"/>
                    <a:pt x="1" y="4042"/>
                    <a:pt x="2254" y="7777"/>
                  </a:cubicBezTo>
                  <a:cubicBezTo>
                    <a:pt x="2254" y="7777"/>
                    <a:pt x="4571" y="1095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7"/>
            <p:cNvSpPr/>
            <p:nvPr/>
          </p:nvSpPr>
          <p:spPr>
            <a:xfrm>
              <a:off x="-1907383" y="-2454884"/>
              <a:ext cx="793592" cy="325182"/>
            </a:xfrm>
            <a:custGeom>
              <a:avLst/>
              <a:gdLst/>
              <a:ahLst/>
              <a:cxnLst/>
              <a:rect l="l" t="t" r="r" b="b"/>
              <a:pathLst>
                <a:path w="19897" h="8153" extrusionOk="0">
                  <a:moveTo>
                    <a:pt x="6571" y="0"/>
                  </a:moveTo>
                  <a:cubicBezTo>
                    <a:pt x="4036" y="0"/>
                    <a:pt x="894" y="1028"/>
                    <a:pt x="0" y="5807"/>
                  </a:cubicBezTo>
                  <a:cubicBezTo>
                    <a:pt x="0" y="5807"/>
                    <a:pt x="2607" y="5312"/>
                    <a:pt x="6041" y="5312"/>
                  </a:cubicBezTo>
                  <a:cubicBezTo>
                    <a:pt x="9677" y="5312"/>
                    <a:pt x="14240" y="5867"/>
                    <a:pt x="17615" y="8152"/>
                  </a:cubicBezTo>
                  <a:cubicBezTo>
                    <a:pt x="17615" y="8152"/>
                    <a:pt x="19897" y="3917"/>
                    <a:pt x="10050" y="584"/>
                  </a:cubicBezTo>
                  <a:cubicBezTo>
                    <a:pt x="10050" y="584"/>
                    <a:pt x="8483" y="0"/>
                    <a:pt x="65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7"/>
            <p:cNvSpPr/>
            <p:nvPr/>
          </p:nvSpPr>
          <p:spPr>
            <a:xfrm>
              <a:off x="-1331683" y="94366"/>
              <a:ext cx="1011324" cy="1013278"/>
            </a:xfrm>
            <a:custGeom>
              <a:avLst/>
              <a:gdLst/>
              <a:ahLst/>
              <a:cxnLst/>
              <a:rect l="l" t="t" r="r" b="b"/>
              <a:pathLst>
                <a:path w="25356" h="25405" extrusionOk="0">
                  <a:moveTo>
                    <a:pt x="4573" y="0"/>
                  </a:moveTo>
                  <a:lnTo>
                    <a:pt x="1" y="2849"/>
                  </a:lnTo>
                  <a:lnTo>
                    <a:pt x="19733" y="25405"/>
                  </a:lnTo>
                  <a:lnTo>
                    <a:pt x="25356" y="17692"/>
                  </a:lnTo>
                  <a:lnTo>
                    <a:pt x="19568" y="20090"/>
                  </a:lnTo>
                  <a:lnTo>
                    <a:pt x="45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67"/>
            <p:cNvSpPr/>
            <p:nvPr/>
          </p:nvSpPr>
          <p:spPr>
            <a:xfrm>
              <a:off x="-2532501" y="33142"/>
              <a:ext cx="879544" cy="1147093"/>
            </a:xfrm>
            <a:custGeom>
              <a:avLst/>
              <a:gdLst/>
              <a:ahLst/>
              <a:cxnLst/>
              <a:rect l="l" t="t" r="r" b="b"/>
              <a:pathLst>
                <a:path w="22052" h="28760" extrusionOk="0">
                  <a:moveTo>
                    <a:pt x="17866" y="1"/>
                  </a:moveTo>
                  <a:lnTo>
                    <a:pt x="6565" y="23997"/>
                  </a:lnTo>
                  <a:lnTo>
                    <a:pt x="0" y="21982"/>
                  </a:lnTo>
                  <a:lnTo>
                    <a:pt x="0" y="21982"/>
                  </a:lnTo>
                  <a:lnTo>
                    <a:pt x="7605" y="28760"/>
                  </a:lnTo>
                  <a:lnTo>
                    <a:pt x="22052" y="4605"/>
                  </a:lnTo>
                  <a:lnTo>
                    <a:pt x="178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67"/>
            <p:cNvSpPr/>
            <p:nvPr/>
          </p:nvSpPr>
          <p:spPr>
            <a:xfrm>
              <a:off x="-1849949" y="-133936"/>
              <a:ext cx="714979" cy="448906"/>
            </a:xfrm>
            <a:custGeom>
              <a:avLst/>
              <a:gdLst/>
              <a:ahLst/>
              <a:cxnLst/>
              <a:rect l="l" t="t" r="r" b="b"/>
              <a:pathLst>
                <a:path w="17926" h="11255" extrusionOk="0">
                  <a:moveTo>
                    <a:pt x="17407" y="1"/>
                  </a:moveTo>
                  <a:lnTo>
                    <a:pt x="93" y="560"/>
                  </a:lnTo>
                  <a:lnTo>
                    <a:pt x="0" y="6472"/>
                  </a:lnTo>
                  <a:lnTo>
                    <a:pt x="3466" y="11255"/>
                  </a:lnTo>
                  <a:lnTo>
                    <a:pt x="14719" y="10543"/>
                  </a:lnTo>
                  <a:lnTo>
                    <a:pt x="17926" y="6204"/>
                  </a:lnTo>
                  <a:lnTo>
                    <a:pt x="174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67"/>
            <p:cNvSpPr/>
            <p:nvPr/>
          </p:nvSpPr>
          <p:spPr>
            <a:xfrm>
              <a:off x="-1847795" y="-167200"/>
              <a:ext cx="698506" cy="133535"/>
            </a:xfrm>
            <a:custGeom>
              <a:avLst/>
              <a:gdLst/>
              <a:ahLst/>
              <a:cxnLst/>
              <a:rect l="l" t="t" r="r" b="b"/>
              <a:pathLst>
                <a:path w="17513" h="3348" extrusionOk="0">
                  <a:moveTo>
                    <a:pt x="17302" y="1"/>
                  </a:moveTo>
                  <a:lnTo>
                    <a:pt x="39" y="1394"/>
                  </a:lnTo>
                  <a:lnTo>
                    <a:pt x="1" y="3348"/>
                  </a:lnTo>
                  <a:lnTo>
                    <a:pt x="17513" y="1954"/>
                  </a:lnTo>
                  <a:lnTo>
                    <a:pt x="17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67"/>
            <p:cNvSpPr/>
            <p:nvPr/>
          </p:nvSpPr>
          <p:spPr>
            <a:xfrm>
              <a:off x="-2576734" y="645257"/>
              <a:ext cx="675811" cy="567603"/>
            </a:xfrm>
            <a:custGeom>
              <a:avLst/>
              <a:gdLst/>
              <a:ahLst/>
              <a:cxnLst/>
              <a:rect l="l" t="t" r="r" b="b"/>
              <a:pathLst>
                <a:path w="16944" h="14231" extrusionOk="0">
                  <a:moveTo>
                    <a:pt x="10883" y="0"/>
                  </a:moveTo>
                  <a:lnTo>
                    <a:pt x="7674" y="7953"/>
                  </a:lnTo>
                  <a:lnTo>
                    <a:pt x="0" y="5999"/>
                  </a:lnTo>
                  <a:lnTo>
                    <a:pt x="8093" y="14231"/>
                  </a:lnTo>
                  <a:lnTo>
                    <a:pt x="16944" y="1535"/>
                  </a:lnTo>
                  <a:lnTo>
                    <a:pt x="108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67"/>
            <p:cNvSpPr/>
            <p:nvPr/>
          </p:nvSpPr>
          <p:spPr>
            <a:xfrm>
              <a:off x="-990786" y="600985"/>
              <a:ext cx="717810" cy="533980"/>
            </a:xfrm>
            <a:custGeom>
              <a:avLst/>
              <a:gdLst/>
              <a:ahLst/>
              <a:cxnLst/>
              <a:rect l="l" t="t" r="r" b="b"/>
              <a:pathLst>
                <a:path w="17997" h="13388" extrusionOk="0">
                  <a:moveTo>
                    <a:pt x="6598" y="0"/>
                  </a:moveTo>
                  <a:lnTo>
                    <a:pt x="0" y="2505"/>
                  </a:lnTo>
                  <a:lnTo>
                    <a:pt x="11160" y="13387"/>
                  </a:lnTo>
                  <a:lnTo>
                    <a:pt x="17996" y="4040"/>
                  </a:lnTo>
                  <a:lnTo>
                    <a:pt x="11547" y="7171"/>
                  </a:lnTo>
                  <a:lnTo>
                    <a:pt x="6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67"/>
            <p:cNvSpPr/>
            <p:nvPr/>
          </p:nvSpPr>
          <p:spPr>
            <a:xfrm>
              <a:off x="-2203609" y="-2178601"/>
              <a:ext cx="1418430" cy="598714"/>
            </a:xfrm>
            <a:custGeom>
              <a:avLst/>
              <a:gdLst/>
              <a:ahLst/>
              <a:cxnLst/>
              <a:rect l="l" t="t" r="r" b="b"/>
              <a:pathLst>
                <a:path w="35563" h="15011" extrusionOk="0">
                  <a:moveTo>
                    <a:pt x="30408" y="0"/>
                  </a:moveTo>
                  <a:lnTo>
                    <a:pt x="0" y="4941"/>
                  </a:lnTo>
                  <a:lnTo>
                    <a:pt x="844" y="10142"/>
                  </a:lnTo>
                  <a:cubicBezTo>
                    <a:pt x="844" y="10142"/>
                    <a:pt x="10026" y="15011"/>
                    <a:pt x="13940" y="15011"/>
                  </a:cubicBezTo>
                  <a:cubicBezTo>
                    <a:pt x="14539" y="15011"/>
                    <a:pt x="15014" y="14897"/>
                    <a:pt x="15315" y="14634"/>
                  </a:cubicBezTo>
                  <a:cubicBezTo>
                    <a:pt x="17582" y="12655"/>
                    <a:pt x="18463" y="7260"/>
                    <a:pt x="18463" y="7260"/>
                  </a:cubicBezTo>
                  <a:cubicBezTo>
                    <a:pt x="18463" y="7260"/>
                    <a:pt x="22265" y="12459"/>
                    <a:pt x="26881" y="12459"/>
                  </a:cubicBezTo>
                  <a:cubicBezTo>
                    <a:pt x="27816" y="12459"/>
                    <a:pt x="28785" y="12246"/>
                    <a:pt x="29763" y="11732"/>
                  </a:cubicBezTo>
                  <a:cubicBezTo>
                    <a:pt x="35562" y="8682"/>
                    <a:pt x="30408" y="0"/>
                    <a:pt x="30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67"/>
            <p:cNvSpPr/>
            <p:nvPr/>
          </p:nvSpPr>
          <p:spPr>
            <a:xfrm>
              <a:off x="-1245851" y="-1552965"/>
              <a:ext cx="925492" cy="827813"/>
            </a:xfrm>
            <a:custGeom>
              <a:avLst/>
              <a:gdLst/>
              <a:ahLst/>
              <a:cxnLst/>
              <a:rect l="l" t="t" r="r" b="b"/>
              <a:pathLst>
                <a:path w="23204" h="20755" extrusionOk="0">
                  <a:moveTo>
                    <a:pt x="19656" y="1"/>
                  </a:moveTo>
                  <a:cubicBezTo>
                    <a:pt x="15869" y="14094"/>
                    <a:pt x="6177" y="15689"/>
                    <a:pt x="1984" y="15689"/>
                  </a:cubicBezTo>
                  <a:cubicBezTo>
                    <a:pt x="757" y="15689"/>
                    <a:pt x="1" y="15552"/>
                    <a:pt x="1" y="15552"/>
                  </a:cubicBezTo>
                  <a:lnTo>
                    <a:pt x="1" y="15552"/>
                  </a:lnTo>
                  <a:lnTo>
                    <a:pt x="977" y="20755"/>
                  </a:lnTo>
                  <a:cubicBezTo>
                    <a:pt x="23004" y="18760"/>
                    <a:pt x="23204" y="1640"/>
                    <a:pt x="23204" y="1640"/>
                  </a:cubicBezTo>
                  <a:lnTo>
                    <a:pt x="19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67"/>
            <p:cNvSpPr/>
            <p:nvPr/>
          </p:nvSpPr>
          <p:spPr>
            <a:xfrm>
              <a:off x="-2672178" y="-961151"/>
              <a:ext cx="871846" cy="1012999"/>
            </a:xfrm>
            <a:custGeom>
              <a:avLst/>
              <a:gdLst/>
              <a:ahLst/>
              <a:cxnLst/>
              <a:rect l="l" t="t" r="r" b="b"/>
              <a:pathLst>
                <a:path w="21859" h="25398" extrusionOk="0">
                  <a:moveTo>
                    <a:pt x="21858" y="1"/>
                  </a:moveTo>
                  <a:cubicBezTo>
                    <a:pt x="21858" y="1"/>
                    <a:pt x="0" y="1868"/>
                    <a:pt x="5180" y="18215"/>
                  </a:cubicBezTo>
                  <a:cubicBezTo>
                    <a:pt x="7087" y="24232"/>
                    <a:pt x="12448" y="25397"/>
                    <a:pt x="16317" y="25397"/>
                  </a:cubicBezTo>
                  <a:cubicBezTo>
                    <a:pt x="18765" y="25397"/>
                    <a:pt x="20615" y="24931"/>
                    <a:pt x="20615" y="24931"/>
                  </a:cubicBezTo>
                  <a:lnTo>
                    <a:pt x="20708" y="21300"/>
                  </a:lnTo>
                  <a:lnTo>
                    <a:pt x="20708" y="21300"/>
                  </a:lnTo>
                  <a:cubicBezTo>
                    <a:pt x="20708" y="21300"/>
                    <a:pt x="19619" y="21489"/>
                    <a:pt x="18088" y="21489"/>
                  </a:cubicBezTo>
                  <a:cubicBezTo>
                    <a:pt x="14292" y="21489"/>
                    <a:pt x="7778" y="20331"/>
                    <a:pt x="8390" y="12277"/>
                  </a:cubicBezTo>
                  <a:cubicBezTo>
                    <a:pt x="8820" y="6622"/>
                    <a:pt x="14302" y="5666"/>
                    <a:pt x="17958" y="5666"/>
                  </a:cubicBezTo>
                  <a:cubicBezTo>
                    <a:pt x="19824" y="5666"/>
                    <a:pt x="21214" y="5915"/>
                    <a:pt x="21214" y="5915"/>
                  </a:cubicBezTo>
                  <a:lnTo>
                    <a:pt x="21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67"/>
            <p:cNvSpPr/>
            <p:nvPr/>
          </p:nvSpPr>
          <p:spPr>
            <a:xfrm>
              <a:off x="-1898011" y="-1977341"/>
              <a:ext cx="311462" cy="306317"/>
            </a:xfrm>
            <a:custGeom>
              <a:avLst/>
              <a:gdLst/>
              <a:ahLst/>
              <a:cxnLst/>
              <a:rect l="l" t="t" r="r" b="b"/>
              <a:pathLst>
                <a:path w="7809" h="7680" extrusionOk="0">
                  <a:moveTo>
                    <a:pt x="3904" y="1"/>
                  </a:moveTo>
                  <a:cubicBezTo>
                    <a:pt x="1749" y="1"/>
                    <a:pt x="0" y="1720"/>
                    <a:pt x="0" y="3840"/>
                  </a:cubicBezTo>
                  <a:cubicBezTo>
                    <a:pt x="0" y="5961"/>
                    <a:pt x="1749" y="7680"/>
                    <a:pt x="3904" y="7680"/>
                  </a:cubicBezTo>
                  <a:cubicBezTo>
                    <a:pt x="6060" y="7680"/>
                    <a:pt x="7809" y="5960"/>
                    <a:pt x="7809" y="3840"/>
                  </a:cubicBezTo>
                  <a:cubicBezTo>
                    <a:pt x="7809" y="1720"/>
                    <a:pt x="6060" y="1"/>
                    <a:pt x="3904" y="1"/>
                  </a:cubicBezTo>
                  <a:close/>
                </a:path>
              </a:pathLst>
            </a:custGeom>
            <a:solidFill>
              <a:srgbClr val="F4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67"/>
            <p:cNvSpPr/>
            <p:nvPr/>
          </p:nvSpPr>
          <p:spPr>
            <a:xfrm>
              <a:off x="-1327974" y="-2080364"/>
              <a:ext cx="311502" cy="306317"/>
            </a:xfrm>
            <a:custGeom>
              <a:avLst/>
              <a:gdLst/>
              <a:ahLst/>
              <a:cxnLst/>
              <a:rect l="l" t="t" r="r" b="b"/>
              <a:pathLst>
                <a:path w="7810" h="7680" extrusionOk="0">
                  <a:moveTo>
                    <a:pt x="3905" y="0"/>
                  </a:moveTo>
                  <a:cubicBezTo>
                    <a:pt x="1749" y="0"/>
                    <a:pt x="1" y="1719"/>
                    <a:pt x="1" y="3840"/>
                  </a:cubicBezTo>
                  <a:cubicBezTo>
                    <a:pt x="1" y="5960"/>
                    <a:pt x="1748" y="7679"/>
                    <a:pt x="3904" y="7679"/>
                  </a:cubicBezTo>
                  <a:cubicBezTo>
                    <a:pt x="6062" y="7679"/>
                    <a:pt x="7809" y="5960"/>
                    <a:pt x="7809" y="3840"/>
                  </a:cubicBezTo>
                  <a:cubicBezTo>
                    <a:pt x="7809" y="1719"/>
                    <a:pt x="6062" y="0"/>
                    <a:pt x="3905" y="0"/>
                  </a:cubicBezTo>
                  <a:close/>
                </a:path>
              </a:pathLst>
            </a:custGeom>
            <a:solidFill>
              <a:srgbClr val="F4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67"/>
            <p:cNvSpPr/>
            <p:nvPr/>
          </p:nvSpPr>
          <p:spPr>
            <a:xfrm>
              <a:off x="-2169946" y="-167200"/>
              <a:ext cx="354298" cy="311382"/>
            </a:xfrm>
            <a:custGeom>
              <a:avLst/>
              <a:gdLst/>
              <a:ahLst/>
              <a:cxnLst/>
              <a:rect l="l" t="t" r="r" b="b"/>
              <a:pathLst>
                <a:path w="8883" h="7807" extrusionOk="0">
                  <a:moveTo>
                    <a:pt x="1935" y="1"/>
                  </a:moveTo>
                  <a:lnTo>
                    <a:pt x="0" y="5490"/>
                  </a:lnTo>
                  <a:lnTo>
                    <a:pt x="6817" y="5968"/>
                  </a:lnTo>
                  <a:cubicBezTo>
                    <a:pt x="6817" y="5968"/>
                    <a:pt x="6443" y="7807"/>
                    <a:pt x="7074" y="7807"/>
                  </a:cubicBezTo>
                  <a:cubicBezTo>
                    <a:pt x="7199" y="7807"/>
                    <a:pt x="7365" y="7734"/>
                    <a:pt x="7581" y="7559"/>
                  </a:cubicBezTo>
                  <a:cubicBezTo>
                    <a:pt x="8883" y="6506"/>
                    <a:pt x="8115" y="1394"/>
                    <a:pt x="8115" y="1394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67"/>
            <p:cNvSpPr/>
            <p:nvPr/>
          </p:nvSpPr>
          <p:spPr>
            <a:xfrm>
              <a:off x="-748684" y="-1776600"/>
              <a:ext cx="624918" cy="577974"/>
            </a:xfrm>
            <a:custGeom>
              <a:avLst/>
              <a:gdLst/>
              <a:ahLst/>
              <a:cxnLst/>
              <a:rect l="l" t="t" r="r" b="b"/>
              <a:pathLst>
                <a:path w="15668" h="14491" extrusionOk="0">
                  <a:moveTo>
                    <a:pt x="6145" y="1"/>
                  </a:moveTo>
                  <a:cubicBezTo>
                    <a:pt x="1" y="1"/>
                    <a:pt x="7191" y="5608"/>
                    <a:pt x="7191" y="5608"/>
                  </a:cubicBezTo>
                  <a:lnTo>
                    <a:pt x="3065" y="14490"/>
                  </a:lnTo>
                  <a:lnTo>
                    <a:pt x="10005" y="14490"/>
                  </a:lnTo>
                  <a:cubicBezTo>
                    <a:pt x="10005" y="14490"/>
                    <a:pt x="15668" y="815"/>
                    <a:pt x="7393" y="63"/>
                  </a:cubicBezTo>
                  <a:cubicBezTo>
                    <a:pt x="6926" y="21"/>
                    <a:pt x="6512" y="1"/>
                    <a:pt x="6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67"/>
            <p:cNvSpPr/>
            <p:nvPr/>
          </p:nvSpPr>
          <p:spPr>
            <a:xfrm>
              <a:off x="-1833875" y="-725231"/>
              <a:ext cx="639795" cy="303884"/>
            </a:xfrm>
            <a:custGeom>
              <a:avLst/>
              <a:gdLst/>
              <a:ahLst/>
              <a:cxnLst/>
              <a:rect l="l" t="t" r="r" b="b"/>
              <a:pathLst>
                <a:path w="16041" h="7619" extrusionOk="0">
                  <a:moveTo>
                    <a:pt x="15721" y="0"/>
                  </a:moveTo>
                  <a:lnTo>
                    <a:pt x="8923" y="5012"/>
                  </a:lnTo>
                  <a:lnTo>
                    <a:pt x="145" y="848"/>
                  </a:lnTo>
                  <a:lnTo>
                    <a:pt x="1" y="3810"/>
                  </a:lnTo>
                  <a:lnTo>
                    <a:pt x="9193" y="7619"/>
                  </a:lnTo>
                  <a:lnTo>
                    <a:pt x="16040" y="2506"/>
                  </a:lnTo>
                  <a:lnTo>
                    <a:pt x="157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67"/>
            <p:cNvSpPr/>
            <p:nvPr/>
          </p:nvSpPr>
          <p:spPr>
            <a:xfrm rot="-2700301">
              <a:off x="-1815905" y="-1898021"/>
              <a:ext cx="145735" cy="145645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1"/>
                  </a:moveTo>
                  <a:cubicBezTo>
                    <a:pt x="405" y="1"/>
                    <a:pt x="0" y="404"/>
                    <a:pt x="0" y="903"/>
                  </a:cubicBezTo>
                  <a:cubicBezTo>
                    <a:pt x="0" y="1401"/>
                    <a:pt x="405" y="1805"/>
                    <a:pt x="903" y="1805"/>
                  </a:cubicBezTo>
                  <a:cubicBezTo>
                    <a:pt x="1401" y="1805"/>
                    <a:pt x="1806" y="1401"/>
                    <a:pt x="1806" y="903"/>
                  </a:cubicBezTo>
                  <a:cubicBezTo>
                    <a:pt x="1806" y="404"/>
                    <a:pt x="140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67"/>
            <p:cNvSpPr/>
            <p:nvPr/>
          </p:nvSpPr>
          <p:spPr>
            <a:xfrm rot="-2700155">
              <a:off x="-1269356" y="-1987554"/>
              <a:ext cx="147588" cy="142077"/>
            </a:xfrm>
            <a:custGeom>
              <a:avLst/>
              <a:gdLst/>
              <a:ahLst/>
              <a:cxnLst/>
              <a:rect l="l" t="t" r="r" b="b"/>
              <a:pathLst>
                <a:path w="1878" h="1808" extrusionOk="0">
                  <a:moveTo>
                    <a:pt x="975" y="1"/>
                  </a:moveTo>
                  <a:cubicBezTo>
                    <a:pt x="740" y="1"/>
                    <a:pt x="509" y="93"/>
                    <a:pt x="336" y="265"/>
                  </a:cubicBezTo>
                  <a:cubicBezTo>
                    <a:pt x="78" y="524"/>
                    <a:pt x="0" y="912"/>
                    <a:pt x="140" y="1250"/>
                  </a:cubicBezTo>
                  <a:cubicBezTo>
                    <a:pt x="281" y="1587"/>
                    <a:pt x="610" y="1807"/>
                    <a:pt x="975" y="1807"/>
                  </a:cubicBezTo>
                  <a:cubicBezTo>
                    <a:pt x="1473" y="1807"/>
                    <a:pt x="1878" y="1403"/>
                    <a:pt x="1878" y="905"/>
                  </a:cubicBezTo>
                  <a:cubicBezTo>
                    <a:pt x="1878" y="539"/>
                    <a:pt x="1659" y="210"/>
                    <a:pt x="1321" y="70"/>
                  </a:cubicBezTo>
                  <a:cubicBezTo>
                    <a:pt x="1209" y="23"/>
                    <a:pt x="1092" y="1"/>
                    <a:pt x="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67"/>
            <p:cNvSpPr/>
            <p:nvPr/>
          </p:nvSpPr>
          <p:spPr>
            <a:xfrm rot="-1046846">
              <a:off x="-1519743" y="-1483516"/>
              <a:ext cx="292300" cy="126056"/>
            </a:xfrm>
            <a:custGeom>
              <a:avLst/>
              <a:gdLst/>
              <a:ahLst/>
              <a:cxnLst/>
              <a:rect l="l" t="t" r="r" b="b"/>
              <a:pathLst>
                <a:path w="6040" h="2605" extrusionOk="0">
                  <a:moveTo>
                    <a:pt x="187" y="1"/>
                  </a:moveTo>
                  <a:cubicBezTo>
                    <a:pt x="146" y="1"/>
                    <a:pt x="113" y="10"/>
                    <a:pt x="88" y="29"/>
                  </a:cubicBezTo>
                  <a:cubicBezTo>
                    <a:pt x="1" y="98"/>
                    <a:pt x="10" y="234"/>
                    <a:pt x="38" y="343"/>
                  </a:cubicBezTo>
                  <a:cubicBezTo>
                    <a:pt x="307" y="1383"/>
                    <a:pt x="1397" y="2205"/>
                    <a:pt x="2390" y="2473"/>
                  </a:cubicBezTo>
                  <a:cubicBezTo>
                    <a:pt x="2724" y="2562"/>
                    <a:pt x="3068" y="2605"/>
                    <a:pt x="3412" y="2605"/>
                  </a:cubicBezTo>
                  <a:cubicBezTo>
                    <a:pt x="4241" y="2605"/>
                    <a:pt x="5076" y="2359"/>
                    <a:pt x="5796" y="1940"/>
                  </a:cubicBezTo>
                  <a:cubicBezTo>
                    <a:pt x="5863" y="1901"/>
                    <a:pt x="5932" y="1857"/>
                    <a:pt x="5966" y="1788"/>
                  </a:cubicBezTo>
                  <a:cubicBezTo>
                    <a:pt x="6040" y="1645"/>
                    <a:pt x="5918" y="1466"/>
                    <a:pt x="5766" y="1414"/>
                  </a:cubicBezTo>
                  <a:cubicBezTo>
                    <a:pt x="5711" y="1396"/>
                    <a:pt x="5654" y="1389"/>
                    <a:pt x="5597" y="1389"/>
                  </a:cubicBezTo>
                  <a:cubicBezTo>
                    <a:pt x="5495" y="1389"/>
                    <a:pt x="5391" y="1411"/>
                    <a:pt x="5289" y="1430"/>
                  </a:cubicBezTo>
                  <a:cubicBezTo>
                    <a:pt x="4944" y="1498"/>
                    <a:pt x="4587" y="1531"/>
                    <a:pt x="4228" y="1531"/>
                  </a:cubicBezTo>
                  <a:cubicBezTo>
                    <a:pt x="3523" y="1531"/>
                    <a:pt x="2812" y="1401"/>
                    <a:pt x="2170" y="1140"/>
                  </a:cubicBezTo>
                  <a:cubicBezTo>
                    <a:pt x="1827" y="999"/>
                    <a:pt x="613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3" name="Google Shape;1413;p67"/>
          <p:cNvGrpSpPr/>
          <p:nvPr/>
        </p:nvGrpSpPr>
        <p:grpSpPr>
          <a:xfrm>
            <a:off x="203423" y="215407"/>
            <a:ext cx="2906859" cy="4183777"/>
            <a:chOff x="-3094202" y="1548932"/>
            <a:chExt cx="2906859" cy="4183777"/>
          </a:xfrm>
        </p:grpSpPr>
        <p:sp>
          <p:nvSpPr>
            <p:cNvPr id="1414" name="Google Shape;1414;p67"/>
            <p:cNvSpPr/>
            <p:nvPr/>
          </p:nvSpPr>
          <p:spPr>
            <a:xfrm>
              <a:off x="-2187615" y="2429712"/>
              <a:ext cx="1416316" cy="879065"/>
            </a:xfrm>
            <a:custGeom>
              <a:avLst/>
              <a:gdLst/>
              <a:ahLst/>
              <a:cxnLst/>
              <a:rect l="l" t="t" r="r" b="b"/>
              <a:pathLst>
                <a:path w="35510" h="22040" extrusionOk="0">
                  <a:moveTo>
                    <a:pt x="19425" y="0"/>
                  </a:moveTo>
                  <a:cubicBezTo>
                    <a:pt x="16151" y="0"/>
                    <a:pt x="12729" y="967"/>
                    <a:pt x="9533" y="3651"/>
                  </a:cubicBezTo>
                  <a:cubicBezTo>
                    <a:pt x="9533" y="3651"/>
                    <a:pt x="5623" y="11494"/>
                    <a:pt x="1" y="13270"/>
                  </a:cubicBezTo>
                  <a:cubicBezTo>
                    <a:pt x="1" y="13270"/>
                    <a:pt x="374" y="22040"/>
                    <a:pt x="13125" y="22040"/>
                  </a:cubicBezTo>
                  <a:cubicBezTo>
                    <a:pt x="14579" y="22040"/>
                    <a:pt x="16194" y="21926"/>
                    <a:pt x="17988" y="21671"/>
                  </a:cubicBezTo>
                  <a:cubicBezTo>
                    <a:pt x="35510" y="19188"/>
                    <a:pt x="35362" y="6464"/>
                    <a:pt x="35362" y="6464"/>
                  </a:cubicBezTo>
                  <a:cubicBezTo>
                    <a:pt x="35362" y="6464"/>
                    <a:pt x="27889" y="0"/>
                    <a:pt x="194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67"/>
            <p:cNvSpPr/>
            <p:nvPr/>
          </p:nvSpPr>
          <p:spPr>
            <a:xfrm>
              <a:off x="-3094202" y="3091963"/>
              <a:ext cx="2080043" cy="1363907"/>
            </a:xfrm>
            <a:custGeom>
              <a:avLst/>
              <a:gdLst/>
              <a:ahLst/>
              <a:cxnLst/>
              <a:rect l="l" t="t" r="r" b="b"/>
              <a:pathLst>
                <a:path w="52151" h="34196" extrusionOk="0">
                  <a:moveTo>
                    <a:pt x="38333" y="1"/>
                  </a:moveTo>
                  <a:cubicBezTo>
                    <a:pt x="38333" y="1"/>
                    <a:pt x="3809" y="2169"/>
                    <a:pt x="0" y="10187"/>
                  </a:cubicBezTo>
                  <a:cubicBezTo>
                    <a:pt x="0" y="10187"/>
                    <a:pt x="3418" y="13992"/>
                    <a:pt x="3516" y="20935"/>
                  </a:cubicBezTo>
                  <a:cubicBezTo>
                    <a:pt x="3598" y="26809"/>
                    <a:pt x="8805" y="34196"/>
                    <a:pt x="14476" y="34196"/>
                  </a:cubicBezTo>
                  <a:cubicBezTo>
                    <a:pt x="15509" y="34196"/>
                    <a:pt x="16558" y="33951"/>
                    <a:pt x="17594" y="33407"/>
                  </a:cubicBezTo>
                  <a:cubicBezTo>
                    <a:pt x="24314" y="29876"/>
                    <a:pt x="47898" y="16357"/>
                    <a:pt x="49814" y="10890"/>
                  </a:cubicBezTo>
                  <a:cubicBezTo>
                    <a:pt x="52151" y="4227"/>
                    <a:pt x="38333" y="1"/>
                    <a:pt x="38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67"/>
            <p:cNvSpPr/>
            <p:nvPr/>
          </p:nvSpPr>
          <p:spPr>
            <a:xfrm>
              <a:off x="-2844242" y="3234751"/>
              <a:ext cx="1962182" cy="969206"/>
            </a:xfrm>
            <a:custGeom>
              <a:avLst/>
              <a:gdLst/>
              <a:ahLst/>
              <a:cxnLst/>
              <a:rect l="l" t="t" r="r" b="b"/>
              <a:pathLst>
                <a:path w="49196" h="24300" extrusionOk="0">
                  <a:moveTo>
                    <a:pt x="27250" y="1"/>
                  </a:moveTo>
                  <a:cubicBezTo>
                    <a:pt x="27250" y="1"/>
                    <a:pt x="6010" y="4544"/>
                    <a:pt x="3006" y="6539"/>
                  </a:cubicBezTo>
                  <a:cubicBezTo>
                    <a:pt x="0" y="8533"/>
                    <a:pt x="7071" y="14266"/>
                    <a:pt x="6540" y="18910"/>
                  </a:cubicBezTo>
                  <a:cubicBezTo>
                    <a:pt x="6137" y="22437"/>
                    <a:pt x="7270" y="24299"/>
                    <a:pt x="9763" y="24299"/>
                  </a:cubicBezTo>
                  <a:cubicBezTo>
                    <a:pt x="10553" y="24299"/>
                    <a:pt x="11480" y="24112"/>
                    <a:pt x="12538" y="23732"/>
                  </a:cubicBezTo>
                  <a:cubicBezTo>
                    <a:pt x="16935" y="22152"/>
                    <a:pt x="49196" y="1366"/>
                    <a:pt x="272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67"/>
            <p:cNvSpPr/>
            <p:nvPr/>
          </p:nvSpPr>
          <p:spPr>
            <a:xfrm>
              <a:off x="-2344204" y="4107794"/>
              <a:ext cx="730773" cy="1169588"/>
            </a:xfrm>
            <a:custGeom>
              <a:avLst/>
              <a:gdLst/>
              <a:ahLst/>
              <a:cxnLst/>
              <a:rect l="l" t="t" r="r" b="b"/>
              <a:pathLst>
                <a:path w="18322" h="29324" extrusionOk="0">
                  <a:moveTo>
                    <a:pt x="14132" y="0"/>
                  </a:moveTo>
                  <a:lnTo>
                    <a:pt x="1" y="25919"/>
                  </a:lnTo>
                  <a:lnTo>
                    <a:pt x="995" y="29324"/>
                  </a:lnTo>
                  <a:lnTo>
                    <a:pt x="4857" y="23958"/>
                  </a:lnTo>
                  <a:lnTo>
                    <a:pt x="18322" y="3256"/>
                  </a:lnTo>
                  <a:lnTo>
                    <a:pt x="14132" y="0"/>
                  </a:ln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67"/>
            <p:cNvSpPr/>
            <p:nvPr/>
          </p:nvSpPr>
          <p:spPr>
            <a:xfrm>
              <a:off x="-2064291" y="4284245"/>
              <a:ext cx="717930" cy="1173018"/>
            </a:xfrm>
            <a:custGeom>
              <a:avLst/>
              <a:gdLst/>
              <a:ahLst/>
              <a:cxnLst/>
              <a:rect l="l" t="t" r="r" b="b"/>
              <a:pathLst>
                <a:path w="18000" h="29410" extrusionOk="0">
                  <a:moveTo>
                    <a:pt x="13809" y="1"/>
                  </a:moveTo>
                  <a:lnTo>
                    <a:pt x="1" y="26656"/>
                  </a:lnTo>
                  <a:lnTo>
                    <a:pt x="1207" y="29409"/>
                  </a:lnTo>
                  <a:lnTo>
                    <a:pt x="4535" y="23958"/>
                  </a:lnTo>
                  <a:lnTo>
                    <a:pt x="17999" y="3257"/>
                  </a:lnTo>
                  <a:lnTo>
                    <a:pt x="13809" y="1"/>
                  </a:ln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67"/>
            <p:cNvSpPr/>
            <p:nvPr/>
          </p:nvSpPr>
          <p:spPr>
            <a:xfrm>
              <a:off x="-2132016" y="4822015"/>
              <a:ext cx="420268" cy="910694"/>
            </a:xfrm>
            <a:custGeom>
              <a:avLst/>
              <a:gdLst/>
              <a:ahLst/>
              <a:cxnLst/>
              <a:rect l="l" t="t" r="r" b="b"/>
              <a:pathLst>
                <a:path w="10537" h="22833" extrusionOk="0">
                  <a:moveTo>
                    <a:pt x="7454" y="1"/>
                  </a:moveTo>
                  <a:lnTo>
                    <a:pt x="1" y="15502"/>
                  </a:lnTo>
                  <a:cubicBezTo>
                    <a:pt x="1" y="15502"/>
                    <a:pt x="2230" y="22832"/>
                    <a:pt x="3291" y="22832"/>
                  </a:cubicBezTo>
                  <a:cubicBezTo>
                    <a:pt x="3310" y="22832"/>
                    <a:pt x="3328" y="22830"/>
                    <a:pt x="3346" y="22826"/>
                  </a:cubicBezTo>
                  <a:cubicBezTo>
                    <a:pt x="4383" y="22562"/>
                    <a:pt x="3346" y="16933"/>
                    <a:pt x="3346" y="16933"/>
                  </a:cubicBezTo>
                  <a:lnTo>
                    <a:pt x="10537" y="5014"/>
                  </a:lnTo>
                  <a:lnTo>
                    <a:pt x="74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67"/>
            <p:cNvSpPr/>
            <p:nvPr/>
          </p:nvSpPr>
          <p:spPr>
            <a:xfrm>
              <a:off x="-2446629" y="4695699"/>
              <a:ext cx="420308" cy="910654"/>
            </a:xfrm>
            <a:custGeom>
              <a:avLst/>
              <a:gdLst/>
              <a:ahLst/>
              <a:cxnLst/>
              <a:rect l="l" t="t" r="r" b="b"/>
              <a:pathLst>
                <a:path w="10538" h="22832" extrusionOk="0">
                  <a:moveTo>
                    <a:pt x="7455" y="1"/>
                  </a:moveTo>
                  <a:lnTo>
                    <a:pt x="0" y="15503"/>
                  </a:lnTo>
                  <a:cubicBezTo>
                    <a:pt x="0" y="15503"/>
                    <a:pt x="2232" y="22832"/>
                    <a:pt x="3292" y="22832"/>
                  </a:cubicBezTo>
                  <a:cubicBezTo>
                    <a:pt x="3311" y="22832"/>
                    <a:pt x="3329" y="22829"/>
                    <a:pt x="3346" y="22825"/>
                  </a:cubicBezTo>
                  <a:cubicBezTo>
                    <a:pt x="4383" y="22561"/>
                    <a:pt x="3346" y="16934"/>
                    <a:pt x="3346" y="16934"/>
                  </a:cubicBezTo>
                  <a:lnTo>
                    <a:pt x="10537" y="5014"/>
                  </a:lnTo>
                  <a:lnTo>
                    <a:pt x="74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67"/>
            <p:cNvSpPr/>
            <p:nvPr/>
          </p:nvSpPr>
          <p:spPr>
            <a:xfrm>
              <a:off x="-1418673" y="2845872"/>
              <a:ext cx="241145" cy="398571"/>
            </a:xfrm>
            <a:custGeom>
              <a:avLst/>
              <a:gdLst/>
              <a:ahLst/>
              <a:cxnLst/>
              <a:rect l="l" t="t" r="r" b="b"/>
              <a:pathLst>
                <a:path w="6046" h="9993" extrusionOk="0">
                  <a:moveTo>
                    <a:pt x="1844" y="1"/>
                  </a:moveTo>
                  <a:lnTo>
                    <a:pt x="1" y="9992"/>
                  </a:lnTo>
                  <a:lnTo>
                    <a:pt x="4092" y="9992"/>
                  </a:lnTo>
                  <a:lnTo>
                    <a:pt x="6046" y="922"/>
                  </a:lnTo>
                  <a:lnTo>
                    <a:pt x="1844" y="1"/>
                  </a:ln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67"/>
            <p:cNvSpPr/>
            <p:nvPr/>
          </p:nvSpPr>
          <p:spPr>
            <a:xfrm>
              <a:off x="-1864627" y="1810737"/>
              <a:ext cx="1390311" cy="1177166"/>
            </a:xfrm>
            <a:custGeom>
              <a:avLst/>
              <a:gdLst/>
              <a:ahLst/>
              <a:cxnLst/>
              <a:rect l="l" t="t" r="r" b="b"/>
              <a:pathLst>
                <a:path w="34858" h="29514" extrusionOk="0">
                  <a:moveTo>
                    <a:pt x="16483" y="1"/>
                  </a:moveTo>
                  <a:cubicBezTo>
                    <a:pt x="8614" y="1"/>
                    <a:pt x="215" y="10346"/>
                    <a:pt x="103" y="18815"/>
                  </a:cubicBezTo>
                  <a:cubicBezTo>
                    <a:pt x="1" y="26533"/>
                    <a:pt x="6353" y="29513"/>
                    <a:pt x="13381" y="29513"/>
                  </a:cubicBezTo>
                  <a:cubicBezTo>
                    <a:pt x="17662" y="29513"/>
                    <a:pt x="22194" y="28408"/>
                    <a:pt x="25672" y="26593"/>
                  </a:cubicBezTo>
                  <a:cubicBezTo>
                    <a:pt x="34858" y="21802"/>
                    <a:pt x="26254" y="7999"/>
                    <a:pt x="26254" y="7999"/>
                  </a:cubicBezTo>
                  <a:cubicBezTo>
                    <a:pt x="23710" y="2253"/>
                    <a:pt x="20154" y="1"/>
                    <a:pt x="16483" y="1"/>
                  </a:cubicBez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67"/>
            <p:cNvSpPr/>
            <p:nvPr/>
          </p:nvSpPr>
          <p:spPr>
            <a:xfrm>
              <a:off x="-1093012" y="2094240"/>
              <a:ext cx="905669" cy="1372283"/>
            </a:xfrm>
            <a:custGeom>
              <a:avLst/>
              <a:gdLst/>
              <a:ahLst/>
              <a:cxnLst/>
              <a:rect l="l" t="t" r="r" b="b"/>
              <a:pathLst>
                <a:path w="22707" h="34406" extrusionOk="0">
                  <a:moveTo>
                    <a:pt x="14591" y="0"/>
                  </a:moveTo>
                  <a:cubicBezTo>
                    <a:pt x="16261" y="28007"/>
                    <a:pt x="1" y="28681"/>
                    <a:pt x="1" y="28681"/>
                  </a:cubicBezTo>
                  <a:lnTo>
                    <a:pt x="1" y="34406"/>
                  </a:lnTo>
                  <a:cubicBezTo>
                    <a:pt x="22706" y="27614"/>
                    <a:pt x="19461" y="1615"/>
                    <a:pt x="19461" y="1615"/>
                  </a:cubicBezTo>
                  <a:lnTo>
                    <a:pt x="145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67"/>
            <p:cNvSpPr/>
            <p:nvPr/>
          </p:nvSpPr>
          <p:spPr>
            <a:xfrm>
              <a:off x="-2587064" y="3089291"/>
              <a:ext cx="1005581" cy="812537"/>
            </a:xfrm>
            <a:custGeom>
              <a:avLst/>
              <a:gdLst/>
              <a:ahLst/>
              <a:cxnLst/>
              <a:rect l="l" t="t" r="r" b="b"/>
              <a:pathLst>
                <a:path w="25212" h="20372" extrusionOk="0">
                  <a:moveTo>
                    <a:pt x="25212" y="0"/>
                  </a:moveTo>
                  <a:cubicBezTo>
                    <a:pt x="25211" y="1"/>
                    <a:pt x="5194" y="7140"/>
                    <a:pt x="1779" y="15179"/>
                  </a:cubicBezTo>
                  <a:cubicBezTo>
                    <a:pt x="1" y="19368"/>
                    <a:pt x="3733" y="20371"/>
                    <a:pt x="7717" y="20371"/>
                  </a:cubicBezTo>
                  <a:cubicBezTo>
                    <a:pt x="11378" y="20371"/>
                    <a:pt x="15250" y="19524"/>
                    <a:pt x="15250" y="19524"/>
                  </a:cubicBezTo>
                  <a:lnTo>
                    <a:pt x="16281" y="16813"/>
                  </a:lnTo>
                  <a:cubicBezTo>
                    <a:pt x="16281" y="16813"/>
                    <a:pt x="4742" y="16713"/>
                    <a:pt x="6223" y="14982"/>
                  </a:cubicBezTo>
                  <a:cubicBezTo>
                    <a:pt x="11492" y="8821"/>
                    <a:pt x="24191" y="5800"/>
                    <a:pt x="24191" y="5800"/>
                  </a:cubicBezTo>
                  <a:lnTo>
                    <a:pt x="252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67"/>
            <p:cNvSpPr/>
            <p:nvPr/>
          </p:nvSpPr>
          <p:spPr>
            <a:xfrm>
              <a:off x="-1978818" y="3089291"/>
              <a:ext cx="954328" cy="1370209"/>
            </a:xfrm>
            <a:custGeom>
              <a:avLst/>
              <a:gdLst/>
              <a:ahLst/>
              <a:cxnLst/>
              <a:rect l="l" t="t" r="r" b="b"/>
              <a:pathLst>
                <a:path w="23927" h="34354" extrusionOk="0">
                  <a:moveTo>
                    <a:pt x="9962" y="0"/>
                  </a:moveTo>
                  <a:cubicBezTo>
                    <a:pt x="7994" y="1380"/>
                    <a:pt x="0" y="30797"/>
                    <a:pt x="0" y="30797"/>
                  </a:cubicBezTo>
                  <a:lnTo>
                    <a:pt x="17333" y="34354"/>
                  </a:lnTo>
                  <a:cubicBezTo>
                    <a:pt x="17333" y="34354"/>
                    <a:pt x="23926" y="5820"/>
                    <a:pt x="22210" y="3733"/>
                  </a:cubicBezTo>
                  <a:cubicBezTo>
                    <a:pt x="20493" y="1645"/>
                    <a:pt x="9962" y="0"/>
                    <a:pt x="99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67"/>
            <p:cNvSpPr/>
            <p:nvPr/>
          </p:nvSpPr>
          <p:spPr>
            <a:xfrm>
              <a:off x="-2280029" y="3837972"/>
              <a:ext cx="1102501" cy="828451"/>
            </a:xfrm>
            <a:custGeom>
              <a:avLst/>
              <a:gdLst/>
              <a:ahLst/>
              <a:cxnLst/>
              <a:rect l="l" t="t" r="r" b="b"/>
              <a:pathLst>
                <a:path w="27642" h="20771" extrusionOk="0">
                  <a:moveTo>
                    <a:pt x="10953" y="0"/>
                  </a:moveTo>
                  <a:lnTo>
                    <a:pt x="0" y="5967"/>
                  </a:lnTo>
                  <a:cubicBezTo>
                    <a:pt x="2170" y="17211"/>
                    <a:pt x="27027" y="20770"/>
                    <a:pt x="27027" y="20770"/>
                  </a:cubicBezTo>
                  <a:lnTo>
                    <a:pt x="27642" y="4446"/>
                  </a:lnTo>
                  <a:lnTo>
                    <a:pt x="109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67"/>
            <p:cNvSpPr/>
            <p:nvPr/>
          </p:nvSpPr>
          <p:spPr>
            <a:xfrm>
              <a:off x="-2153873" y="2456236"/>
              <a:ext cx="346481" cy="298220"/>
            </a:xfrm>
            <a:custGeom>
              <a:avLst/>
              <a:gdLst/>
              <a:ahLst/>
              <a:cxnLst/>
              <a:rect l="l" t="t" r="r" b="b"/>
              <a:pathLst>
                <a:path w="8687" h="7477" extrusionOk="0">
                  <a:moveTo>
                    <a:pt x="2959" y="1"/>
                  </a:moveTo>
                  <a:cubicBezTo>
                    <a:pt x="2410" y="1"/>
                    <a:pt x="1904" y="234"/>
                    <a:pt x="1501" y="822"/>
                  </a:cubicBezTo>
                  <a:cubicBezTo>
                    <a:pt x="1" y="3010"/>
                    <a:pt x="1568" y="7476"/>
                    <a:pt x="5082" y="7476"/>
                  </a:cubicBezTo>
                  <a:cubicBezTo>
                    <a:pt x="6123" y="7476"/>
                    <a:pt x="7334" y="7085"/>
                    <a:pt x="8687" y="6127"/>
                  </a:cubicBezTo>
                  <a:lnTo>
                    <a:pt x="7790" y="3412"/>
                  </a:lnTo>
                  <a:cubicBezTo>
                    <a:pt x="7790" y="3412"/>
                    <a:pt x="5059" y="1"/>
                    <a:pt x="2959" y="1"/>
                  </a:cubicBezTo>
                  <a:close/>
                </a:path>
              </a:pathLst>
            </a:custGeom>
            <a:solidFill>
              <a:srgbClr val="F5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67"/>
            <p:cNvSpPr/>
            <p:nvPr/>
          </p:nvSpPr>
          <p:spPr>
            <a:xfrm>
              <a:off x="-2085630" y="1739343"/>
              <a:ext cx="1388596" cy="917116"/>
            </a:xfrm>
            <a:custGeom>
              <a:avLst/>
              <a:gdLst/>
              <a:ahLst/>
              <a:cxnLst/>
              <a:rect l="l" t="t" r="r" b="b"/>
              <a:pathLst>
                <a:path w="34815" h="22994" extrusionOk="0">
                  <a:moveTo>
                    <a:pt x="18456" y="1"/>
                  </a:moveTo>
                  <a:cubicBezTo>
                    <a:pt x="13449" y="1"/>
                    <a:pt x="8551" y="1742"/>
                    <a:pt x="6079" y="4854"/>
                  </a:cubicBezTo>
                  <a:cubicBezTo>
                    <a:pt x="1" y="12504"/>
                    <a:pt x="5643" y="20276"/>
                    <a:pt x="5643" y="20276"/>
                  </a:cubicBezTo>
                  <a:cubicBezTo>
                    <a:pt x="9295" y="22256"/>
                    <a:pt x="12209" y="22993"/>
                    <a:pt x="14525" y="22993"/>
                  </a:cubicBezTo>
                  <a:cubicBezTo>
                    <a:pt x="21302" y="22993"/>
                    <a:pt x="22955" y="16678"/>
                    <a:pt x="22955" y="16678"/>
                  </a:cubicBezTo>
                  <a:cubicBezTo>
                    <a:pt x="25795" y="18113"/>
                    <a:pt x="27908" y="18668"/>
                    <a:pt x="29478" y="18668"/>
                  </a:cubicBezTo>
                  <a:cubicBezTo>
                    <a:pt x="34815" y="18668"/>
                    <a:pt x="33871" y="12257"/>
                    <a:pt x="33871" y="12257"/>
                  </a:cubicBezTo>
                  <a:cubicBezTo>
                    <a:pt x="33288" y="3703"/>
                    <a:pt x="25756" y="1"/>
                    <a:pt x="184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67"/>
            <p:cNvSpPr/>
            <p:nvPr/>
          </p:nvSpPr>
          <p:spPr>
            <a:xfrm>
              <a:off x="-2156505" y="1739343"/>
              <a:ext cx="543074" cy="808748"/>
            </a:xfrm>
            <a:custGeom>
              <a:avLst/>
              <a:gdLst/>
              <a:ahLst/>
              <a:cxnLst/>
              <a:rect l="l" t="t" r="r" b="b"/>
              <a:pathLst>
                <a:path w="13616" h="20277" extrusionOk="0">
                  <a:moveTo>
                    <a:pt x="4455" y="0"/>
                  </a:moveTo>
                  <a:cubicBezTo>
                    <a:pt x="1" y="8638"/>
                    <a:pt x="7421" y="20276"/>
                    <a:pt x="7421" y="20276"/>
                  </a:cubicBezTo>
                  <a:lnTo>
                    <a:pt x="13616" y="17974"/>
                  </a:lnTo>
                  <a:lnTo>
                    <a:pt x="44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67"/>
            <p:cNvSpPr/>
            <p:nvPr/>
          </p:nvSpPr>
          <p:spPr>
            <a:xfrm>
              <a:off x="-1212308" y="1548932"/>
              <a:ext cx="510089" cy="731611"/>
            </a:xfrm>
            <a:custGeom>
              <a:avLst/>
              <a:gdLst/>
              <a:ahLst/>
              <a:cxnLst/>
              <a:rect l="l" t="t" r="r" b="b"/>
              <a:pathLst>
                <a:path w="12789" h="18343" extrusionOk="0">
                  <a:moveTo>
                    <a:pt x="0" y="0"/>
                  </a:moveTo>
                  <a:lnTo>
                    <a:pt x="5066" y="15489"/>
                  </a:lnTo>
                  <a:lnTo>
                    <a:pt x="11799" y="18343"/>
                  </a:lnTo>
                  <a:cubicBezTo>
                    <a:pt x="11799" y="18343"/>
                    <a:pt x="12789" y="656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67"/>
            <p:cNvSpPr/>
            <p:nvPr/>
          </p:nvSpPr>
          <p:spPr>
            <a:xfrm>
              <a:off x="-1665960" y="2248435"/>
              <a:ext cx="306835" cy="301730"/>
            </a:xfrm>
            <a:custGeom>
              <a:avLst/>
              <a:gdLst/>
              <a:ahLst/>
              <a:cxnLst/>
              <a:rect l="l" t="t" r="r" b="b"/>
              <a:pathLst>
                <a:path w="7693" h="7565" extrusionOk="0">
                  <a:moveTo>
                    <a:pt x="3847" y="1"/>
                  </a:moveTo>
                  <a:cubicBezTo>
                    <a:pt x="1724" y="1"/>
                    <a:pt x="1" y="1692"/>
                    <a:pt x="1" y="3782"/>
                  </a:cubicBezTo>
                  <a:cubicBezTo>
                    <a:pt x="1" y="5873"/>
                    <a:pt x="1723" y="7564"/>
                    <a:pt x="3847" y="7564"/>
                  </a:cubicBezTo>
                  <a:cubicBezTo>
                    <a:pt x="5971" y="7564"/>
                    <a:pt x="7693" y="5872"/>
                    <a:pt x="7693" y="3782"/>
                  </a:cubicBezTo>
                  <a:cubicBezTo>
                    <a:pt x="7693" y="1693"/>
                    <a:pt x="5971" y="1"/>
                    <a:pt x="3847" y="1"/>
                  </a:cubicBezTo>
                  <a:close/>
                </a:path>
              </a:pathLst>
            </a:custGeom>
            <a:solidFill>
              <a:srgbClr val="F4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67"/>
            <p:cNvSpPr/>
            <p:nvPr/>
          </p:nvSpPr>
          <p:spPr>
            <a:xfrm>
              <a:off x="-1128749" y="2097550"/>
              <a:ext cx="306835" cy="301770"/>
            </a:xfrm>
            <a:custGeom>
              <a:avLst/>
              <a:gdLst/>
              <a:ahLst/>
              <a:cxnLst/>
              <a:rect l="l" t="t" r="r" b="b"/>
              <a:pathLst>
                <a:path w="7693" h="7566" extrusionOk="0">
                  <a:moveTo>
                    <a:pt x="3848" y="1"/>
                  </a:moveTo>
                  <a:cubicBezTo>
                    <a:pt x="1725" y="1"/>
                    <a:pt x="1" y="1694"/>
                    <a:pt x="1" y="3784"/>
                  </a:cubicBezTo>
                  <a:cubicBezTo>
                    <a:pt x="1" y="5873"/>
                    <a:pt x="1724" y="7565"/>
                    <a:pt x="3848" y="7565"/>
                  </a:cubicBezTo>
                  <a:cubicBezTo>
                    <a:pt x="5972" y="7565"/>
                    <a:pt x="7693" y="5872"/>
                    <a:pt x="7693" y="3784"/>
                  </a:cubicBezTo>
                  <a:cubicBezTo>
                    <a:pt x="7693" y="1694"/>
                    <a:pt x="5970" y="1"/>
                    <a:pt x="3848" y="1"/>
                  </a:cubicBezTo>
                  <a:close/>
                </a:path>
              </a:pathLst>
            </a:custGeom>
            <a:solidFill>
              <a:srgbClr val="F4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67"/>
            <p:cNvSpPr/>
            <p:nvPr/>
          </p:nvSpPr>
          <p:spPr>
            <a:xfrm>
              <a:off x="-1903634" y="3774355"/>
              <a:ext cx="726106" cy="333439"/>
            </a:xfrm>
            <a:custGeom>
              <a:avLst/>
              <a:gdLst/>
              <a:ahLst/>
              <a:cxnLst/>
              <a:rect l="l" t="t" r="r" b="b"/>
              <a:pathLst>
                <a:path w="18205" h="8360" extrusionOk="0">
                  <a:moveTo>
                    <a:pt x="1983" y="1"/>
                  </a:moveTo>
                  <a:lnTo>
                    <a:pt x="0" y="2420"/>
                  </a:lnTo>
                  <a:lnTo>
                    <a:pt x="18205" y="8360"/>
                  </a:lnTo>
                  <a:lnTo>
                    <a:pt x="18205" y="4306"/>
                  </a:lnTo>
                  <a:lnTo>
                    <a:pt x="19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67"/>
            <p:cNvSpPr/>
            <p:nvPr/>
          </p:nvSpPr>
          <p:spPr>
            <a:xfrm>
              <a:off x="-1680159" y="3087097"/>
              <a:ext cx="671703" cy="181995"/>
            </a:xfrm>
            <a:custGeom>
              <a:avLst/>
              <a:gdLst/>
              <a:ahLst/>
              <a:cxnLst/>
              <a:rect l="l" t="t" r="r" b="b"/>
              <a:pathLst>
                <a:path w="16841" h="4563" extrusionOk="0">
                  <a:moveTo>
                    <a:pt x="4067" y="1"/>
                  </a:moveTo>
                  <a:cubicBezTo>
                    <a:pt x="2606" y="1"/>
                    <a:pt x="1209" y="210"/>
                    <a:pt x="0" y="733"/>
                  </a:cubicBezTo>
                  <a:cubicBezTo>
                    <a:pt x="0" y="733"/>
                    <a:pt x="2233" y="2787"/>
                    <a:pt x="5289" y="2787"/>
                  </a:cubicBezTo>
                  <a:cubicBezTo>
                    <a:pt x="6534" y="2787"/>
                    <a:pt x="7916" y="2446"/>
                    <a:pt x="9339" y="1486"/>
                  </a:cubicBezTo>
                  <a:cubicBezTo>
                    <a:pt x="9339" y="1486"/>
                    <a:pt x="10869" y="4563"/>
                    <a:pt x="13687" y="4563"/>
                  </a:cubicBezTo>
                  <a:cubicBezTo>
                    <a:pt x="14604" y="4563"/>
                    <a:pt x="15658" y="4236"/>
                    <a:pt x="16841" y="3371"/>
                  </a:cubicBezTo>
                  <a:cubicBezTo>
                    <a:pt x="16841" y="3371"/>
                    <a:pt x="9933" y="1"/>
                    <a:pt x="4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67"/>
            <p:cNvSpPr/>
            <p:nvPr/>
          </p:nvSpPr>
          <p:spPr>
            <a:xfrm>
              <a:off x="-2344204" y="3692312"/>
              <a:ext cx="591973" cy="252273"/>
            </a:xfrm>
            <a:custGeom>
              <a:avLst/>
              <a:gdLst/>
              <a:ahLst/>
              <a:cxnLst/>
              <a:rect l="l" t="t" r="r" b="b"/>
              <a:pathLst>
                <a:path w="14842" h="6325" extrusionOk="0">
                  <a:moveTo>
                    <a:pt x="5986" y="1"/>
                  </a:moveTo>
                  <a:cubicBezTo>
                    <a:pt x="5388" y="1"/>
                    <a:pt x="4752" y="35"/>
                    <a:pt x="4074" y="109"/>
                  </a:cubicBezTo>
                  <a:lnTo>
                    <a:pt x="1" y="6239"/>
                  </a:lnTo>
                  <a:lnTo>
                    <a:pt x="9742" y="5188"/>
                  </a:lnTo>
                  <a:lnTo>
                    <a:pt x="9742" y="5188"/>
                  </a:lnTo>
                  <a:cubicBezTo>
                    <a:pt x="9742" y="5188"/>
                    <a:pt x="9334" y="6324"/>
                    <a:pt x="11146" y="6324"/>
                  </a:cubicBezTo>
                  <a:cubicBezTo>
                    <a:pt x="11419" y="6324"/>
                    <a:pt x="11743" y="6298"/>
                    <a:pt x="12126" y="6239"/>
                  </a:cubicBezTo>
                  <a:cubicBezTo>
                    <a:pt x="14841" y="5817"/>
                    <a:pt x="13737" y="1"/>
                    <a:pt x="59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67"/>
            <p:cNvSpPr/>
            <p:nvPr/>
          </p:nvSpPr>
          <p:spPr>
            <a:xfrm>
              <a:off x="-759533" y="1855328"/>
              <a:ext cx="496728" cy="801170"/>
            </a:xfrm>
            <a:custGeom>
              <a:avLst/>
              <a:gdLst/>
              <a:ahLst/>
              <a:cxnLst/>
              <a:rect l="l" t="t" r="r" b="b"/>
              <a:pathLst>
                <a:path w="12454" h="20087" extrusionOk="0">
                  <a:moveTo>
                    <a:pt x="6377" y="0"/>
                  </a:moveTo>
                  <a:cubicBezTo>
                    <a:pt x="6329" y="0"/>
                    <a:pt x="6280" y="2"/>
                    <a:pt x="6230" y="4"/>
                  </a:cubicBezTo>
                  <a:cubicBezTo>
                    <a:pt x="0" y="300"/>
                    <a:pt x="6230" y="5990"/>
                    <a:pt x="6230" y="5990"/>
                  </a:cubicBezTo>
                  <a:lnTo>
                    <a:pt x="3849" y="20086"/>
                  </a:lnTo>
                  <a:lnTo>
                    <a:pt x="11986" y="18202"/>
                  </a:lnTo>
                  <a:cubicBezTo>
                    <a:pt x="11986" y="18202"/>
                    <a:pt x="12454" y="0"/>
                    <a:pt x="6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67"/>
            <p:cNvSpPr/>
            <p:nvPr/>
          </p:nvSpPr>
          <p:spPr>
            <a:xfrm>
              <a:off x="-1636086" y="1809142"/>
              <a:ext cx="370013" cy="288448"/>
            </a:xfrm>
            <a:custGeom>
              <a:avLst/>
              <a:gdLst/>
              <a:ahLst/>
              <a:cxnLst/>
              <a:rect l="l" t="t" r="r" b="b"/>
              <a:pathLst>
                <a:path w="9277" h="7232" extrusionOk="0">
                  <a:moveTo>
                    <a:pt x="7080" y="1"/>
                  </a:moveTo>
                  <a:cubicBezTo>
                    <a:pt x="5782" y="1"/>
                    <a:pt x="6068" y="3584"/>
                    <a:pt x="6068" y="3584"/>
                  </a:cubicBezTo>
                  <a:cubicBezTo>
                    <a:pt x="6068" y="3584"/>
                    <a:pt x="4361" y="2390"/>
                    <a:pt x="2889" y="2390"/>
                  </a:cubicBezTo>
                  <a:cubicBezTo>
                    <a:pt x="2305" y="2390"/>
                    <a:pt x="1757" y="2578"/>
                    <a:pt x="1369" y="3104"/>
                  </a:cubicBezTo>
                  <a:cubicBezTo>
                    <a:pt x="1" y="4955"/>
                    <a:pt x="9276" y="7232"/>
                    <a:pt x="9276" y="7232"/>
                  </a:cubicBezTo>
                  <a:cubicBezTo>
                    <a:pt x="9276" y="7232"/>
                    <a:pt x="8905" y="513"/>
                    <a:pt x="7326" y="39"/>
                  </a:cubicBezTo>
                  <a:cubicBezTo>
                    <a:pt x="7238" y="13"/>
                    <a:pt x="7157" y="1"/>
                    <a:pt x="7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67"/>
            <p:cNvSpPr/>
            <p:nvPr/>
          </p:nvSpPr>
          <p:spPr>
            <a:xfrm>
              <a:off x="-1736915" y="3338452"/>
              <a:ext cx="640194" cy="445196"/>
            </a:xfrm>
            <a:custGeom>
              <a:avLst/>
              <a:gdLst/>
              <a:ahLst/>
              <a:cxnLst/>
              <a:rect l="l" t="t" r="r" b="b"/>
              <a:pathLst>
                <a:path w="16051" h="11162" extrusionOk="0">
                  <a:moveTo>
                    <a:pt x="1218" y="0"/>
                  </a:moveTo>
                  <a:lnTo>
                    <a:pt x="1" y="3725"/>
                  </a:lnTo>
                  <a:lnTo>
                    <a:pt x="5938" y="11161"/>
                  </a:lnTo>
                  <a:lnTo>
                    <a:pt x="15607" y="6582"/>
                  </a:lnTo>
                  <a:lnTo>
                    <a:pt x="16051" y="3585"/>
                  </a:lnTo>
                  <a:lnTo>
                    <a:pt x="6381" y="848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67"/>
            <p:cNvSpPr/>
            <p:nvPr/>
          </p:nvSpPr>
          <p:spPr>
            <a:xfrm>
              <a:off x="-1903634" y="3166588"/>
              <a:ext cx="174856" cy="229099"/>
            </a:xfrm>
            <a:custGeom>
              <a:avLst/>
              <a:gdLst/>
              <a:ahLst/>
              <a:cxnLst/>
              <a:rect l="l" t="t" r="r" b="b"/>
              <a:pathLst>
                <a:path w="4384" h="5744" extrusionOk="0">
                  <a:moveTo>
                    <a:pt x="3244" y="1"/>
                  </a:moveTo>
                  <a:lnTo>
                    <a:pt x="0" y="1472"/>
                  </a:lnTo>
                  <a:lnTo>
                    <a:pt x="1080" y="5744"/>
                  </a:lnTo>
                  <a:lnTo>
                    <a:pt x="4384" y="4614"/>
                  </a:lnTo>
                  <a:lnTo>
                    <a:pt x="32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67"/>
            <p:cNvSpPr/>
            <p:nvPr/>
          </p:nvSpPr>
          <p:spPr>
            <a:xfrm>
              <a:off x="-976667" y="3166588"/>
              <a:ext cx="154754" cy="258215"/>
            </a:xfrm>
            <a:custGeom>
              <a:avLst/>
              <a:gdLst/>
              <a:ahLst/>
              <a:cxnLst/>
              <a:rect l="l" t="t" r="r" b="b"/>
              <a:pathLst>
                <a:path w="3880" h="6474" extrusionOk="0">
                  <a:moveTo>
                    <a:pt x="2317" y="1"/>
                  </a:moveTo>
                  <a:lnTo>
                    <a:pt x="1" y="1110"/>
                  </a:lnTo>
                  <a:lnTo>
                    <a:pt x="34" y="6473"/>
                  </a:lnTo>
                  <a:lnTo>
                    <a:pt x="3880" y="4876"/>
                  </a:lnTo>
                  <a:lnTo>
                    <a:pt x="2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67"/>
            <p:cNvSpPr/>
            <p:nvPr/>
          </p:nvSpPr>
          <p:spPr>
            <a:xfrm>
              <a:off x="-1540561" y="3131050"/>
              <a:ext cx="232928" cy="207442"/>
            </a:xfrm>
            <a:custGeom>
              <a:avLst/>
              <a:gdLst/>
              <a:ahLst/>
              <a:cxnLst/>
              <a:rect l="l" t="t" r="r" b="b"/>
              <a:pathLst>
                <a:path w="5840" h="5201" extrusionOk="0">
                  <a:moveTo>
                    <a:pt x="4594" y="0"/>
                  </a:moveTo>
                  <a:cubicBezTo>
                    <a:pt x="3451" y="0"/>
                    <a:pt x="1685" y="866"/>
                    <a:pt x="0" y="5200"/>
                  </a:cubicBezTo>
                  <a:cubicBezTo>
                    <a:pt x="0" y="5200"/>
                    <a:pt x="4" y="5200"/>
                    <a:pt x="11" y="5200"/>
                  </a:cubicBezTo>
                  <a:cubicBezTo>
                    <a:pt x="283" y="5200"/>
                    <a:pt x="5425" y="5138"/>
                    <a:pt x="5839" y="384"/>
                  </a:cubicBezTo>
                  <a:cubicBezTo>
                    <a:pt x="5839" y="384"/>
                    <a:pt x="5355" y="0"/>
                    <a:pt x="4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67"/>
            <p:cNvSpPr/>
            <p:nvPr/>
          </p:nvSpPr>
          <p:spPr>
            <a:xfrm>
              <a:off x="-1428524" y="3146326"/>
              <a:ext cx="231891" cy="278477"/>
            </a:xfrm>
            <a:custGeom>
              <a:avLst/>
              <a:gdLst/>
              <a:ahLst/>
              <a:cxnLst/>
              <a:rect l="l" t="t" r="r" b="b"/>
              <a:pathLst>
                <a:path w="5814" h="6982" extrusionOk="0">
                  <a:moveTo>
                    <a:pt x="3030" y="1"/>
                  </a:moveTo>
                  <a:cubicBezTo>
                    <a:pt x="3030" y="1"/>
                    <a:pt x="0" y="3795"/>
                    <a:pt x="4566" y="6981"/>
                  </a:cubicBezTo>
                  <a:cubicBezTo>
                    <a:pt x="4566" y="6981"/>
                    <a:pt x="5813" y="2046"/>
                    <a:pt x="3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67"/>
            <p:cNvSpPr/>
            <p:nvPr/>
          </p:nvSpPr>
          <p:spPr>
            <a:xfrm>
              <a:off x="-2221278" y="4007722"/>
              <a:ext cx="1024686" cy="559587"/>
            </a:xfrm>
            <a:custGeom>
              <a:avLst/>
              <a:gdLst/>
              <a:ahLst/>
              <a:cxnLst/>
              <a:rect l="l" t="t" r="r" b="b"/>
              <a:pathLst>
                <a:path w="25691" h="14030" extrusionOk="0">
                  <a:moveTo>
                    <a:pt x="1666" y="0"/>
                  </a:moveTo>
                  <a:lnTo>
                    <a:pt x="0" y="909"/>
                  </a:lnTo>
                  <a:cubicBezTo>
                    <a:pt x="8383" y="14030"/>
                    <a:pt x="25690" y="14030"/>
                    <a:pt x="25690" y="14030"/>
                  </a:cubicBezTo>
                  <a:lnTo>
                    <a:pt x="25690" y="11989"/>
                  </a:lnTo>
                  <a:cubicBezTo>
                    <a:pt x="8927" y="11870"/>
                    <a:pt x="1666" y="0"/>
                    <a:pt x="16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67"/>
            <p:cNvSpPr/>
            <p:nvPr/>
          </p:nvSpPr>
          <p:spPr>
            <a:xfrm rot="-2700405">
              <a:off x="-1526758" y="2352855"/>
              <a:ext cx="135656" cy="135572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1"/>
                  </a:moveTo>
                  <a:cubicBezTo>
                    <a:pt x="405" y="1"/>
                    <a:pt x="0" y="404"/>
                    <a:pt x="0" y="903"/>
                  </a:cubicBezTo>
                  <a:cubicBezTo>
                    <a:pt x="0" y="1401"/>
                    <a:pt x="405" y="1805"/>
                    <a:pt x="903" y="1805"/>
                  </a:cubicBezTo>
                  <a:cubicBezTo>
                    <a:pt x="1401" y="1805"/>
                    <a:pt x="1806" y="1401"/>
                    <a:pt x="1806" y="903"/>
                  </a:cubicBezTo>
                  <a:cubicBezTo>
                    <a:pt x="1806" y="404"/>
                    <a:pt x="140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67"/>
            <p:cNvSpPr/>
            <p:nvPr/>
          </p:nvSpPr>
          <p:spPr>
            <a:xfrm rot="-2700162">
              <a:off x="-994248" y="2223035"/>
              <a:ext cx="135647" cy="135562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1"/>
                  </a:moveTo>
                  <a:cubicBezTo>
                    <a:pt x="405" y="1"/>
                    <a:pt x="0" y="404"/>
                    <a:pt x="0" y="903"/>
                  </a:cubicBezTo>
                  <a:cubicBezTo>
                    <a:pt x="0" y="1401"/>
                    <a:pt x="405" y="1805"/>
                    <a:pt x="903" y="1805"/>
                  </a:cubicBezTo>
                  <a:cubicBezTo>
                    <a:pt x="1401" y="1805"/>
                    <a:pt x="1806" y="1401"/>
                    <a:pt x="1806" y="903"/>
                  </a:cubicBezTo>
                  <a:cubicBezTo>
                    <a:pt x="1806" y="404"/>
                    <a:pt x="140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67"/>
            <p:cNvSpPr/>
            <p:nvPr/>
          </p:nvSpPr>
          <p:spPr>
            <a:xfrm rot="-1526549">
              <a:off x="-1203118" y="2678908"/>
              <a:ext cx="292296" cy="126059"/>
            </a:xfrm>
            <a:custGeom>
              <a:avLst/>
              <a:gdLst/>
              <a:ahLst/>
              <a:cxnLst/>
              <a:rect l="l" t="t" r="r" b="b"/>
              <a:pathLst>
                <a:path w="6040" h="2605" extrusionOk="0">
                  <a:moveTo>
                    <a:pt x="187" y="1"/>
                  </a:moveTo>
                  <a:cubicBezTo>
                    <a:pt x="146" y="1"/>
                    <a:pt x="113" y="10"/>
                    <a:pt x="88" y="29"/>
                  </a:cubicBezTo>
                  <a:cubicBezTo>
                    <a:pt x="1" y="98"/>
                    <a:pt x="10" y="234"/>
                    <a:pt x="38" y="343"/>
                  </a:cubicBezTo>
                  <a:cubicBezTo>
                    <a:pt x="307" y="1383"/>
                    <a:pt x="1397" y="2205"/>
                    <a:pt x="2390" y="2473"/>
                  </a:cubicBezTo>
                  <a:cubicBezTo>
                    <a:pt x="2724" y="2562"/>
                    <a:pt x="3068" y="2605"/>
                    <a:pt x="3412" y="2605"/>
                  </a:cubicBezTo>
                  <a:cubicBezTo>
                    <a:pt x="4241" y="2605"/>
                    <a:pt x="5076" y="2359"/>
                    <a:pt x="5796" y="1940"/>
                  </a:cubicBezTo>
                  <a:cubicBezTo>
                    <a:pt x="5863" y="1901"/>
                    <a:pt x="5932" y="1857"/>
                    <a:pt x="5966" y="1788"/>
                  </a:cubicBezTo>
                  <a:cubicBezTo>
                    <a:pt x="6040" y="1645"/>
                    <a:pt x="5918" y="1466"/>
                    <a:pt x="5766" y="1414"/>
                  </a:cubicBezTo>
                  <a:cubicBezTo>
                    <a:pt x="5711" y="1396"/>
                    <a:pt x="5654" y="1389"/>
                    <a:pt x="5597" y="1389"/>
                  </a:cubicBezTo>
                  <a:cubicBezTo>
                    <a:pt x="5495" y="1389"/>
                    <a:pt x="5391" y="1411"/>
                    <a:pt x="5289" y="1430"/>
                  </a:cubicBezTo>
                  <a:cubicBezTo>
                    <a:pt x="4944" y="1498"/>
                    <a:pt x="4587" y="1531"/>
                    <a:pt x="4228" y="1531"/>
                  </a:cubicBezTo>
                  <a:cubicBezTo>
                    <a:pt x="3523" y="1531"/>
                    <a:pt x="2812" y="1401"/>
                    <a:pt x="2170" y="1140"/>
                  </a:cubicBezTo>
                  <a:cubicBezTo>
                    <a:pt x="1827" y="999"/>
                    <a:pt x="613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7" name="Google Shape;1447;p67"/>
          <p:cNvSpPr txBox="1">
            <a:spLocks noGrp="1"/>
          </p:cNvSpPr>
          <p:nvPr>
            <p:ph type="sldNum" idx="429496729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1448" name="Google Shape;1448;p67"/>
          <p:cNvSpPr txBox="1">
            <a:spLocks noGrp="1"/>
          </p:cNvSpPr>
          <p:nvPr>
            <p:ph type="ctrTitle" idx="4294967295"/>
          </p:nvPr>
        </p:nvSpPr>
        <p:spPr>
          <a:xfrm rot="-506">
            <a:off x="1517334" y="782777"/>
            <a:ext cx="6111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DIPLOMA</a:t>
            </a:r>
            <a:endParaRPr sz="4800">
              <a:solidFill>
                <a:schemeClr val="dk2"/>
              </a:solidFill>
            </a:endParaRPr>
          </a:p>
        </p:txBody>
      </p:sp>
      <p:grpSp>
        <p:nvGrpSpPr>
          <p:cNvPr id="1449" name="Google Shape;1449;p67"/>
          <p:cNvGrpSpPr/>
          <p:nvPr/>
        </p:nvGrpSpPr>
        <p:grpSpPr>
          <a:xfrm>
            <a:off x="2723613" y="2106650"/>
            <a:ext cx="3744625" cy="1140675"/>
            <a:chOff x="1894250" y="2297150"/>
            <a:chExt cx="3744625" cy="1140675"/>
          </a:xfrm>
        </p:grpSpPr>
        <p:sp>
          <p:nvSpPr>
            <p:cNvPr id="1450" name="Google Shape;1450;p67"/>
            <p:cNvSpPr/>
            <p:nvPr/>
          </p:nvSpPr>
          <p:spPr>
            <a:xfrm>
              <a:off x="1894250" y="2297150"/>
              <a:ext cx="3744625" cy="21425"/>
            </a:xfrm>
            <a:custGeom>
              <a:avLst/>
              <a:gdLst/>
              <a:ahLst/>
              <a:cxnLst/>
              <a:rect l="l" t="t" r="r" b="b"/>
              <a:pathLst>
                <a:path w="149785" h="857" extrusionOk="0">
                  <a:moveTo>
                    <a:pt x="0" y="0"/>
                  </a:moveTo>
                  <a:lnTo>
                    <a:pt x="0" y="857"/>
                  </a:lnTo>
                  <a:lnTo>
                    <a:pt x="149785" y="857"/>
                  </a:lnTo>
                  <a:lnTo>
                    <a:pt x="1497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67"/>
            <p:cNvSpPr/>
            <p:nvPr/>
          </p:nvSpPr>
          <p:spPr>
            <a:xfrm>
              <a:off x="2368175" y="3416375"/>
              <a:ext cx="2795525" cy="21450"/>
            </a:xfrm>
            <a:custGeom>
              <a:avLst/>
              <a:gdLst/>
              <a:ahLst/>
              <a:cxnLst/>
              <a:rect l="l" t="t" r="r" b="b"/>
              <a:pathLst>
                <a:path w="111821" h="858" extrusionOk="0">
                  <a:moveTo>
                    <a:pt x="0" y="1"/>
                  </a:moveTo>
                  <a:lnTo>
                    <a:pt x="0" y="857"/>
                  </a:lnTo>
                  <a:lnTo>
                    <a:pt x="111821" y="857"/>
                  </a:lnTo>
                  <a:lnTo>
                    <a:pt x="1118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67"/>
            <p:cNvSpPr/>
            <p:nvPr/>
          </p:nvSpPr>
          <p:spPr>
            <a:xfrm>
              <a:off x="3557950" y="2444625"/>
              <a:ext cx="430347" cy="417325"/>
            </a:xfrm>
            <a:custGeom>
              <a:avLst/>
              <a:gdLst/>
              <a:ahLst/>
              <a:cxnLst/>
              <a:rect l="l" t="t" r="r" b="b"/>
              <a:pathLst>
                <a:path w="16695" h="16693" extrusionOk="0">
                  <a:moveTo>
                    <a:pt x="8320" y="1"/>
                  </a:moveTo>
                  <a:cubicBezTo>
                    <a:pt x="12958" y="1"/>
                    <a:pt x="16688" y="3731"/>
                    <a:pt x="16688" y="8319"/>
                  </a:cubicBezTo>
                  <a:cubicBezTo>
                    <a:pt x="16694" y="10540"/>
                    <a:pt x="15814" y="12671"/>
                    <a:pt x="14244" y="14242"/>
                  </a:cubicBezTo>
                  <a:cubicBezTo>
                    <a:pt x="12673" y="15812"/>
                    <a:pt x="10541" y="16693"/>
                    <a:pt x="8320" y="16688"/>
                  </a:cubicBezTo>
                  <a:cubicBezTo>
                    <a:pt x="3732" y="16688"/>
                    <a:pt x="1" y="12957"/>
                    <a:pt x="1" y="8319"/>
                  </a:cubicBezTo>
                  <a:cubicBezTo>
                    <a:pt x="1" y="3731"/>
                    <a:pt x="3732" y="1"/>
                    <a:pt x="8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Londrina Solid"/>
                  <a:ea typeface="Londrina Solid"/>
                  <a:cs typeface="Londrina Solid"/>
                  <a:sym typeface="Londrina Solid"/>
                </a:rPr>
                <a:t>P</a:t>
              </a:r>
              <a:r>
                <a:rPr lang="es-CL" dirty="0" err="1">
                  <a:latin typeface="Londrina Solid"/>
                  <a:ea typeface="Londrina Solid"/>
                  <a:cs typeface="Londrina Solid"/>
                  <a:sym typeface="Londrina Solid"/>
                </a:rPr>
                <a:t>or</a:t>
              </a:r>
              <a:endParaRPr dirty="0"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53" name="Google Shape;1453;p67"/>
            <p:cNvSpPr/>
            <p:nvPr/>
          </p:nvSpPr>
          <p:spPr>
            <a:xfrm>
              <a:off x="3160975" y="2508875"/>
              <a:ext cx="284850" cy="271025"/>
            </a:xfrm>
            <a:custGeom>
              <a:avLst/>
              <a:gdLst/>
              <a:ahLst/>
              <a:cxnLst/>
              <a:rect l="l" t="t" r="r" b="b"/>
              <a:pathLst>
                <a:path w="11394" h="10841" extrusionOk="0">
                  <a:moveTo>
                    <a:pt x="5696" y="1"/>
                  </a:moveTo>
                  <a:lnTo>
                    <a:pt x="7058" y="4186"/>
                  </a:lnTo>
                  <a:lnTo>
                    <a:pt x="11394" y="4135"/>
                  </a:lnTo>
                  <a:lnTo>
                    <a:pt x="7864" y="6707"/>
                  </a:lnTo>
                  <a:lnTo>
                    <a:pt x="9226" y="10840"/>
                  </a:lnTo>
                  <a:lnTo>
                    <a:pt x="5696" y="8269"/>
                  </a:lnTo>
                  <a:lnTo>
                    <a:pt x="2168" y="10840"/>
                  </a:lnTo>
                  <a:lnTo>
                    <a:pt x="3528" y="6707"/>
                  </a:lnTo>
                  <a:lnTo>
                    <a:pt x="0" y="4135"/>
                  </a:lnTo>
                  <a:lnTo>
                    <a:pt x="4386" y="41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67"/>
            <p:cNvSpPr/>
            <p:nvPr/>
          </p:nvSpPr>
          <p:spPr>
            <a:xfrm>
              <a:off x="2785350" y="2508875"/>
              <a:ext cx="284900" cy="271025"/>
            </a:xfrm>
            <a:custGeom>
              <a:avLst/>
              <a:gdLst/>
              <a:ahLst/>
              <a:cxnLst/>
              <a:rect l="l" t="t" r="r" b="b"/>
              <a:pathLst>
                <a:path w="11396" h="10841" extrusionOk="0">
                  <a:moveTo>
                    <a:pt x="5698" y="1"/>
                  </a:moveTo>
                  <a:lnTo>
                    <a:pt x="7060" y="4186"/>
                  </a:lnTo>
                  <a:lnTo>
                    <a:pt x="11395" y="4135"/>
                  </a:lnTo>
                  <a:lnTo>
                    <a:pt x="7866" y="6707"/>
                  </a:lnTo>
                  <a:lnTo>
                    <a:pt x="9227" y="10840"/>
                  </a:lnTo>
                  <a:lnTo>
                    <a:pt x="5698" y="8269"/>
                  </a:lnTo>
                  <a:lnTo>
                    <a:pt x="2168" y="10840"/>
                  </a:lnTo>
                  <a:lnTo>
                    <a:pt x="3530" y="6707"/>
                  </a:lnTo>
                  <a:lnTo>
                    <a:pt x="0" y="4135"/>
                  </a:lnTo>
                  <a:lnTo>
                    <a:pt x="4336" y="41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67"/>
            <p:cNvSpPr/>
            <p:nvPr/>
          </p:nvSpPr>
          <p:spPr>
            <a:xfrm>
              <a:off x="4462925" y="2508875"/>
              <a:ext cx="284850" cy="271025"/>
            </a:xfrm>
            <a:custGeom>
              <a:avLst/>
              <a:gdLst/>
              <a:ahLst/>
              <a:cxnLst/>
              <a:rect l="l" t="t" r="r" b="b"/>
              <a:pathLst>
                <a:path w="11394" h="10841" extrusionOk="0">
                  <a:moveTo>
                    <a:pt x="5698" y="1"/>
                  </a:moveTo>
                  <a:lnTo>
                    <a:pt x="7008" y="4186"/>
                  </a:lnTo>
                  <a:lnTo>
                    <a:pt x="11394" y="4135"/>
                  </a:lnTo>
                  <a:lnTo>
                    <a:pt x="7866" y="6707"/>
                  </a:lnTo>
                  <a:lnTo>
                    <a:pt x="9176" y="10840"/>
                  </a:lnTo>
                  <a:lnTo>
                    <a:pt x="5698" y="8269"/>
                  </a:lnTo>
                  <a:lnTo>
                    <a:pt x="2168" y="10840"/>
                  </a:lnTo>
                  <a:lnTo>
                    <a:pt x="3530" y="6707"/>
                  </a:lnTo>
                  <a:lnTo>
                    <a:pt x="0" y="4135"/>
                  </a:lnTo>
                  <a:lnTo>
                    <a:pt x="4336" y="41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67"/>
            <p:cNvSpPr/>
            <p:nvPr/>
          </p:nvSpPr>
          <p:spPr>
            <a:xfrm>
              <a:off x="4086075" y="2508875"/>
              <a:ext cx="284875" cy="271025"/>
            </a:xfrm>
            <a:custGeom>
              <a:avLst/>
              <a:gdLst/>
              <a:ahLst/>
              <a:cxnLst/>
              <a:rect l="l" t="t" r="r" b="b"/>
              <a:pathLst>
                <a:path w="11395" h="10841" extrusionOk="0">
                  <a:moveTo>
                    <a:pt x="5698" y="1"/>
                  </a:moveTo>
                  <a:lnTo>
                    <a:pt x="7058" y="4186"/>
                  </a:lnTo>
                  <a:lnTo>
                    <a:pt x="11394" y="4135"/>
                  </a:lnTo>
                  <a:lnTo>
                    <a:pt x="7866" y="6707"/>
                  </a:lnTo>
                  <a:lnTo>
                    <a:pt x="9226" y="10840"/>
                  </a:lnTo>
                  <a:lnTo>
                    <a:pt x="5698" y="8269"/>
                  </a:lnTo>
                  <a:lnTo>
                    <a:pt x="2219" y="10840"/>
                  </a:lnTo>
                  <a:lnTo>
                    <a:pt x="3530" y="6707"/>
                  </a:lnTo>
                  <a:lnTo>
                    <a:pt x="1" y="4135"/>
                  </a:lnTo>
                  <a:lnTo>
                    <a:pt x="4387" y="41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7" name="Google Shape;1457;p67"/>
          <p:cNvSpPr txBox="1"/>
          <p:nvPr/>
        </p:nvSpPr>
        <p:spPr>
          <a:xfrm>
            <a:off x="2681838" y="2798525"/>
            <a:ext cx="37803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ondrina Solid"/>
                <a:ea typeface="Londrina Solid"/>
                <a:cs typeface="Londrina Solid"/>
                <a:sym typeface="Londrina Solid"/>
              </a:rPr>
              <a:t>Haber completado exitosamente todas las actividades</a:t>
            </a:r>
            <a:endParaRPr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459" name="Google Shape;1459;p67"/>
          <p:cNvSpPr txBox="1">
            <a:spLocks noGrp="1"/>
          </p:cNvSpPr>
          <p:nvPr>
            <p:ph type="body" idx="4294967295"/>
          </p:nvPr>
        </p:nvSpPr>
        <p:spPr>
          <a:xfrm>
            <a:off x="2681863" y="1703925"/>
            <a:ext cx="37803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latin typeface="Londrina Solid"/>
                <a:ea typeface="Londrina Solid"/>
                <a:cs typeface="Londrina Solid"/>
                <a:sym typeface="Londrina Solid"/>
              </a:rPr>
              <a:t>Escribe tu nombre</a:t>
            </a:r>
            <a:endParaRPr dirty="0"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#StayAtHome Games by Slidesgo">
  <a:themeElements>
    <a:clrScheme name="Simple Light">
      <a:dk1>
        <a:srgbClr val="000000"/>
      </a:dk1>
      <a:lt1>
        <a:srgbClr val="FFFFFF"/>
      </a:lt1>
      <a:dk2>
        <a:srgbClr val="66D7DD"/>
      </a:dk2>
      <a:lt2>
        <a:srgbClr val="A9E7EA"/>
      </a:lt2>
      <a:accent1>
        <a:srgbClr val="F2A668"/>
      </a:accent1>
      <a:accent2>
        <a:srgbClr val="E87070"/>
      </a:accent2>
      <a:accent3>
        <a:srgbClr val="F4E482"/>
      </a:accent3>
      <a:accent4>
        <a:srgbClr val="A7E882"/>
      </a:accent4>
      <a:accent5>
        <a:srgbClr val="799CF2"/>
      </a:accent5>
      <a:accent6>
        <a:srgbClr val="E8764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152</Words>
  <Application>Microsoft Office PowerPoint</Application>
  <PresentationFormat>On-screen Show (16:9)</PresentationFormat>
  <Paragraphs>42</Paragraphs>
  <Slides>23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#StayAtHome Games by Slidesgo</vt:lpstr>
      <vt:lpstr>#JUEGAYAPRENDE</vt:lpstr>
      <vt:lpstr>NUESTROS JUEGOS</vt:lpstr>
      <vt:lpstr>EL INTRUSO</vt:lpstr>
      <vt:lpstr>EL INTRUSO</vt:lpstr>
      <vt:lpstr>EL INTRUSO</vt:lpstr>
      <vt:lpstr>EL INTRUSO</vt:lpstr>
      <vt:lpstr>EL INTRUSO</vt:lpstr>
      <vt:lpstr>EL INTRUSO</vt:lpstr>
      <vt:lpstr>EL INTRUSO</vt:lpstr>
      <vt:lpstr>EL INTRUSO</vt:lpstr>
      <vt:lpstr>EL INTRUSO</vt:lpstr>
      <vt:lpstr>EL INTRUSO</vt:lpstr>
      <vt:lpstr>MI EQUIPO - ALIMENTOS</vt:lpstr>
      <vt:lpstr>MI EQUIPO – PARTES DEL CUERPO</vt:lpstr>
      <vt:lpstr>MI EQUIPO – ELEMENTOS DE LA CASA</vt:lpstr>
      <vt:lpstr>LA CASA</vt:lpstr>
      <vt:lpstr>LA CASA - LIVING</vt:lpstr>
      <vt:lpstr>LA CASA - COMEDOR</vt:lpstr>
      <vt:lpstr>LA CASA - COCINA</vt:lpstr>
      <vt:lpstr>LA CASA - BAÑO</vt:lpstr>
      <vt:lpstr>LA CASA – DORMITORIO</vt:lpstr>
      <vt:lpstr>FELICITACIONES!!</vt:lpstr>
      <vt:lpstr>DIPLOMA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#JUEGAYAPRENDE</dc:title>
  <dc:creator>Ninoska Henríquez Tobar</dc:creator>
  <cp:lastModifiedBy>Ninoska Henríquez Tobar</cp:lastModifiedBy>
  <cp:revision>56</cp:revision>
  <dcterms:modified xsi:type="dcterms:W3CDTF">2020-05-31T22:24:22Z</dcterms:modified>
</cp:coreProperties>
</file>