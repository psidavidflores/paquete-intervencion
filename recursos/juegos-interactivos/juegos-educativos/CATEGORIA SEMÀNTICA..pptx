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366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430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26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106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10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184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922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9261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081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260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833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E60F4-E256-4AF7-9D9B-4F1327580864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7F478-03CC-440F-A83D-3CB3FB5B9F8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612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8" y="-44234"/>
            <a:ext cx="9121761" cy="6881987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193429" y="1196752"/>
            <a:ext cx="397085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juguemos</a:t>
            </a:r>
            <a:endParaRPr lang="es-ES" sz="88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915815" y="2647068"/>
            <a:ext cx="55504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CATEGORIA SEMÀNTICAS</a:t>
            </a:r>
            <a:endParaRPr lang="es-ES" sz="4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7307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6"/>
          <a:stretch/>
        </p:blipFill>
        <p:spPr bwMode="auto">
          <a:xfrm>
            <a:off x="1043608" y="1413164"/>
            <a:ext cx="7128792" cy="488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899592" y="680273"/>
            <a:ext cx="7416824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>
                <a:latin typeface="Arial" pitchFamily="34" charset="0"/>
                <a:cs typeface="Arial" pitchFamily="34" charset="0"/>
              </a:rPr>
              <a:t>Actividad: </a:t>
            </a:r>
            <a:r>
              <a:rPr lang="es-CL" sz="2000" dirty="0" smtClean="0">
                <a:latin typeface="Arial" pitchFamily="34" charset="0"/>
                <a:cs typeface="Arial" pitchFamily="34" charset="0"/>
              </a:rPr>
              <a:t>Marca con una ( x)  todas las </a:t>
            </a:r>
            <a:r>
              <a:rPr lang="es-CL" sz="2000" b="1" u="sng" dirty="0" smtClean="0">
                <a:latin typeface="Arial" pitchFamily="34" charset="0"/>
                <a:cs typeface="Arial" pitchFamily="34" charset="0"/>
              </a:rPr>
              <a:t>comidas</a:t>
            </a:r>
            <a:r>
              <a:rPr lang="es-CL" sz="2000" dirty="0" smtClean="0">
                <a:latin typeface="Arial" pitchFamily="34" charset="0"/>
                <a:cs typeface="Arial" pitchFamily="34" charset="0"/>
              </a:rPr>
              <a:t> que encuentres</a:t>
            </a:r>
            <a:r>
              <a:rPr lang="es-CL" dirty="0" smtClean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2384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680273"/>
            <a:ext cx="720080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>
                <a:latin typeface="Arial" pitchFamily="34" charset="0"/>
                <a:cs typeface="Arial" pitchFamily="34" charset="0"/>
              </a:rPr>
              <a:t>Actividad: </a:t>
            </a:r>
            <a:r>
              <a:rPr lang="es-CL" sz="2000" dirty="0" smtClean="0">
                <a:latin typeface="Arial" pitchFamily="34" charset="0"/>
                <a:cs typeface="Arial" pitchFamily="34" charset="0"/>
              </a:rPr>
              <a:t>Marca con una ( x)  las </a:t>
            </a:r>
            <a:r>
              <a:rPr lang="es-CL" sz="2000" b="1" u="sng" dirty="0" smtClean="0">
                <a:latin typeface="Arial" pitchFamily="34" charset="0"/>
                <a:cs typeface="Arial" pitchFamily="34" charset="0"/>
              </a:rPr>
              <a:t>partes del cuerpo</a:t>
            </a:r>
            <a:endParaRPr lang="es-CL" b="1" u="sng" dirty="0"/>
          </a:p>
        </p:txBody>
      </p:sp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8"/>
          <a:stretch/>
        </p:blipFill>
        <p:spPr bwMode="auto">
          <a:xfrm>
            <a:off x="899592" y="1340768"/>
            <a:ext cx="7416824" cy="482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77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583591"/>
            <a:ext cx="7344816" cy="568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7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categoria semant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188" y="692696"/>
            <a:ext cx="691276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51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836712"/>
            <a:ext cx="6984776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06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20688"/>
            <a:ext cx="7056784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66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sultado de imagen para categoria semant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11583"/>
            <a:ext cx="7056784" cy="583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87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" y="-2945"/>
            <a:ext cx="9114509" cy="686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3" r="8480"/>
          <a:stretch/>
        </p:blipFill>
        <p:spPr bwMode="auto">
          <a:xfrm>
            <a:off x="971599" y="586764"/>
            <a:ext cx="7102461" cy="557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2269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29</Words>
  <Application>Microsoft Office PowerPoint</Application>
  <PresentationFormat>Presentación en pantalla (4:3)</PresentationFormat>
  <Paragraphs>4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3</cp:revision>
  <dcterms:created xsi:type="dcterms:W3CDTF">2019-02-23T19:50:51Z</dcterms:created>
  <dcterms:modified xsi:type="dcterms:W3CDTF">2019-02-23T20:53:04Z</dcterms:modified>
</cp:coreProperties>
</file>