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9C6-AAA3-4D6C-AF96-227D820DB29D}" type="datetimeFigureOut">
              <a:rPr lang="es-CL" smtClean="0"/>
              <a:t>03-03-2020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E8E5-81BB-4DA5-BAE2-986D4D60E5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6063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9C6-AAA3-4D6C-AF96-227D820DB29D}" type="datetimeFigureOut">
              <a:rPr lang="es-CL" smtClean="0"/>
              <a:t>03-03-2020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E8E5-81BB-4DA5-BAE2-986D4D60E5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6839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9C6-AAA3-4D6C-AF96-227D820DB29D}" type="datetimeFigureOut">
              <a:rPr lang="es-CL" smtClean="0"/>
              <a:t>03-03-2020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E8E5-81BB-4DA5-BAE2-986D4D60E5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223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9C6-AAA3-4D6C-AF96-227D820DB29D}" type="datetimeFigureOut">
              <a:rPr lang="es-CL" smtClean="0"/>
              <a:t>03-03-2020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E8E5-81BB-4DA5-BAE2-986D4D60E5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1855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9C6-AAA3-4D6C-AF96-227D820DB29D}" type="datetimeFigureOut">
              <a:rPr lang="es-CL" smtClean="0"/>
              <a:t>03-03-2020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E8E5-81BB-4DA5-BAE2-986D4D60E5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7890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9C6-AAA3-4D6C-AF96-227D820DB29D}" type="datetimeFigureOut">
              <a:rPr lang="es-CL" smtClean="0"/>
              <a:t>03-03-2020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E8E5-81BB-4DA5-BAE2-986D4D60E5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014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9C6-AAA3-4D6C-AF96-227D820DB29D}" type="datetimeFigureOut">
              <a:rPr lang="es-CL" smtClean="0"/>
              <a:t>03-03-2020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E8E5-81BB-4DA5-BAE2-986D4D60E5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84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9C6-AAA3-4D6C-AF96-227D820DB29D}" type="datetimeFigureOut">
              <a:rPr lang="es-CL" smtClean="0"/>
              <a:t>03-03-2020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E8E5-81BB-4DA5-BAE2-986D4D60E5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34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9C6-AAA3-4D6C-AF96-227D820DB29D}" type="datetimeFigureOut">
              <a:rPr lang="es-CL" smtClean="0"/>
              <a:t>03-03-2020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E8E5-81BB-4DA5-BAE2-986D4D60E5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0555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9C6-AAA3-4D6C-AF96-227D820DB29D}" type="datetimeFigureOut">
              <a:rPr lang="es-CL" smtClean="0"/>
              <a:t>03-03-2020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E8E5-81BB-4DA5-BAE2-986D4D60E5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9259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FE9C6-AAA3-4D6C-AF96-227D820DB29D}" type="datetimeFigureOut">
              <a:rPr lang="es-CL" smtClean="0"/>
              <a:t>03-03-2020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3BE8E5-81BB-4DA5-BAE2-986D4D60E5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4504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FE9C6-AAA3-4D6C-AF96-227D820DB29D}" type="datetimeFigureOut">
              <a:rPr lang="es-CL" smtClean="0"/>
              <a:t>03-03-2020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3BE8E5-81BB-4DA5-BAE2-986D4D60E57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0122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10" Type="http://schemas.openxmlformats.org/officeDocument/2006/relationships/image" Target="../media/image10.gif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gif"/><Relationship Id="rId10" Type="http://schemas.openxmlformats.org/officeDocument/2006/relationships/image" Target="../media/image26.jpeg"/><Relationship Id="rId4" Type="http://schemas.openxmlformats.org/officeDocument/2006/relationships/image" Target="../media/image20.jpe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0648"/>
            <a:ext cx="8712968" cy="6336704"/>
          </a:xfrm>
          <a:prstGeom prst="rect">
            <a:avLst/>
          </a:prstGeom>
          <a:noFill/>
          <a:ln w="571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316190" y="3429000"/>
            <a:ext cx="4511620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Correspondencia </a:t>
            </a:r>
          </a:p>
          <a:p>
            <a:pPr algn="ctr"/>
            <a:r>
              <a:rPr lang="es-ES" sz="4400" b="1" dirty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Termino a termino</a:t>
            </a:r>
            <a:endParaRPr lang="es-ES" sz="44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58068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02" y="10552"/>
            <a:ext cx="9150602" cy="6847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sultado de imagen para dibujo be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70663"/>
            <a:ext cx="1705372" cy="1705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755576" y="692696"/>
            <a:ext cx="7704856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800" b="1" dirty="0"/>
              <a:t>Actividad: </a:t>
            </a:r>
            <a:r>
              <a:rPr lang="es-CL" sz="2800" dirty="0"/>
              <a:t>Une cada dibujo con su correspondencia.</a:t>
            </a:r>
          </a:p>
        </p:txBody>
      </p:sp>
      <p:pic>
        <p:nvPicPr>
          <p:cNvPr id="2054" name="Picture 6" descr="Resultado de imagen para dibujo caball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705" y="1694940"/>
            <a:ext cx="1668785" cy="1856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ltado de imagen para dibujo nube con lluvi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8" t="14981" r="15227" b="13536"/>
          <a:stretch/>
        </p:blipFill>
        <p:spPr bwMode="auto">
          <a:xfrm>
            <a:off x="4318273" y="1898672"/>
            <a:ext cx="1871015" cy="156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esultado de imagen para dibujo pie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0" r="19842" b="6505"/>
          <a:stretch/>
        </p:blipFill>
        <p:spPr bwMode="auto">
          <a:xfrm>
            <a:off x="6588224" y="1898672"/>
            <a:ext cx="1515263" cy="1701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Resultado de imagen para dibujo calceti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55776" y="4711787"/>
            <a:ext cx="904972" cy="1721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dibujo paragu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364" y="4509120"/>
            <a:ext cx="1650759" cy="165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Resultado de imagen para dibujo bibero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4841" y="4626071"/>
            <a:ext cx="1174071" cy="171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Resultado de imagen para dibujo montura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316" y="4725143"/>
            <a:ext cx="1520957" cy="1573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93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24"/>
            <a:ext cx="9144000" cy="686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dibujo de rat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30" y="2117851"/>
            <a:ext cx="1800200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755576" y="692696"/>
            <a:ext cx="7704856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800" b="1" dirty="0"/>
              <a:t>Actividad: </a:t>
            </a:r>
            <a:r>
              <a:rPr lang="es-CL" sz="2800" dirty="0"/>
              <a:t>Une cada dibujo con su correspondencia.</a:t>
            </a:r>
          </a:p>
        </p:txBody>
      </p:sp>
      <p:pic>
        <p:nvPicPr>
          <p:cNvPr id="3080" name="Picture 8" descr="Resultado de imagen para dibujo de gato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4" r="13102"/>
          <a:stretch/>
        </p:blipFill>
        <p:spPr bwMode="auto">
          <a:xfrm>
            <a:off x="2583384" y="1929908"/>
            <a:ext cx="1880769" cy="2060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sultado de imagen para dibujo de mon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824" y="2082146"/>
            <a:ext cx="1468137" cy="18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Resultado de imagen para dibujo de perr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321" y="2030116"/>
            <a:ext cx="1934753" cy="197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14" descr="Resultado de imagen para dibujo de hues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3088" name="Picture 16" descr="Resultado de imagen para dibujo de hues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01" y="5208332"/>
            <a:ext cx="1469936" cy="70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Resultado de imagen para dibujo de queso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912" y="5085184"/>
            <a:ext cx="1692218" cy="1316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Resultado de imagen para dibujo de banana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4" t="15759" r="7348" b="18182"/>
          <a:stretch/>
        </p:blipFill>
        <p:spPr bwMode="auto">
          <a:xfrm>
            <a:off x="4608004" y="4914741"/>
            <a:ext cx="1677174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Resultado de imagen para dibujo de  pez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0" t="6427" r="13871" b="10160"/>
          <a:stretch/>
        </p:blipFill>
        <p:spPr bwMode="auto">
          <a:xfrm>
            <a:off x="6640965" y="4620725"/>
            <a:ext cx="1819467" cy="164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32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24"/>
            <a:ext cx="9144000" cy="686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Resultado de imagen para dibujo de  diente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" r="7669"/>
          <a:stretch/>
        </p:blipFill>
        <p:spPr bwMode="auto">
          <a:xfrm>
            <a:off x="611560" y="1928329"/>
            <a:ext cx="2029188" cy="188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Resultado de imagen para dibujo de  cuadern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79"/>
          <a:stretch/>
        </p:blipFill>
        <p:spPr bwMode="auto">
          <a:xfrm>
            <a:off x="2596701" y="1928329"/>
            <a:ext cx="2011303" cy="1871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Resultado de imagen para dibujo de  tarro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3" t="14443" r="12000" b="15045"/>
          <a:stretch/>
        </p:blipFill>
        <p:spPr bwMode="auto">
          <a:xfrm>
            <a:off x="4572000" y="1928329"/>
            <a:ext cx="1558637" cy="186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755576" y="692696"/>
            <a:ext cx="7704856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800" b="1" dirty="0"/>
              <a:t>Actividad: </a:t>
            </a:r>
            <a:r>
              <a:rPr lang="es-CL" sz="2800" dirty="0"/>
              <a:t>Une cada dibujo con su correspondencia.</a:t>
            </a:r>
          </a:p>
        </p:txBody>
      </p:sp>
      <p:pic>
        <p:nvPicPr>
          <p:cNvPr id="10250" name="Picture 10" descr="Resultado de imagen para dibujo de arbol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0" t="7292"/>
          <a:stretch/>
        </p:blipFill>
        <p:spPr bwMode="auto">
          <a:xfrm>
            <a:off x="6524359" y="1853692"/>
            <a:ext cx="1901290" cy="19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 descr="Resultado de imagen para dibuja manzan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7" t="7276" r="21719" b="8856"/>
          <a:stretch/>
        </p:blipFill>
        <p:spPr bwMode="auto">
          <a:xfrm>
            <a:off x="896401" y="4552269"/>
            <a:ext cx="1459506" cy="169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4" name="Picture 14" descr="Resultado de imagen para dibuja de cepillo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" t="31092" r="5157" b="25097"/>
          <a:stretch/>
        </p:blipFill>
        <p:spPr bwMode="auto">
          <a:xfrm>
            <a:off x="4614781" y="5330970"/>
            <a:ext cx="2035294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6" name="Picture 16" descr="Imagen relacionad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019" y="4838527"/>
            <a:ext cx="1724806" cy="129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8" name="Picture 18" descr="Imagen relacionada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40" t="4630" r="11679" b="3999"/>
          <a:stretch/>
        </p:blipFill>
        <p:spPr bwMode="auto">
          <a:xfrm>
            <a:off x="2805260" y="4684680"/>
            <a:ext cx="1594184" cy="160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19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24"/>
            <a:ext cx="9144000" cy="6861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2" descr="Resultado de imagen para dibujo mie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4" descr="Resultado de imagen para dibujo miel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6" descr="Resultado de imagen para dibujo miel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224" name="Picture 8" descr="Resultado de imagen para dibujo miel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6" t="7145" r="6786" b="7258"/>
          <a:stretch/>
        </p:blipFill>
        <p:spPr bwMode="auto">
          <a:xfrm>
            <a:off x="785458" y="2085524"/>
            <a:ext cx="1672208" cy="16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Resultado de imagen para dibujo arbo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942119"/>
            <a:ext cx="2016224" cy="195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Resultado de imagen para dibujo abej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336" y="4725144"/>
            <a:ext cx="2072056" cy="1476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2" name="Picture 16" descr="Resultado de imagen para dibuja de colgador rop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2" t="20803" r="4573" b="22755"/>
          <a:stretch/>
        </p:blipFill>
        <p:spPr bwMode="auto">
          <a:xfrm>
            <a:off x="5638201" y="1942119"/>
            <a:ext cx="2819977" cy="181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4" name="Picture 18" descr="Resultado de imagen para dibujo de ropa camis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187" y="4606064"/>
            <a:ext cx="2190749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6" name="Picture 20" descr="Resultado de imagen para dibujo de hoja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849" y="4676755"/>
            <a:ext cx="2167352" cy="1573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14 CuadroTexto"/>
          <p:cNvSpPr txBox="1"/>
          <p:nvPr/>
        </p:nvSpPr>
        <p:spPr>
          <a:xfrm>
            <a:off x="755576" y="692696"/>
            <a:ext cx="7704856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800" b="1" dirty="0"/>
              <a:t>Actividad: </a:t>
            </a:r>
            <a:r>
              <a:rPr lang="es-CL" sz="2800" dirty="0"/>
              <a:t>Une cada dibujo con su correspondencia.</a:t>
            </a:r>
          </a:p>
        </p:txBody>
      </p:sp>
    </p:spTree>
    <p:extLst>
      <p:ext uri="{BB962C8B-B14F-4D97-AF65-F5344CB8AC3E}">
        <p14:creationId xmlns:p14="http://schemas.microsoft.com/office/powerpoint/2010/main" val="38203161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40</Words>
  <Application>Microsoft Office PowerPoint</Application>
  <PresentationFormat>Presentación en pantalla (4:3)</PresentationFormat>
  <Paragraphs>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</cp:lastModifiedBy>
  <cp:revision>13</cp:revision>
  <dcterms:created xsi:type="dcterms:W3CDTF">2019-02-18T22:44:23Z</dcterms:created>
  <dcterms:modified xsi:type="dcterms:W3CDTF">2020-03-03T03:33:19Z</dcterms:modified>
</cp:coreProperties>
</file>