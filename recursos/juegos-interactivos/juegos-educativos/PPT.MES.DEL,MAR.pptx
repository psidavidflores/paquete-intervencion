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5" r:id="rId7"/>
  </p:sldIdLst>
  <p:sldSz cx="12192000" cy="6858000"/>
  <p:notesSz cx="6858000" cy="9313863"/>
  <p:defaultTextStyle>
    <a:defPPr lvl="0">
      <a:defRPr lang="en-US"/>
    </a:defPPr>
    <a:lvl1pPr lvl="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lvl="1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lvl="2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lvl="3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lvl="4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lvl="5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lvl="6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lvl="7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lvl="8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FFB1CA-44E0-416D-A25F-419E2B67B2BB}" type="datetimeFigureOut">
              <a:rPr lang="es-AR" smtClean="0"/>
              <a:t>6/5/2020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35000" y="1163638"/>
            <a:ext cx="5588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81513"/>
            <a:ext cx="5486400" cy="3668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C0B1C7-804D-4CB8-8194-14C9236FB622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295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C0B1C7-804D-4CB8-8194-14C9236FB622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828720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Título"/>
          <p:cNvSpPr>
            <a:spLocks noGrp="1"/>
          </p:cNvSpPr>
          <p:nvPr>
            <p:ph type="ctrTitle"/>
          </p:nvPr>
        </p:nvSpPr>
        <p:spPr>
          <a:xfrm>
            <a:off x="711200" y="1371600"/>
            <a:ext cx="10468864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7" name="16 Subtítulo"/>
          <p:cNvSpPr>
            <a:spLocks noGrp="1"/>
          </p:cNvSpPr>
          <p:nvPr>
            <p:ph type="subTitle" idx="1"/>
          </p:nvPr>
        </p:nvSpPr>
        <p:spPr>
          <a:xfrm>
            <a:off x="711200" y="3228536"/>
            <a:ext cx="10472928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30" name="29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4213B6-3A3E-4DB3-AC6A-8D0522353E5A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19" name="18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27" name="2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EC69666-2612-4EE0-B645-0EC0F1D1395E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271728-57C9-405C-BD5A-9A145086D7A0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B9858D3-CC69-466B-AEAA-E013C7915715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07136" y="1316736"/>
            <a:ext cx="103632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07136" y="2704664"/>
            <a:ext cx="103632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05E88E1B-AFF3-4408-AFE2-9AC661425198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D21E01F-B0F8-4F30-BF90-2F1F7FD0D725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920085"/>
            <a:ext cx="53848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0074EE2-37BD-4CFB-A04C-BA9621216B4F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7A943A9-3831-4CEE-9BB9-06364A732D2F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855248"/>
            <a:ext cx="5386917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6193368" y="1859758"/>
            <a:ext cx="5389033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2"/>
          </p:nvPr>
        </p:nvSpPr>
        <p:spPr>
          <a:xfrm>
            <a:off x="609600" y="2514600"/>
            <a:ext cx="5386917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514600"/>
            <a:ext cx="5389033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09F877-103D-4433-8E34-7034F4C5FFFB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CE3E241-210E-40B3-878F-67F16A02CFAA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0" y="704088"/>
            <a:ext cx="110744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C1CBD3-844B-4D31-9B3D-8D791C68A45F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7D055F4-44D8-4C54-9943-FDB70B0500C5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84EA5DD-50BA-45C1-9CCB-91178399542F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4786EE-A796-47AC-827C-8AA307DB4603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14400" y="514352"/>
            <a:ext cx="36576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914400" y="1676400"/>
            <a:ext cx="36576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1"/>
          </p:nvPr>
        </p:nvSpPr>
        <p:spPr>
          <a:xfrm>
            <a:off x="4766733" y="1676400"/>
            <a:ext cx="6815667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E4D5913-4D40-4EC7-822B-C7E98A44AD9F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387FFF-3955-42FE-85A1-A892418D406D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Recortar y redondear rectángulo de esquina sencilla"/>
          <p:cNvSpPr/>
          <p:nvPr/>
        </p:nvSpPr>
        <p:spPr>
          <a:xfrm rot="420000" flipV="1">
            <a:off x="4221004" y="1108077"/>
            <a:ext cx="70104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Triángulo rectángulo"/>
          <p:cNvSpPr/>
          <p:nvPr/>
        </p:nvSpPr>
        <p:spPr>
          <a:xfrm rot="420000" flipV="1">
            <a:off x="10672179" y="5359769"/>
            <a:ext cx="207264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812800" y="1176997"/>
            <a:ext cx="2950464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812800" y="2828785"/>
            <a:ext cx="29464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ED9B9284-17E6-491D-BA8A-EEBF1DDDDCE9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0769600" y="6356351"/>
            <a:ext cx="812800" cy="365125"/>
          </a:xfrm>
        </p:spPr>
        <p:txBody>
          <a:bodyPr/>
          <a:lstStyle/>
          <a:p>
            <a:pPr>
              <a:defRPr/>
            </a:pPr>
            <a:fld id="{78A0BA16-B171-49E7-B55F-B4B1A6F7547D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 rot="420000">
            <a:off x="4647724" y="1199517"/>
            <a:ext cx="615696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10" name="9 Forma libre"/>
          <p:cNvSpPr>
            <a:spLocks/>
          </p:cNvSpPr>
          <p:nvPr/>
        </p:nvSpPr>
        <p:spPr bwMode="auto">
          <a:xfrm flipV="1">
            <a:off x="-12700" y="5816600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10 Forma libre"/>
          <p:cNvSpPr>
            <a:spLocks/>
          </p:cNvSpPr>
          <p:nvPr/>
        </p:nvSpPr>
        <p:spPr bwMode="auto">
          <a:xfrm flipV="1">
            <a:off x="5842000" y="6219826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D9B486-AD3E-4637-9F61-B0D79F440AA2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270299-E2D3-4DB0-86B9-E736FE379039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914402"/>
            <a:ext cx="2743200" cy="5211763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914402"/>
            <a:ext cx="8026400" cy="5211763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5B5513B-BA46-441B-A21B-4A06AF8C20AD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2306CC0-BE24-44FE-BC09-505748CC991A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Forma libre"/>
          <p:cNvSpPr>
            <a:spLocks/>
          </p:cNvSpPr>
          <p:nvPr/>
        </p:nvSpPr>
        <p:spPr bwMode="auto">
          <a:xfrm>
            <a:off x="-12700" y="-7144"/>
            <a:ext cx="1221740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7 Forma libre"/>
          <p:cNvSpPr>
            <a:spLocks/>
          </p:cNvSpPr>
          <p:nvPr/>
        </p:nvSpPr>
        <p:spPr bwMode="auto">
          <a:xfrm>
            <a:off x="5842000" y="-7144"/>
            <a:ext cx="63500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8 Marcador de título"/>
          <p:cNvSpPr>
            <a:spLocks noGrp="1"/>
          </p:cNvSpPr>
          <p:nvPr>
            <p:ph type="title"/>
          </p:nvPr>
        </p:nvSpPr>
        <p:spPr>
          <a:xfrm>
            <a:off x="609600" y="704088"/>
            <a:ext cx="109728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0" name="29 Marcador de texto"/>
          <p:cNvSpPr>
            <a:spLocks noGrp="1"/>
          </p:cNvSpPr>
          <p:nvPr>
            <p:ph type="body" idx="1"/>
          </p:nvPr>
        </p:nvSpPr>
        <p:spPr>
          <a:xfrm>
            <a:off x="609600" y="1935480"/>
            <a:ext cx="109728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  <p:sp>
        <p:nvSpPr>
          <p:cNvPr id="10" name="9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64CE8300-D023-4025-B626-8CE23300F46B}" type="datetimeFigureOut">
              <a:rPr lang="en-US" smtClean="0"/>
              <a:pPr>
                <a:defRPr/>
              </a:pPr>
              <a:t>5/6/2020</a:t>
            </a:fld>
            <a:endParaRPr lang="en-US" dirty="0"/>
          </a:p>
        </p:txBody>
      </p:sp>
      <p:sp>
        <p:nvSpPr>
          <p:cNvPr id="22" name="21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556000" y="6356351"/>
            <a:ext cx="44704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10566400" y="6356351"/>
            <a:ext cx="1016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pPr>
              <a:defRPr/>
            </a:pPr>
            <a:fld id="{31DDA4B4-4241-4D67-8957-12C087112F5F}" type="slidenum">
              <a:rPr lang="en-US" altLang="es-CL" smtClean="0"/>
              <a:pPr>
                <a:defRPr/>
              </a:pPr>
              <a:t>‹Nº›</a:t>
            </a:fld>
            <a:endParaRPr lang="en-US" altLang="es-CL"/>
          </a:p>
        </p:txBody>
      </p:sp>
      <p:grpSp>
        <p:nvGrpSpPr>
          <p:cNvPr id="2" name="1 Grupo"/>
          <p:cNvGrpSpPr/>
          <p:nvPr/>
        </p:nvGrpSpPr>
        <p:grpSpPr>
          <a:xfrm>
            <a:off x="-25356" y="202408"/>
            <a:ext cx="12240731" cy="649224"/>
            <a:chOff x="-19045" y="216550"/>
            <a:chExt cx="9180548" cy="649224"/>
          </a:xfrm>
        </p:grpSpPr>
        <p:sp>
          <p:nvSpPr>
            <p:cNvPr id="12" name="11 Forma libre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12 Forma libre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82650" y="1704975"/>
            <a:ext cx="10363200" cy="1470025"/>
          </a:xfrm>
        </p:spPr>
        <p:txBody>
          <a:bodyPr rtlCol="0">
            <a:normAutofit/>
          </a:bodyPr>
          <a:lstStyle/>
          <a:p>
            <a:pPr defTabSz="1097280" eaLnBrk="1" fontAlgn="auto" hangingPunct="1">
              <a:spcAft>
                <a:spcPts val="0"/>
              </a:spcAft>
              <a:defRPr/>
            </a:pPr>
            <a:r>
              <a:rPr lang="es-CL" sz="5280" dirty="0">
                <a:latin typeface="Comic Sans MS" panose="030F0702030302020204" pitchFamily="66" charset="0"/>
                <a:cs typeface="Arial" pitchFamily="34" charset="0"/>
              </a:rPr>
              <a:t>“MES DEL MAR”. 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828800" y="3546475"/>
            <a:ext cx="8534400" cy="2601913"/>
          </a:xfrm>
        </p:spPr>
        <p:txBody>
          <a:bodyPr rtlCol="0">
            <a:normAutofit/>
          </a:bodyPr>
          <a:lstStyle/>
          <a:p>
            <a:pPr defTabSz="10972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CL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10972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CL" sz="3200" dirty="0">
                <a:solidFill>
                  <a:srgbClr val="002060"/>
                </a:solidFill>
                <a:latin typeface="Comic Sans MS" panose="030F0702030302020204" pitchFamily="66" charset="0"/>
                <a:cs typeface="Arial" pitchFamily="34" charset="0"/>
              </a:rPr>
              <a:t>Ámbito: Desarrollo Personal y Social.</a:t>
            </a:r>
          </a:p>
          <a:p>
            <a:pPr defTabSz="10972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s-CL" sz="3200" dirty="0">
                <a:solidFill>
                  <a:srgbClr val="002060"/>
                </a:solidFill>
                <a:latin typeface="Comic Sans MS" panose="030F0702030302020204" pitchFamily="66" charset="0"/>
                <a:cs typeface="Arial" pitchFamily="34" charset="0"/>
              </a:rPr>
              <a:t>Núcleo: Identidad y Autonomía</a:t>
            </a:r>
          </a:p>
          <a:p>
            <a:pPr defTabSz="10972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CL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10972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CL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10972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CL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defTabSz="1097280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s-CL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gráficos2">
            <a:extLst>
              <a:ext uri="{FF2B5EF4-FFF2-40B4-BE49-F238E27FC236}">
                <a16:creationId xmlns:a16="http://schemas.microsoft.com/office/drawing/2014/main" id="{949EBE74-A196-4AE3-ACC1-536055C9E71B}"/>
              </a:ext>
            </a:extLst>
          </p:cNvPr>
          <p:cNvPicPr/>
          <p:nvPr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632142" y="269678"/>
            <a:ext cx="1463944" cy="1470025"/>
          </a:xfrm>
          <a:prstGeom prst="rect">
            <a:avLst/>
          </a:prstGeom>
          <a:noFill/>
          <a:ln>
            <a:noFill/>
            <a:prstDash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Marco de sirenas y fondo de mar | Vector Prem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2192002" cy="6858001"/>
          </a:xfrm>
          <a:prstGeom prst="rect">
            <a:avLst/>
          </a:prstGeom>
          <a:noFill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230137" y="1143478"/>
            <a:ext cx="5189034" cy="960438"/>
          </a:xfrm>
        </p:spPr>
        <p:txBody>
          <a:bodyPr>
            <a:normAutofit fontScale="90000"/>
          </a:bodyPr>
          <a:lstStyle/>
          <a:p>
            <a:r>
              <a:rPr lang="es-CL" dirty="0">
                <a:latin typeface="Comic Sans MS" panose="030F0702030302020204" pitchFamily="66" charset="0"/>
              </a:rPr>
              <a:t>Pez con esqueleto</a:t>
            </a:r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2059142"/>
            <a:ext cx="7833282" cy="37283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Marco de sirenas y fondo de mar | Vector Prem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1" cy="6858000"/>
          </a:xfrm>
          <a:prstGeom prst="rect">
            <a:avLst/>
          </a:prstGeom>
          <a:noFill/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1580685" y="2643866"/>
            <a:ext cx="4440974" cy="2552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2987" y="309335"/>
            <a:ext cx="10972800" cy="1143000"/>
          </a:xfrm>
        </p:spPr>
        <p:txBody>
          <a:bodyPr/>
          <a:lstStyle/>
          <a:p>
            <a:pPr algn="ctr"/>
            <a:r>
              <a:rPr lang="es-CL" dirty="0">
                <a:latin typeface="Comic Sans MS" panose="030F0702030302020204" pitchFamily="66" charset="0"/>
              </a:rPr>
              <a:t>PASO A PASO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L" dirty="0">
                <a:solidFill>
                  <a:srgbClr val="002060"/>
                </a:solidFill>
                <a:latin typeface="Comic Sans MS" panose="030F0702030302020204" pitchFamily="66" charset="0"/>
              </a:rPr>
              <a:t>1.- Pega las bombillas a la brocheta o insértalas por la punta. </a:t>
            </a:r>
          </a:p>
        </p:txBody>
      </p:sp>
      <p:pic>
        <p:nvPicPr>
          <p:cNvPr id="28674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289414" y="2572372"/>
            <a:ext cx="3880499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Marco de sirenas y fondo de mar | Vector Prem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-1"/>
            <a:ext cx="12192002" cy="6858001"/>
          </a:xfrm>
          <a:prstGeom prst="rect">
            <a:avLst/>
          </a:prstGeom>
          <a:noFill/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1033348" y="954171"/>
            <a:ext cx="4676077" cy="4721799"/>
          </a:xfrm>
        </p:spPr>
        <p:txBody>
          <a:bodyPr/>
          <a:lstStyle/>
          <a:p>
            <a:r>
              <a:rPr lang="es-CL" dirty="0">
                <a:solidFill>
                  <a:srgbClr val="002060"/>
                </a:solidFill>
                <a:latin typeface="Comic Sans MS" panose="030F0702030302020204" pitchFamily="66" charset="0"/>
              </a:rPr>
              <a:t>2.- Corta una cabeza y cola en goma eva. </a:t>
            </a:r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6609" y="2317287"/>
            <a:ext cx="5229361" cy="3091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2 Marcador de contenido"/>
          <p:cNvSpPr txBox="1">
            <a:spLocks/>
          </p:cNvSpPr>
          <p:nvPr/>
        </p:nvSpPr>
        <p:spPr>
          <a:xfrm>
            <a:off x="6463990" y="1054534"/>
            <a:ext cx="4218878" cy="1532549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s-CL" sz="20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Comic Sans MS" panose="030F0702030302020204" pitchFamily="66" charset="0"/>
                <a:cs typeface="+mn-cs"/>
              </a:rPr>
              <a:t>3.- Corta un corazón en goma eva y pégala como boca.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tabLst/>
              <a:defRPr/>
            </a:pPr>
            <a:endParaRPr kumimoji="0" lang="es-CL" sz="2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865543" y="2603037"/>
            <a:ext cx="4939990" cy="2905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Marco de sirenas y fondo de mar | Vector Premium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12192002" cy="6858001"/>
          </a:xfrm>
          <a:prstGeom prst="rect">
            <a:avLst/>
          </a:prstGeom>
          <a:noFill/>
        </p:spPr>
      </p:pic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920161" y="1558290"/>
            <a:ext cx="10972800" cy="5299710"/>
          </a:xfrm>
        </p:spPr>
        <p:txBody>
          <a:bodyPr>
            <a:normAutofit/>
          </a:bodyPr>
          <a:lstStyle/>
          <a:p>
            <a:r>
              <a:rPr lang="es-CL" dirty="0">
                <a:solidFill>
                  <a:srgbClr val="002060"/>
                </a:solidFill>
                <a:latin typeface="Comic Sans MS" panose="030F0702030302020204" pitchFamily="66" charset="0"/>
              </a:rPr>
              <a:t>4.- Decora la boca, cola y agrégale un ojo (el ojo lo puedes dibujar).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dirty="0"/>
              <a:t>                                                                                         </a:t>
            </a:r>
          </a:p>
          <a:p>
            <a:pPr>
              <a:buNone/>
            </a:pPr>
            <a:r>
              <a:rPr lang="es-CL" dirty="0"/>
              <a:t>                                                                                            </a:t>
            </a:r>
            <a:r>
              <a:rPr lang="es-CL" sz="4000" b="1" dirty="0">
                <a:solidFill>
                  <a:srgbClr val="002060"/>
                </a:solidFill>
                <a:latin typeface="Comic Sans MS" panose="030F0702030302020204" pitchFamily="66" charset="0"/>
              </a:rPr>
              <a:t>y listo!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dirty="0"/>
              <a:t>          </a:t>
            </a:r>
          </a:p>
          <a:p>
            <a:pPr>
              <a:buNone/>
            </a:pPr>
            <a:r>
              <a:rPr lang="es-CL" sz="4000" dirty="0"/>
              <a:t>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s-CL" sz="6000" dirty="0">
              <a:solidFill>
                <a:srgbClr val="0070C0"/>
              </a:solidFill>
              <a:latin typeface="Gabriola" pitchFamily="82" charset="0"/>
            </a:endParaRPr>
          </a:p>
          <a:p>
            <a:pPr>
              <a:buNone/>
            </a:pPr>
            <a:endParaRPr lang="es-CL" dirty="0"/>
          </a:p>
        </p:txBody>
      </p:sp>
      <p:pic>
        <p:nvPicPr>
          <p:cNvPr id="3174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439052" y="2436572"/>
            <a:ext cx="5943600" cy="2828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Marco de sirenas y fondo de mar | Vector Premium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2" y="0"/>
            <a:ext cx="12192002" cy="6858001"/>
          </a:xfrm>
          <a:prstGeom prst="rect">
            <a:avLst/>
          </a:prstGeom>
          <a:noFill/>
        </p:spPr>
      </p:pic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24688" y="126609"/>
            <a:ext cx="10972800" cy="5570806"/>
          </a:xfrm>
        </p:spPr>
        <p:txBody>
          <a:bodyPr>
            <a:normAutofit fontScale="90000"/>
          </a:bodyPr>
          <a:lstStyle/>
          <a:p>
            <a:pPr algn="ctr"/>
            <a:r>
              <a:rPr lang="es-CL" dirty="0"/>
              <a:t>           </a:t>
            </a:r>
            <a:br>
              <a:rPr lang="es-CL" dirty="0"/>
            </a:br>
            <a:br>
              <a:rPr lang="es-CL" dirty="0"/>
            </a:br>
            <a:br>
              <a:rPr lang="es-CL" dirty="0"/>
            </a:br>
            <a:br>
              <a:rPr lang="es-CL" dirty="0"/>
            </a:br>
            <a:r>
              <a:rPr lang="es-CL" sz="3100" b="1" dirty="0">
                <a:solidFill>
                  <a:srgbClr val="002060"/>
                </a:solidFill>
                <a:latin typeface="Comic Sans MS" panose="030F0702030302020204" pitchFamily="66" charset="0"/>
              </a:rPr>
              <a:t>Autoevaluación </a:t>
            </a:r>
            <a:br>
              <a:rPr lang="es-CL" sz="3100" b="1" dirty="0">
                <a:solidFill>
                  <a:srgbClr val="002060"/>
                </a:solidFill>
                <a:latin typeface="Comic Sans MS" panose="030F0702030302020204" pitchFamily="66" charset="0"/>
              </a:rPr>
            </a:br>
            <a:r>
              <a:rPr lang="es-CL" sz="3100" b="1" dirty="0">
                <a:solidFill>
                  <a:srgbClr val="002060"/>
                </a:solidFill>
                <a:latin typeface="Comic Sans MS" panose="030F0702030302020204" pitchFamily="66" charset="0"/>
              </a:rPr>
              <a:t>¿Cómo me siento al terminar mi tarea</a:t>
            </a:r>
            <a:r>
              <a:rPr lang="es-CL" sz="3100" b="1" dirty="0">
                <a:solidFill>
                  <a:schemeClr val="tx1"/>
                </a:solidFill>
                <a:latin typeface="Comic Sans MS" panose="030F0702030302020204" pitchFamily="66" charset="0"/>
              </a:rPr>
              <a:t>?</a:t>
            </a:r>
            <a:br>
              <a:rPr lang="es-CL" sz="3100" b="1" dirty="0">
                <a:latin typeface="Comic Sans MS" panose="030F0702030302020204" pitchFamily="66" charset="0"/>
              </a:rPr>
            </a:br>
            <a:br>
              <a:rPr lang="es-CL" sz="3100" b="1" dirty="0">
                <a:latin typeface="Comic Sans MS" panose="030F0702030302020204" pitchFamily="66" charset="0"/>
              </a:rPr>
            </a:br>
            <a:br>
              <a:rPr lang="es-CL" dirty="0"/>
            </a:br>
            <a:br>
              <a:rPr lang="es-CL" dirty="0"/>
            </a:br>
            <a:br>
              <a:rPr lang="es-CL" dirty="0"/>
            </a:br>
            <a:br>
              <a:rPr lang="es-CL" dirty="0"/>
            </a:br>
            <a:endParaRPr lang="es-CL" dirty="0"/>
          </a:p>
        </p:txBody>
      </p:sp>
      <p:pic>
        <p:nvPicPr>
          <p:cNvPr id="1026" name="Picture 2" descr="Imagenes de caritas">
            <a:extLst>
              <a:ext uri="{FF2B5EF4-FFF2-40B4-BE49-F238E27FC236}">
                <a16:creationId xmlns:a16="http://schemas.microsoft.com/office/drawing/2014/main" id="{A35DD723-A7B4-4224-9213-96120F83F5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632"/>
          <a:stretch/>
        </p:blipFill>
        <p:spPr bwMode="auto">
          <a:xfrm>
            <a:off x="1868152" y="2025748"/>
            <a:ext cx="8285871" cy="3348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081134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jo">
  <a:themeElements>
    <a:clrScheme name="Fluj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j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j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109</Words>
  <Application>Microsoft Office PowerPoint</Application>
  <PresentationFormat>Panorámica</PresentationFormat>
  <Paragraphs>21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Calibri</vt:lpstr>
      <vt:lpstr>Comic Sans MS</vt:lpstr>
      <vt:lpstr>Constantia</vt:lpstr>
      <vt:lpstr>Gabriola</vt:lpstr>
      <vt:lpstr>Wingdings 2</vt:lpstr>
      <vt:lpstr>Flujo</vt:lpstr>
      <vt:lpstr>“MES DEL MAR”. </vt:lpstr>
      <vt:lpstr>Pez con esqueleto</vt:lpstr>
      <vt:lpstr>PASO A PASO</vt:lpstr>
      <vt:lpstr>Presentación de PowerPoint</vt:lpstr>
      <vt:lpstr>Presentación de PowerPoint</vt:lpstr>
      <vt:lpstr>               Autoevaluación  ¿Cómo me siento al terminar mi tarea?  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“MES DEL MAR”.</dc:title>
  <dc:creator>JUAN FRANCISCO MANZO ECHEVERRIA</dc:creator>
  <cp:lastModifiedBy>JUAN FRANCISCO MANZO ECHEVERRIA</cp:lastModifiedBy>
  <cp:revision>7</cp:revision>
  <dcterms:modified xsi:type="dcterms:W3CDTF">2020-05-06T12:27:37Z</dcterms:modified>
</cp:coreProperties>
</file>