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51" autoAdjust="0"/>
    <p:restoredTop sz="94660"/>
  </p:normalViewPr>
  <p:slideViewPr>
    <p:cSldViewPr>
      <p:cViewPr varScale="1">
        <p:scale>
          <a:sx n="58" d="100"/>
          <a:sy n="58" d="100"/>
        </p:scale>
        <p:origin x="-131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4AFE8D50-5E8E-488E-B3C7-AF45507AD9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0FA5BE1D-58E1-4A78-8408-EAAA5AC379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B0BEB511-491E-4BF2-80BC-BCDD043AB590}" type="datetimeFigureOut">
              <a:rPr lang="es-ES"/>
              <a:pPr>
                <a:defRPr/>
              </a:pPr>
              <a:t>26/05/2020</a:t>
            </a:fld>
            <a:endParaRPr lang="es-ES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8144E23F-B455-428E-B9FC-2E27FBF416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069F4496-5960-4A30-9994-F59885912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04D1154D-8D3C-46BA-AF20-4C4FD02EC6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C16A2C06-DD0F-4852-9D92-2F6A663DB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27EA70B-E9F2-46EC-BC3E-38F7C6F54EBB}" type="slidenum">
              <a:rPr lang="es-ES" altLang="es-MX"/>
              <a:pPr/>
              <a:t>‹Nº›</a:t>
            </a:fld>
            <a:endParaRPr lang="es-ES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arcador de imagen de diapositiva">
            <a:extLst>
              <a:ext uri="{FF2B5EF4-FFF2-40B4-BE49-F238E27FC236}">
                <a16:creationId xmlns:a16="http://schemas.microsoft.com/office/drawing/2014/main" id="{D484D746-C808-41FA-9A14-546EAB20E9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2 Marcador de notas">
            <a:extLst>
              <a:ext uri="{FF2B5EF4-FFF2-40B4-BE49-F238E27FC236}">
                <a16:creationId xmlns:a16="http://schemas.microsoft.com/office/drawing/2014/main" id="{17700824-041E-489D-A2DE-B0ED218651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24580" name="3 Marcador de número de diapositiva">
            <a:extLst>
              <a:ext uri="{FF2B5EF4-FFF2-40B4-BE49-F238E27FC236}">
                <a16:creationId xmlns:a16="http://schemas.microsoft.com/office/drawing/2014/main" id="{98D5CF0D-2A7F-45AD-B2D8-CF52CC219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3747F8-B05C-4B9B-A679-4CE4B1F19F87}" type="slidenum">
              <a:rPr lang="es-ES" altLang="es-MX"/>
              <a:pPr eaLnBrk="1" hangingPunct="1"/>
              <a:t>1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1 Marcador de imagen de diapositiva">
            <a:extLst>
              <a:ext uri="{FF2B5EF4-FFF2-40B4-BE49-F238E27FC236}">
                <a16:creationId xmlns:a16="http://schemas.microsoft.com/office/drawing/2014/main" id="{2E7CABB3-A253-4D5F-B77A-35CE2749CF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2 Marcador de notas">
            <a:extLst>
              <a:ext uri="{FF2B5EF4-FFF2-40B4-BE49-F238E27FC236}">
                <a16:creationId xmlns:a16="http://schemas.microsoft.com/office/drawing/2014/main" id="{568A85FC-B3C3-4C23-9835-C21B1D0A2F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25604" name="3 Marcador de número de diapositiva">
            <a:extLst>
              <a:ext uri="{FF2B5EF4-FFF2-40B4-BE49-F238E27FC236}">
                <a16:creationId xmlns:a16="http://schemas.microsoft.com/office/drawing/2014/main" id="{B46123D5-AE7D-44E5-81C0-4B851C9B1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793EF1C-A78C-4C95-A87C-01B55A86EFDE}" type="slidenum">
              <a:rPr lang="es-ES" altLang="es-MX"/>
              <a:pPr eaLnBrk="1" hangingPunct="1"/>
              <a:t>2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1 Marcador de imagen de diapositiva">
            <a:extLst>
              <a:ext uri="{FF2B5EF4-FFF2-40B4-BE49-F238E27FC236}">
                <a16:creationId xmlns:a16="http://schemas.microsoft.com/office/drawing/2014/main" id="{B71EDA74-7B30-4435-98C5-590649A68F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2 Marcador de notas">
            <a:extLst>
              <a:ext uri="{FF2B5EF4-FFF2-40B4-BE49-F238E27FC236}">
                <a16:creationId xmlns:a16="http://schemas.microsoft.com/office/drawing/2014/main" id="{C2579CFD-97BD-4708-BE29-299E2614B3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26628" name="3 Marcador de número de diapositiva">
            <a:extLst>
              <a:ext uri="{FF2B5EF4-FFF2-40B4-BE49-F238E27FC236}">
                <a16:creationId xmlns:a16="http://schemas.microsoft.com/office/drawing/2014/main" id="{F6C97D3E-004D-4EDC-AA06-7554396C9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C58687C-C0F9-413F-9AC5-8C8AACA143CC}" type="slidenum">
              <a:rPr lang="es-ES" altLang="es-MX"/>
              <a:pPr eaLnBrk="1" hangingPunct="1"/>
              <a:t>3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1 Marcador de imagen de diapositiva">
            <a:extLst>
              <a:ext uri="{FF2B5EF4-FFF2-40B4-BE49-F238E27FC236}">
                <a16:creationId xmlns:a16="http://schemas.microsoft.com/office/drawing/2014/main" id="{A988ED90-190F-4533-8A18-9B2A6074E8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2 Marcador de notas">
            <a:extLst>
              <a:ext uri="{FF2B5EF4-FFF2-40B4-BE49-F238E27FC236}">
                <a16:creationId xmlns:a16="http://schemas.microsoft.com/office/drawing/2014/main" id="{CDAC7CB7-6D63-4E2E-BDA9-688A4A0AA8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27652" name="3 Marcador de número de diapositiva">
            <a:extLst>
              <a:ext uri="{FF2B5EF4-FFF2-40B4-BE49-F238E27FC236}">
                <a16:creationId xmlns:a16="http://schemas.microsoft.com/office/drawing/2014/main" id="{1A44A995-59E6-44F2-A7FE-04CB840A1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6ACBAF6-A0F8-496A-A692-FDC2F7B14B1E}" type="slidenum">
              <a:rPr lang="es-ES" altLang="es-MX"/>
              <a:pPr eaLnBrk="1" hangingPunct="1"/>
              <a:t>4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Marcador de imagen de diapositiva">
            <a:extLst>
              <a:ext uri="{FF2B5EF4-FFF2-40B4-BE49-F238E27FC236}">
                <a16:creationId xmlns:a16="http://schemas.microsoft.com/office/drawing/2014/main" id="{DF5B45E6-7B02-4B1B-8F1D-2486FBA2D5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2 Marcador de notas">
            <a:extLst>
              <a:ext uri="{FF2B5EF4-FFF2-40B4-BE49-F238E27FC236}">
                <a16:creationId xmlns:a16="http://schemas.microsoft.com/office/drawing/2014/main" id="{3B7CBB92-85E2-4681-B206-0CED05C0F5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28676" name="3 Marcador de número de diapositiva">
            <a:extLst>
              <a:ext uri="{FF2B5EF4-FFF2-40B4-BE49-F238E27FC236}">
                <a16:creationId xmlns:a16="http://schemas.microsoft.com/office/drawing/2014/main" id="{40E87851-46CF-4342-B927-EDA2585E2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1650B3C-C14B-4049-9933-0DC85A58D6D1}" type="slidenum">
              <a:rPr lang="es-ES" altLang="es-MX"/>
              <a:pPr eaLnBrk="1" hangingPunct="1"/>
              <a:t>5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1 Marcador de imagen de diapositiva">
            <a:extLst>
              <a:ext uri="{FF2B5EF4-FFF2-40B4-BE49-F238E27FC236}">
                <a16:creationId xmlns:a16="http://schemas.microsoft.com/office/drawing/2014/main" id="{3C584FD3-0E45-437B-BAFF-80F6C610B1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2 Marcador de notas">
            <a:extLst>
              <a:ext uri="{FF2B5EF4-FFF2-40B4-BE49-F238E27FC236}">
                <a16:creationId xmlns:a16="http://schemas.microsoft.com/office/drawing/2014/main" id="{8EF69013-2EA3-4A80-AB7B-E9DD0BD57C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29700" name="3 Marcador de número de diapositiva">
            <a:extLst>
              <a:ext uri="{FF2B5EF4-FFF2-40B4-BE49-F238E27FC236}">
                <a16:creationId xmlns:a16="http://schemas.microsoft.com/office/drawing/2014/main" id="{250DAD0B-C754-4BB6-ABFB-FD361AF8D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6C9B9B-519A-49FF-848A-278824287C37}" type="slidenum">
              <a:rPr lang="es-ES" altLang="es-MX"/>
              <a:pPr eaLnBrk="1" hangingPunct="1"/>
              <a:t>6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1 Marcador de imagen de diapositiva">
            <a:extLst>
              <a:ext uri="{FF2B5EF4-FFF2-40B4-BE49-F238E27FC236}">
                <a16:creationId xmlns:a16="http://schemas.microsoft.com/office/drawing/2014/main" id="{FB9BCAF7-AD47-4834-905E-2ECBA3E037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2 Marcador de notas">
            <a:extLst>
              <a:ext uri="{FF2B5EF4-FFF2-40B4-BE49-F238E27FC236}">
                <a16:creationId xmlns:a16="http://schemas.microsoft.com/office/drawing/2014/main" id="{4EB6C32E-3C15-416A-9DB4-903EEC33DD1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30724" name="3 Marcador de número de diapositiva">
            <a:extLst>
              <a:ext uri="{FF2B5EF4-FFF2-40B4-BE49-F238E27FC236}">
                <a16:creationId xmlns:a16="http://schemas.microsoft.com/office/drawing/2014/main" id="{1EEF7418-0A16-41DB-8200-FB1580089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CD39C56-449A-49F1-8E3F-B99FF79B6D8F}" type="slidenum">
              <a:rPr lang="es-ES" altLang="es-MX"/>
              <a:pPr eaLnBrk="1" hangingPunct="1"/>
              <a:t>7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1 Marcador de imagen de diapositiva">
            <a:extLst>
              <a:ext uri="{FF2B5EF4-FFF2-40B4-BE49-F238E27FC236}">
                <a16:creationId xmlns:a16="http://schemas.microsoft.com/office/drawing/2014/main" id="{29B7720E-4AA4-4ED1-88BC-C415005F8F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2 Marcador de notas">
            <a:extLst>
              <a:ext uri="{FF2B5EF4-FFF2-40B4-BE49-F238E27FC236}">
                <a16:creationId xmlns:a16="http://schemas.microsoft.com/office/drawing/2014/main" id="{090B57CA-B286-40A3-919F-01A1AD1503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31748" name="3 Marcador de número de diapositiva">
            <a:extLst>
              <a:ext uri="{FF2B5EF4-FFF2-40B4-BE49-F238E27FC236}">
                <a16:creationId xmlns:a16="http://schemas.microsoft.com/office/drawing/2014/main" id="{296D06A2-3C76-413B-A724-266C74D4A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F29A47F-FF61-4A43-8331-3A05F0C3BA92}" type="slidenum">
              <a:rPr lang="es-ES" altLang="es-MX"/>
              <a:pPr eaLnBrk="1" hangingPunct="1"/>
              <a:t>8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1 Marcador de imagen de diapositiva">
            <a:extLst>
              <a:ext uri="{FF2B5EF4-FFF2-40B4-BE49-F238E27FC236}">
                <a16:creationId xmlns:a16="http://schemas.microsoft.com/office/drawing/2014/main" id="{FCBA3EF2-26FE-4611-BF78-84813F88B6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2 Marcador de notas">
            <a:extLst>
              <a:ext uri="{FF2B5EF4-FFF2-40B4-BE49-F238E27FC236}">
                <a16:creationId xmlns:a16="http://schemas.microsoft.com/office/drawing/2014/main" id="{7512F695-71D8-4C84-9CC2-F56A9C57C9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32772" name="3 Marcador de número de diapositiva">
            <a:extLst>
              <a:ext uri="{FF2B5EF4-FFF2-40B4-BE49-F238E27FC236}">
                <a16:creationId xmlns:a16="http://schemas.microsoft.com/office/drawing/2014/main" id="{DC63B8C2-D15A-40F6-99AC-D237AF963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EF4A91-AA2B-4B97-941A-9DE3A3F2257F}" type="slidenum">
              <a:rPr lang="es-ES" altLang="es-MX"/>
              <a:pPr eaLnBrk="1" hangingPunct="1"/>
              <a:t>9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1 Marcador de imagen de diapositiva">
            <a:extLst>
              <a:ext uri="{FF2B5EF4-FFF2-40B4-BE49-F238E27FC236}">
                <a16:creationId xmlns:a16="http://schemas.microsoft.com/office/drawing/2014/main" id="{073DA8E4-27E5-4327-86DA-364A06689C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2 Marcador de notas">
            <a:extLst>
              <a:ext uri="{FF2B5EF4-FFF2-40B4-BE49-F238E27FC236}">
                <a16:creationId xmlns:a16="http://schemas.microsoft.com/office/drawing/2014/main" id="{C7E9DB67-6C24-46F2-A4C9-FFF25D7476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33796" name="3 Marcador de número de diapositiva">
            <a:extLst>
              <a:ext uri="{FF2B5EF4-FFF2-40B4-BE49-F238E27FC236}">
                <a16:creationId xmlns:a16="http://schemas.microsoft.com/office/drawing/2014/main" id="{9F9C8B79-3CA5-447C-88C4-FE4DB285F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2460C34-67BB-4002-A0AA-90A112E29343}" type="slidenum">
              <a:rPr lang="es-ES" altLang="es-MX"/>
              <a:pPr eaLnBrk="1" hangingPunct="1"/>
              <a:t>10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1 Marcador de imagen de diapositiva">
            <a:extLst>
              <a:ext uri="{FF2B5EF4-FFF2-40B4-BE49-F238E27FC236}">
                <a16:creationId xmlns:a16="http://schemas.microsoft.com/office/drawing/2014/main" id="{169D5C06-F4C2-4C3C-88B1-8180F9ABE7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2 Marcador de notas">
            <a:extLst>
              <a:ext uri="{FF2B5EF4-FFF2-40B4-BE49-F238E27FC236}">
                <a16:creationId xmlns:a16="http://schemas.microsoft.com/office/drawing/2014/main" id="{06126ADE-51B0-4113-B949-5AFE4037DB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34820" name="3 Marcador de número de diapositiva">
            <a:extLst>
              <a:ext uri="{FF2B5EF4-FFF2-40B4-BE49-F238E27FC236}">
                <a16:creationId xmlns:a16="http://schemas.microsoft.com/office/drawing/2014/main" id="{4CAEF2ED-55D4-4123-A348-7F7A6C859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4B7454A-C6D3-4318-A91D-098E9A71ACB0}" type="slidenum">
              <a:rPr lang="es-ES" altLang="es-MX"/>
              <a:pPr eaLnBrk="1" hangingPunct="1"/>
              <a:t>11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1 Marcador de imagen de diapositiva">
            <a:extLst>
              <a:ext uri="{FF2B5EF4-FFF2-40B4-BE49-F238E27FC236}">
                <a16:creationId xmlns:a16="http://schemas.microsoft.com/office/drawing/2014/main" id="{0BA6D418-8EA1-4B4B-98C7-466A285A7C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2 Marcador de notas">
            <a:extLst>
              <a:ext uri="{FF2B5EF4-FFF2-40B4-BE49-F238E27FC236}">
                <a16:creationId xmlns:a16="http://schemas.microsoft.com/office/drawing/2014/main" id="{65A406BC-C62E-4642-9DFB-6AEE811AA3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35844" name="3 Marcador de número de diapositiva">
            <a:extLst>
              <a:ext uri="{FF2B5EF4-FFF2-40B4-BE49-F238E27FC236}">
                <a16:creationId xmlns:a16="http://schemas.microsoft.com/office/drawing/2014/main" id="{CECCF7CA-70FE-4EC0-8004-211EE8FF1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5E7E4F8-8DE8-40A0-B829-A1E728BA0D12}" type="slidenum">
              <a:rPr lang="es-ES" altLang="es-MX"/>
              <a:pPr eaLnBrk="1" hangingPunct="1"/>
              <a:t>12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1 Marcador de imagen de diapositiva">
            <a:extLst>
              <a:ext uri="{FF2B5EF4-FFF2-40B4-BE49-F238E27FC236}">
                <a16:creationId xmlns:a16="http://schemas.microsoft.com/office/drawing/2014/main" id="{94CCCB0D-5F07-4D2D-86FA-0224D3F07F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2 Marcador de notas">
            <a:extLst>
              <a:ext uri="{FF2B5EF4-FFF2-40B4-BE49-F238E27FC236}">
                <a16:creationId xmlns:a16="http://schemas.microsoft.com/office/drawing/2014/main" id="{6A063A8F-1038-417C-897B-B6CC5FA027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36868" name="3 Marcador de número de diapositiva">
            <a:extLst>
              <a:ext uri="{FF2B5EF4-FFF2-40B4-BE49-F238E27FC236}">
                <a16:creationId xmlns:a16="http://schemas.microsoft.com/office/drawing/2014/main" id="{5AAADC2E-B721-4384-AE80-410AEAA36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0EC4F69-D84A-4021-BC20-1B1466DD217B}" type="slidenum">
              <a:rPr lang="es-ES" altLang="es-MX"/>
              <a:pPr eaLnBrk="1" hangingPunct="1"/>
              <a:t>13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1 Marcador de imagen de diapositiva">
            <a:extLst>
              <a:ext uri="{FF2B5EF4-FFF2-40B4-BE49-F238E27FC236}">
                <a16:creationId xmlns:a16="http://schemas.microsoft.com/office/drawing/2014/main" id="{32FB7EAA-836C-4E48-A7EF-9B09A412D8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2 Marcador de notas">
            <a:extLst>
              <a:ext uri="{FF2B5EF4-FFF2-40B4-BE49-F238E27FC236}">
                <a16:creationId xmlns:a16="http://schemas.microsoft.com/office/drawing/2014/main" id="{22BBFE69-D5AF-4660-93CC-93A694DFCD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37892" name="3 Marcador de número de diapositiva">
            <a:extLst>
              <a:ext uri="{FF2B5EF4-FFF2-40B4-BE49-F238E27FC236}">
                <a16:creationId xmlns:a16="http://schemas.microsoft.com/office/drawing/2014/main" id="{32A9A4BC-180C-488B-B5CE-988D5E4F1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B0F61C6-73CB-43C7-A1C7-9C8B2C7E0C14}" type="slidenum">
              <a:rPr lang="es-ES" altLang="es-MX"/>
              <a:pPr eaLnBrk="1" hangingPunct="1"/>
              <a:t>14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1 Marcador de imagen de diapositiva">
            <a:extLst>
              <a:ext uri="{FF2B5EF4-FFF2-40B4-BE49-F238E27FC236}">
                <a16:creationId xmlns:a16="http://schemas.microsoft.com/office/drawing/2014/main" id="{6CF5DF77-6276-4166-90C8-76BA463A74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2 Marcador de notas">
            <a:extLst>
              <a:ext uri="{FF2B5EF4-FFF2-40B4-BE49-F238E27FC236}">
                <a16:creationId xmlns:a16="http://schemas.microsoft.com/office/drawing/2014/main" id="{0892DAAD-6519-442B-B668-75411FC6A2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38916" name="3 Marcador de número de diapositiva">
            <a:extLst>
              <a:ext uri="{FF2B5EF4-FFF2-40B4-BE49-F238E27FC236}">
                <a16:creationId xmlns:a16="http://schemas.microsoft.com/office/drawing/2014/main" id="{0F500344-8ECE-4DFF-80C3-A7EF74DA1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547BE4D-5D87-4820-8AF3-62CF0DE327C2}" type="slidenum">
              <a:rPr lang="es-ES" altLang="es-MX"/>
              <a:pPr eaLnBrk="1" hangingPunct="1"/>
              <a:t>15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1 Marcador de imagen de diapositiva">
            <a:extLst>
              <a:ext uri="{FF2B5EF4-FFF2-40B4-BE49-F238E27FC236}">
                <a16:creationId xmlns:a16="http://schemas.microsoft.com/office/drawing/2014/main" id="{A5040C9C-0E19-452B-8DAF-E8481C8E8A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2 Marcador de notas">
            <a:extLst>
              <a:ext uri="{FF2B5EF4-FFF2-40B4-BE49-F238E27FC236}">
                <a16:creationId xmlns:a16="http://schemas.microsoft.com/office/drawing/2014/main" id="{C8BF65DD-BD1D-463C-B091-2C23A7558F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39940" name="3 Marcador de número de diapositiva">
            <a:extLst>
              <a:ext uri="{FF2B5EF4-FFF2-40B4-BE49-F238E27FC236}">
                <a16:creationId xmlns:a16="http://schemas.microsoft.com/office/drawing/2014/main" id="{DA4FE50A-318E-4412-83B8-65F71AD69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4292B62-84EB-42EB-A5E2-42D86DB25014}" type="slidenum">
              <a:rPr lang="es-ES" altLang="es-MX"/>
              <a:pPr eaLnBrk="1" hangingPunct="1"/>
              <a:t>16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1 Marcador de imagen de diapositiva">
            <a:extLst>
              <a:ext uri="{FF2B5EF4-FFF2-40B4-BE49-F238E27FC236}">
                <a16:creationId xmlns:a16="http://schemas.microsoft.com/office/drawing/2014/main" id="{A4B21394-4E7B-4C2A-BBD9-8EA8B033B5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2 Marcador de notas">
            <a:extLst>
              <a:ext uri="{FF2B5EF4-FFF2-40B4-BE49-F238E27FC236}">
                <a16:creationId xmlns:a16="http://schemas.microsoft.com/office/drawing/2014/main" id="{9E095580-2251-4D04-AA92-94E71C340E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40964" name="3 Marcador de número de diapositiva">
            <a:extLst>
              <a:ext uri="{FF2B5EF4-FFF2-40B4-BE49-F238E27FC236}">
                <a16:creationId xmlns:a16="http://schemas.microsoft.com/office/drawing/2014/main" id="{1C5D58F2-7D3B-4218-9C33-14AC7C1A8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050E750-6A94-406B-AC90-4577BCA6F0DC}" type="slidenum">
              <a:rPr lang="es-ES" altLang="es-MX"/>
              <a:pPr eaLnBrk="1" hangingPunct="1"/>
              <a:t>17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1 Marcador de imagen de diapositiva">
            <a:extLst>
              <a:ext uri="{FF2B5EF4-FFF2-40B4-BE49-F238E27FC236}">
                <a16:creationId xmlns:a16="http://schemas.microsoft.com/office/drawing/2014/main" id="{1EAF3781-EC0F-4183-99E1-7A088C82B4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2 Marcador de notas">
            <a:extLst>
              <a:ext uri="{FF2B5EF4-FFF2-40B4-BE49-F238E27FC236}">
                <a16:creationId xmlns:a16="http://schemas.microsoft.com/office/drawing/2014/main" id="{057B47B6-7C94-4649-81DE-EF806BF079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41988" name="3 Marcador de número de diapositiva">
            <a:extLst>
              <a:ext uri="{FF2B5EF4-FFF2-40B4-BE49-F238E27FC236}">
                <a16:creationId xmlns:a16="http://schemas.microsoft.com/office/drawing/2014/main" id="{706B632B-CAEC-4254-8697-D36AED762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FB8CE95-6415-4D00-B8A4-527A72C3145B}" type="slidenum">
              <a:rPr lang="es-ES" altLang="es-MX"/>
              <a:pPr eaLnBrk="1" hangingPunct="1"/>
              <a:t>18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1 Marcador de imagen de diapositiva">
            <a:extLst>
              <a:ext uri="{FF2B5EF4-FFF2-40B4-BE49-F238E27FC236}">
                <a16:creationId xmlns:a16="http://schemas.microsoft.com/office/drawing/2014/main" id="{133BC02E-4B0D-4C42-B1C9-E7B4ABEF59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2 Marcador de notas">
            <a:extLst>
              <a:ext uri="{FF2B5EF4-FFF2-40B4-BE49-F238E27FC236}">
                <a16:creationId xmlns:a16="http://schemas.microsoft.com/office/drawing/2014/main" id="{0953B935-088B-48E0-B12F-36CC8DD3A7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43012" name="3 Marcador de número de diapositiva">
            <a:extLst>
              <a:ext uri="{FF2B5EF4-FFF2-40B4-BE49-F238E27FC236}">
                <a16:creationId xmlns:a16="http://schemas.microsoft.com/office/drawing/2014/main" id="{ED8645B5-003E-42A1-A366-1290B3FAB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2206235-5240-4549-91A0-50EBD4058E0C}" type="slidenum">
              <a:rPr lang="es-ES" altLang="es-MX"/>
              <a:pPr eaLnBrk="1" hangingPunct="1"/>
              <a:t>19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1 Marcador de imagen de diapositiva">
            <a:extLst>
              <a:ext uri="{FF2B5EF4-FFF2-40B4-BE49-F238E27FC236}">
                <a16:creationId xmlns:a16="http://schemas.microsoft.com/office/drawing/2014/main" id="{5B81E9F9-D48F-44B3-A72E-1DAF985139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2 Marcador de notas">
            <a:extLst>
              <a:ext uri="{FF2B5EF4-FFF2-40B4-BE49-F238E27FC236}">
                <a16:creationId xmlns:a16="http://schemas.microsoft.com/office/drawing/2014/main" id="{CFB5CEE0-AA50-4FC1-86BD-FEEF652E6B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44036" name="3 Marcador de número de diapositiva">
            <a:extLst>
              <a:ext uri="{FF2B5EF4-FFF2-40B4-BE49-F238E27FC236}">
                <a16:creationId xmlns:a16="http://schemas.microsoft.com/office/drawing/2014/main" id="{E7603F3D-EE01-4595-A8E7-9E0229AA7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7D0A7DB-BF51-4694-8314-B9F346C9576D}" type="slidenum">
              <a:rPr lang="es-ES" altLang="es-MX"/>
              <a:pPr eaLnBrk="1" hangingPunct="1"/>
              <a:t>20</a:t>
            </a:fld>
            <a:endParaRPr lang="es-ES" altLang="es-MX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1 Marcador de imagen de diapositiva">
            <a:extLst>
              <a:ext uri="{FF2B5EF4-FFF2-40B4-BE49-F238E27FC236}">
                <a16:creationId xmlns:a16="http://schemas.microsoft.com/office/drawing/2014/main" id="{206DF0FE-2D7A-4E77-8499-D9BCE3C0E8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2 Marcador de notas">
            <a:extLst>
              <a:ext uri="{FF2B5EF4-FFF2-40B4-BE49-F238E27FC236}">
                <a16:creationId xmlns:a16="http://schemas.microsoft.com/office/drawing/2014/main" id="{CBE63784-B670-4673-8E88-C171C3B4B6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MX" altLang="es-MX"/>
          </a:p>
        </p:txBody>
      </p:sp>
      <p:sp>
        <p:nvSpPr>
          <p:cNvPr id="45060" name="3 Marcador de número de diapositiva">
            <a:extLst>
              <a:ext uri="{FF2B5EF4-FFF2-40B4-BE49-F238E27FC236}">
                <a16:creationId xmlns:a16="http://schemas.microsoft.com/office/drawing/2014/main" id="{107DF1DB-A567-4584-83D8-3B6F18CD3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E3C59E-2C69-487D-8F35-72E97E9EC5D2}" type="slidenum">
              <a:rPr lang="es-ES" altLang="es-MX"/>
              <a:pPr eaLnBrk="1" hangingPunct="1"/>
              <a:t>21</a:t>
            </a:fld>
            <a:endParaRPr lang="es-ES" altLang="es-MX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D1EDC2-0D94-4F96-A54A-0485D74185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0B416F-4FA5-48C2-9557-E8051DB729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7F1AD0-4BDE-4BDC-B112-75BCEBD539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09A511-93B5-44BD-8B22-0BDC9D32A65D}" type="slidenum">
              <a:rPr lang="es-ES" altLang="es-MX"/>
              <a:pPr/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897496021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A1C61F-2F3A-4555-B6F6-67126FB70A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E485BC-CC2C-408C-9A15-439F12657E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956410-1D9B-4EAA-A76F-A33FC358C0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B76B03-6C40-4B19-AEDA-560456A421C9}" type="slidenum">
              <a:rPr lang="es-ES" altLang="es-MX"/>
              <a:pPr/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25363435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8B10A-3C00-48FA-AF5C-F0A49E28A1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240D98-CEF9-440C-9292-06897E4B65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4DA6AF-B348-49AE-9D6F-BD67805791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830BDF-9FEC-4C5B-BC9F-095811A25DE3}" type="slidenum">
              <a:rPr lang="es-ES" altLang="es-MX"/>
              <a:pPr/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942321627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FAB8EA-5C02-4F78-B218-D52F6042C7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6056B7-4E29-4A40-A98B-0EBE65B19B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13C097-050C-4D00-A7CC-8706EB5C21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D26A1E-2FAD-4FC0-B76E-176CD894C2AD}" type="slidenum">
              <a:rPr lang="es-ES" altLang="es-MX"/>
              <a:pPr/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287915791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5C850A3-1D79-42D4-B901-C22A12B686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7A67317-DC51-4D56-9545-CAE2970785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FD534FE-EA7D-44C8-880B-1905069DAE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178FE6-B647-4ADB-A4F0-9D203724D554}" type="slidenum">
              <a:rPr lang="es-ES" altLang="es-MX"/>
              <a:pPr/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028971985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0E21CEB-E4EC-4C4A-9788-5C40525380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323735F-8D9D-42B6-9FC8-542DDBCE03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86CF10-7041-4547-852D-217FE4451A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7801B2-E0BB-412A-900C-70E603C4CB23}" type="slidenum">
              <a:rPr lang="es-ES" altLang="es-MX"/>
              <a:pPr/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395294508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7E2BD25-7E1B-4A92-9110-F9B426A862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29A5568-B09E-46ED-A683-1DC407F3B6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1BE2594-B713-462D-8491-197D4C7907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A7E719-67DE-489D-8D75-4D57E279BB7B}" type="slidenum">
              <a:rPr lang="es-ES" altLang="es-MX"/>
              <a:pPr/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862465384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9DBEE8-9B54-49F0-974B-DF7BED2126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341AB6-8893-4073-BEE0-59D5694881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EFCA58-8FE4-4D11-B7F3-08DE296676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CB2C2A-BEAB-429A-9504-5D7F3081A3E0}" type="slidenum">
              <a:rPr lang="es-ES" altLang="es-MX"/>
              <a:pPr/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63098438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441D74-485B-474F-847A-F39ADA0C9B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B634B6-C539-45C6-88BB-D987909364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DFFAE0-AB86-4DB9-8340-882EF3A8B6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1AEF81-BE69-4D87-8030-71D6BCB870FD}" type="slidenum">
              <a:rPr lang="es-ES" altLang="es-MX"/>
              <a:pPr/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65082810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F36A9B-7D6C-424F-A1D1-17430C8B49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0DD489-9FCB-46E0-A1C8-5E9781583D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D9D175-0F4E-4338-B5D6-7B09B50919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2AA021-8D4B-400C-A587-AB5840F1B1F9}" type="slidenum">
              <a:rPr lang="es-ES" altLang="es-MX"/>
              <a:pPr/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39865783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8D67893-210C-4F50-9A99-187F04469A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82156F1-7A12-4546-B1C2-224509A845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14E68BA-7C2B-4653-B4C0-02448220D9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073650-A392-4B04-92FB-CA5BC7ED1F1F}" type="slidenum">
              <a:rPr lang="es-ES" altLang="es-MX"/>
              <a:pPr/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2864948"/>
      </p:ext>
    </p:extLst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y 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A8AC38C-A173-4F59-9AD5-19C906659D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6E6F017-C0DF-474D-BC39-14A69D8BA2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9FEB03E-DF78-4F44-BB75-FBB0F6773A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265FAA-7BB4-45FC-A6C1-4E950F881719}" type="slidenum">
              <a:rPr lang="es-ES" altLang="es-MX"/>
              <a:pPr/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122395458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C9EC4DA-F88F-4C0D-991A-5B1BD0E6C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MX"/>
              <a:t>Haga clic para cambiar el estilo de título	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A31EF5A-9B3C-471A-8BAA-FCEE449826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MX"/>
              <a:t>Haga clic para modificar el estilo de texto del patrón</a:t>
            </a:r>
          </a:p>
          <a:p>
            <a:pPr lvl="1"/>
            <a:r>
              <a:rPr lang="es-ES" altLang="es-MX"/>
              <a:t>Segundo nivel</a:t>
            </a:r>
          </a:p>
          <a:p>
            <a:pPr lvl="2"/>
            <a:r>
              <a:rPr lang="es-ES" altLang="es-MX"/>
              <a:t>Tercer nivel</a:t>
            </a:r>
          </a:p>
          <a:p>
            <a:pPr lvl="3"/>
            <a:r>
              <a:rPr lang="es-ES" altLang="es-MX"/>
              <a:t>Cuarto nivel</a:t>
            </a:r>
          </a:p>
          <a:p>
            <a:pPr lvl="4"/>
            <a:r>
              <a:rPr lang="es-ES" altLang="es-MX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F6204D3-6354-4884-A570-BC137FAC3CE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CC5F60E-5C88-477F-8469-EB8585B483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D1C680D-5E47-4F15-A165-B90EC29DFBE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3717F2C-C509-438E-BB59-981B68C09BF7}" type="slidenum">
              <a:rPr lang="es-ES" altLang="es-MX"/>
              <a:pPr/>
              <a:t>‹Nº›</a:t>
            </a:fld>
            <a:endParaRPr lang="es-ES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advClick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>
            <a:extLst>
              <a:ext uri="{FF2B5EF4-FFF2-40B4-BE49-F238E27FC236}">
                <a16:creationId xmlns:a16="http://schemas.microsoft.com/office/drawing/2014/main" id="{30FF1579-19A7-4D21-9C8F-D5A6916A9E4F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HOMBRO           POZO</a:t>
            </a:r>
          </a:p>
        </p:txBody>
      </p:sp>
      <p:pic>
        <p:nvPicPr>
          <p:cNvPr id="1029" name="Picture 9">
            <a:extLst>
              <a:ext uri="{FF2B5EF4-FFF2-40B4-BE49-F238E27FC236}">
                <a16:creationId xmlns:a16="http://schemas.microsoft.com/office/drawing/2014/main" id="{05E24055-3B86-4BE0-90A0-350744C81086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8113" y="1484313"/>
            <a:ext cx="2803525" cy="3168650"/>
          </a:xfrm>
          <a:noFill/>
        </p:spPr>
      </p:pic>
      <p:pic>
        <p:nvPicPr>
          <p:cNvPr id="1030" name="Picture 10">
            <a:extLst>
              <a:ext uri="{FF2B5EF4-FFF2-40B4-BE49-F238E27FC236}">
                <a16:creationId xmlns:a16="http://schemas.microsoft.com/office/drawing/2014/main" id="{4428C675-41F6-4223-BE5B-A7B4B6E8477A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80050" y="1600200"/>
            <a:ext cx="2270125" cy="3197225"/>
          </a:xfrm>
          <a:noFill/>
        </p:spPr>
      </p:pic>
      <p:graphicFrame>
        <p:nvGraphicFramePr>
          <p:cNvPr id="1026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4EE500E2-BFD5-42CE-91DA-D9C28A021EC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B169C3A1-32D9-4F6C-A38A-20FE5FC679B3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2061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66182522-D3CD-4F62-B5BF-71E49A431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7546F5A8-FC82-4000-AB44-5A1E2F515F7D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GORRO           BALÓN</a:t>
            </a:r>
          </a:p>
        </p:txBody>
      </p:sp>
      <p:pic>
        <p:nvPicPr>
          <p:cNvPr id="2053" name="Picture 9">
            <a:extLst>
              <a:ext uri="{FF2B5EF4-FFF2-40B4-BE49-F238E27FC236}">
                <a16:creationId xmlns:a16="http://schemas.microsoft.com/office/drawing/2014/main" id="{8FDB11F9-76D3-4BFE-B634-BE43FA5C1C5C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1550" y="1798638"/>
            <a:ext cx="3240088" cy="2900362"/>
          </a:xfrm>
          <a:noFill/>
        </p:spPr>
      </p:pic>
      <p:pic>
        <p:nvPicPr>
          <p:cNvPr id="2054" name="Picture 10">
            <a:extLst>
              <a:ext uri="{FF2B5EF4-FFF2-40B4-BE49-F238E27FC236}">
                <a16:creationId xmlns:a16="http://schemas.microsoft.com/office/drawing/2014/main" id="{C61950A0-8941-44A8-9168-1A6401EBFCED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56200" y="1557338"/>
            <a:ext cx="2633663" cy="2663825"/>
          </a:xfrm>
          <a:noFill/>
        </p:spPr>
      </p:pic>
      <p:graphicFrame>
        <p:nvGraphicFramePr>
          <p:cNvPr id="2050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4678E10C-638F-4670-9E8D-0A268EEE05C7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19972054-0243-409A-904A-E78D07147BED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3085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D588B1FF-ECE9-458B-AF31-486F5CC65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727A80C-3D22-4C5F-B83C-FC0BC183A82F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POLLO            GORDO</a:t>
            </a:r>
          </a:p>
        </p:txBody>
      </p:sp>
      <p:pic>
        <p:nvPicPr>
          <p:cNvPr id="3077" name="Picture 9">
            <a:extLst>
              <a:ext uri="{FF2B5EF4-FFF2-40B4-BE49-F238E27FC236}">
                <a16:creationId xmlns:a16="http://schemas.microsoft.com/office/drawing/2014/main" id="{BFB9EA39-F5BC-45DF-9F2A-A41378A6DE21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113" y="1897063"/>
            <a:ext cx="3313112" cy="2166937"/>
          </a:xfrm>
          <a:noFill/>
        </p:spPr>
      </p:pic>
      <p:pic>
        <p:nvPicPr>
          <p:cNvPr id="3078" name="Picture 10">
            <a:extLst>
              <a:ext uri="{FF2B5EF4-FFF2-40B4-BE49-F238E27FC236}">
                <a16:creationId xmlns:a16="http://schemas.microsoft.com/office/drawing/2014/main" id="{C9C1AF28-EEDD-4EF4-955B-60123DFD845B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24525" y="1687513"/>
            <a:ext cx="1841500" cy="2965450"/>
          </a:xfrm>
          <a:noFill/>
        </p:spPr>
      </p:pic>
      <p:graphicFrame>
        <p:nvGraphicFramePr>
          <p:cNvPr id="3074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66C27395-D095-4F68-92A6-8BD31377CF55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163116DF-7083-47C9-B9DE-8C746A7EA502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4109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6F40EA6D-B63E-4035-8ED7-E1BA588FC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15BB3BDD-01CA-47B6-9133-8B311AE3B64C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RUEDA              UÑA</a:t>
            </a:r>
          </a:p>
        </p:txBody>
      </p:sp>
      <p:pic>
        <p:nvPicPr>
          <p:cNvPr id="4101" name="Picture 9">
            <a:extLst>
              <a:ext uri="{FF2B5EF4-FFF2-40B4-BE49-F238E27FC236}">
                <a16:creationId xmlns:a16="http://schemas.microsoft.com/office/drawing/2014/main" id="{A0E5F74F-041E-4582-B111-AD0C705FDA0E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4613" y="1557338"/>
            <a:ext cx="2657475" cy="2663825"/>
          </a:xfrm>
          <a:noFill/>
        </p:spPr>
      </p:pic>
      <p:pic>
        <p:nvPicPr>
          <p:cNvPr id="4102" name="Picture 10">
            <a:extLst>
              <a:ext uri="{FF2B5EF4-FFF2-40B4-BE49-F238E27FC236}">
                <a16:creationId xmlns:a16="http://schemas.microsoft.com/office/drawing/2014/main" id="{8ED9ED4B-5314-4CC4-91A4-1860D4EF5D65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29250" y="1412875"/>
            <a:ext cx="2147888" cy="3024188"/>
          </a:xfrm>
          <a:noFill/>
        </p:spPr>
      </p:pic>
      <p:graphicFrame>
        <p:nvGraphicFramePr>
          <p:cNvPr id="4098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FA66577D-646E-449E-80E2-0E6B52E6B6BE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3EA2D72B-C400-4F8C-A0DC-B7E378158977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5133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0C2FC481-539E-4563-B06B-A71EB7700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6FA1656A-324F-4249-9304-67A38FC591AD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GLOBO           BOTAS</a:t>
            </a:r>
          </a:p>
        </p:txBody>
      </p:sp>
      <p:pic>
        <p:nvPicPr>
          <p:cNvPr id="5125" name="Picture 9">
            <a:extLst>
              <a:ext uri="{FF2B5EF4-FFF2-40B4-BE49-F238E27FC236}">
                <a16:creationId xmlns:a16="http://schemas.microsoft.com/office/drawing/2014/main" id="{6D4E2CB5-AFC0-4384-B12B-306FE3C7E0D4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5738" y="1412875"/>
            <a:ext cx="2468562" cy="3095625"/>
          </a:xfrm>
          <a:noFill/>
        </p:spPr>
      </p:pic>
      <p:pic>
        <p:nvPicPr>
          <p:cNvPr id="5126" name="Picture 10">
            <a:extLst>
              <a:ext uri="{FF2B5EF4-FFF2-40B4-BE49-F238E27FC236}">
                <a16:creationId xmlns:a16="http://schemas.microsoft.com/office/drawing/2014/main" id="{7D57BDA7-B975-426B-9A41-9064AF6E7C52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48263" y="1846263"/>
            <a:ext cx="2592387" cy="2046287"/>
          </a:xfrm>
          <a:noFill/>
        </p:spPr>
      </p:pic>
      <p:graphicFrame>
        <p:nvGraphicFramePr>
          <p:cNvPr id="5122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1F3B8995-793A-4FC6-B0D9-BE0463236BFF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75418FDF-26FB-4A73-873F-0CA3A4B9BFDC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6157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48BC7246-5870-46A8-9A12-BC1EB6EA6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98CCAA10-3F22-40D7-B352-A12BDFFB6765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FOTO            CÓMODO</a:t>
            </a:r>
          </a:p>
        </p:txBody>
      </p:sp>
      <p:pic>
        <p:nvPicPr>
          <p:cNvPr id="6149" name="Picture 9">
            <a:extLst>
              <a:ext uri="{FF2B5EF4-FFF2-40B4-BE49-F238E27FC236}">
                <a16:creationId xmlns:a16="http://schemas.microsoft.com/office/drawing/2014/main" id="{C27ADC12-B8FD-49D0-A3AA-29D895DB3462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74763" y="1341438"/>
            <a:ext cx="2751137" cy="3095625"/>
          </a:xfrm>
          <a:noFill/>
        </p:spPr>
      </p:pic>
      <p:pic>
        <p:nvPicPr>
          <p:cNvPr id="6150" name="Picture 10">
            <a:extLst>
              <a:ext uri="{FF2B5EF4-FFF2-40B4-BE49-F238E27FC236}">
                <a16:creationId xmlns:a16="http://schemas.microsoft.com/office/drawing/2014/main" id="{B453FA90-EBD5-4F7F-8D04-2F84842C21AC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1801813"/>
            <a:ext cx="3455988" cy="2262187"/>
          </a:xfrm>
          <a:noFill/>
        </p:spPr>
      </p:pic>
      <p:graphicFrame>
        <p:nvGraphicFramePr>
          <p:cNvPr id="6146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B6AAE8F3-E410-496D-9D41-498393F7C8AB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DFB30C54-753D-45A1-B604-5329256E628C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7181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52A7BF8F-C3EC-419A-B429-7C905C49F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D670B966-15A8-40B8-BAD2-F8C887BEDDB7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BASTÓN         BRÚJULA</a:t>
            </a:r>
          </a:p>
        </p:txBody>
      </p:sp>
      <p:pic>
        <p:nvPicPr>
          <p:cNvPr id="7173" name="Picture 9">
            <a:extLst>
              <a:ext uri="{FF2B5EF4-FFF2-40B4-BE49-F238E27FC236}">
                <a16:creationId xmlns:a16="http://schemas.microsoft.com/office/drawing/2014/main" id="{50310A8F-9F75-469B-9149-849A2CEE80EE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70125" y="1600200"/>
            <a:ext cx="788988" cy="3124200"/>
          </a:xfrm>
          <a:noFill/>
        </p:spPr>
      </p:pic>
      <p:pic>
        <p:nvPicPr>
          <p:cNvPr id="7174" name="Picture 10">
            <a:extLst>
              <a:ext uri="{FF2B5EF4-FFF2-40B4-BE49-F238E27FC236}">
                <a16:creationId xmlns:a16="http://schemas.microsoft.com/office/drawing/2014/main" id="{EDF1194B-335F-40A5-BDA1-D74E5308E000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27700" y="1557338"/>
            <a:ext cx="1700213" cy="3024187"/>
          </a:xfrm>
          <a:noFill/>
        </p:spPr>
      </p:pic>
      <p:graphicFrame>
        <p:nvGraphicFramePr>
          <p:cNvPr id="7170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2BB670F5-34CF-4EF4-8801-8549E31B4CF0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28499336-8AB2-44A5-9FCB-AE9D0BE937D2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8205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B24B7813-51E2-4913-95B9-33D8C6964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D22C340D-FFB9-477C-9546-8AC5D9AABCEA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ARROZ          ALGODÓN</a:t>
            </a:r>
          </a:p>
        </p:txBody>
      </p:sp>
      <p:pic>
        <p:nvPicPr>
          <p:cNvPr id="8197" name="Picture 9">
            <a:extLst>
              <a:ext uri="{FF2B5EF4-FFF2-40B4-BE49-F238E27FC236}">
                <a16:creationId xmlns:a16="http://schemas.microsoft.com/office/drawing/2014/main" id="{272CE3C4-6A16-4921-8A9D-603F17972607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35075" y="1771650"/>
            <a:ext cx="2652713" cy="2736850"/>
          </a:xfrm>
          <a:noFill/>
        </p:spPr>
      </p:pic>
      <p:pic>
        <p:nvPicPr>
          <p:cNvPr id="8198" name="Picture 10">
            <a:extLst>
              <a:ext uri="{FF2B5EF4-FFF2-40B4-BE49-F238E27FC236}">
                <a16:creationId xmlns:a16="http://schemas.microsoft.com/office/drawing/2014/main" id="{A9095009-0A27-41C2-AA85-7BF1C02DB7D7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27538" y="1906588"/>
            <a:ext cx="3673475" cy="2601912"/>
          </a:xfrm>
          <a:noFill/>
        </p:spPr>
      </p:pic>
      <p:graphicFrame>
        <p:nvGraphicFramePr>
          <p:cNvPr id="8194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65D909AB-0FE5-4DFF-AC5E-5FF8BB7BBEFD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99991046-A59C-4B13-B608-1787CEAFD06B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9229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DF9F4E00-492A-424E-BA35-83F17B405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5E04D0DF-DFD5-43A1-A441-95C2DEE02203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ESTUFA           BOTÓN</a:t>
            </a:r>
          </a:p>
        </p:txBody>
      </p:sp>
      <p:pic>
        <p:nvPicPr>
          <p:cNvPr id="9221" name="Picture 9">
            <a:extLst>
              <a:ext uri="{FF2B5EF4-FFF2-40B4-BE49-F238E27FC236}">
                <a16:creationId xmlns:a16="http://schemas.microsoft.com/office/drawing/2014/main" id="{E228C091-C89E-4D02-B317-F182D076B496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1150" y="1773238"/>
            <a:ext cx="2003425" cy="3024187"/>
          </a:xfrm>
          <a:noFill/>
        </p:spPr>
      </p:pic>
      <p:pic>
        <p:nvPicPr>
          <p:cNvPr id="9222" name="Picture 10">
            <a:extLst>
              <a:ext uri="{FF2B5EF4-FFF2-40B4-BE49-F238E27FC236}">
                <a16:creationId xmlns:a16="http://schemas.microsoft.com/office/drawing/2014/main" id="{ACCBEF68-C1AB-467B-83BB-0076BCA67520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80063" y="2024063"/>
            <a:ext cx="1800225" cy="1685925"/>
          </a:xfrm>
          <a:noFill/>
        </p:spPr>
      </p:pic>
      <p:graphicFrame>
        <p:nvGraphicFramePr>
          <p:cNvPr id="9218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0722F68F-92F9-4C37-985E-B42774DC36B7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0475C7E5-35EF-4949-A5D6-76508BC2387A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0253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EFE99A2D-E734-42B4-91EE-53EA289F8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86C29DFE-E78B-439F-9C5A-AC600B80D7F2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BOLSO           SUBIR</a:t>
            </a:r>
          </a:p>
        </p:txBody>
      </p:sp>
      <p:pic>
        <p:nvPicPr>
          <p:cNvPr id="10245" name="Picture 9">
            <a:extLst>
              <a:ext uri="{FF2B5EF4-FFF2-40B4-BE49-F238E27FC236}">
                <a16:creationId xmlns:a16="http://schemas.microsoft.com/office/drawing/2014/main" id="{7922A8C7-E701-4EA6-8897-E74E76D23CB3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350" y="1557338"/>
            <a:ext cx="2476500" cy="3095625"/>
          </a:xfrm>
          <a:noFill/>
        </p:spPr>
      </p:pic>
      <p:pic>
        <p:nvPicPr>
          <p:cNvPr id="10246" name="Picture 10">
            <a:extLst>
              <a:ext uri="{FF2B5EF4-FFF2-40B4-BE49-F238E27FC236}">
                <a16:creationId xmlns:a16="http://schemas.microsoft.com/office/drawing/2014/main" id="{33423BD1-1BCA-4C4F-9EFD-03FC5BAB96E8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84738" y="1484313"/>
            <a:ext cx="3071812" cy="3168650"/>
          </a:xfrm>
          <a:noFill/>
        </p:spPr>
      </p:pic>
      <p:graphicFrame>
        <p:nvGraphicFramePr>
          <p:cNvPr id="10242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1827EAEE-FFAC-4CC6-8C44-2B52682E3A4E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ACD17DE2-3BEC-49D6-9A7A-F825615A184C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1277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A9AEF19C-1841-4924-8804-DB31B0F86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F5CD6480-9B0A-4FC3-B373-EE00EC834700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MURCIÉLAGO       EMBUDO</a:t>
            </a:r>
          </a:p>
        </p:txBody>
      </p:sp>
      <p:pic>
        <p:nvPicPr>
          <p:cNvPr id="11269" name="Picture 9">
            <a:extLst>
              <a:ext uri="{FF2B5EF4-FFF2-40B4-BE49-F238E27FC236}">
                <a16:creationId xmlns:a16="http://schemas.microsoft.com/office/drawing/2014/main" id="{EE226AE9-A4D1-4DF4-AC5F-FC2B35E91170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2154238"/>
            <a:ext cx="4248150" cy="1774825"/>
          </a:xfrm>
          <a:noFill/>
        </p:spPr>
      </p:pic>
      <p:pic>
        <p:nvPicPr>
          <p:cNvPr id="11270" name="Picture 10">
            <a:extLst>
              <a:ext uri="{FF2B5EF4-FFF2-40B4-BE49-F238E27FC236}">
                <a16:creationId xmlns:a16="http://schemas.microsoft.com/office/drawing/2014/main" id="{5B360090-A828-4B2D-8635-FF892A1E04A5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64213" y="1484313"/>
            <a:ext cx="2419350" cy="3240087"/>
          </a:xfrm>
          <a:noFill/>
        </p:spPr>
      </p:pic>
      <p:graphicFrame>
        <p:nvGraphicFramePr>
          <p:cNvPr id="11266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70A6E301-EE01-4DC1-AF2B-2658918C8D99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3DDC81E9-C80F-4F2B-B73D-2535FDC23E88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2301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D5F3C028-586C-4792-975C-E8FEC5F83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>
            <a:extLst>
              <a:ext uri="{FF2B5EF4-FFF2-40B4-BE49-F238E27FC236}">
                <a16:creationId xmlns:a16="http://schemas.microsoft.com/office/drawing/2014/main" id="{FD8C1BFC-C7DA-4C86-A132-3F0CDDEAAEE6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PUÑO           PAÑUELO</a:t>
            </a:r>
          </a:p>
        </p:txBody>
      </p:sp>
      <p:pic>
        <p:nvPicPr>
          <p:cNvPr id="12293" name="Picture 9">
            <a:extLst>
              <a:ext uri="{FF2B5EF4-FFF2-40B4-BE49-F238E27FC236}">
                <a16:creationId xmlns:a16="http://schemas.microsoft.com/office/drawing/2014/main" id="{444ED82F-29AB-4E2B-8682-B3CE9A128C03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113" y="1600200"/>
            <a:ext cx="2495550" cy="3124200"/>
          </a:xfrm>
          <a:noFill/>
        </p:spPr>
      </p:pic>
      <p:pic>
        <p:nvPicPr>
          <p:cNvPr id="12294" name="Picture 10">
            <a:extLst>
              <a:ext uri="{FF2B5EF4-FFF2-40B4-BE49-F238E27FC236}">
                <a16:creationId xmlns:a16="http://schemas.microsoft.com/office/drawing/2014/main" id="{93985F09-43FD-4242-B4E7-F33B41AE0370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3438" y="1519238"/>
            <a:ext cx="3313112" cy="3013075"/>
          </a:xfrm>
          <a:noFill/>
        </p:spPr>
      </p:pic>
      <p:graphicFrame>
        <p:nvGraphicFramePr>
          <p:cNvPr id="12290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8814BAE8-F165-4EDA-A97E-CD74B9011CE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47BCBBEE-07F6-4958-A67C-AACDC9F06BE0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3325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64509DDF-100C-4988-A1E4-B0A6B534D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A3A432C4-4B25-4955-B36E-6E2C404169AA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BUTANO          SALUDO</a:t>
            </a:r>
          </a:p>
        </p:txBody>
      </p:sp>
      <p:pic>
        <p:nvPicPr>
          <p:cNvPr id="13317" name="Picture 9">
            <a:extLst>
              <a:ext uri="{FF2B5EF4-FFF2-40B4-BE49-F238E27FC236}">
                <a16:creationId xmlns:a16="http://schemas.microsoft.com/office/drawing/2014/main" id="{1ED30F9C-3A54-4D77-BBF1-7BBECABA0FFB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6375" y="1557338"/>
            <a:ext cx="2130425" cy="2951162"/>
          </a:xfrm>
          <a:noFill/>
        </p:spPr>
      </p:pic>
      <p:pic>
        <p:nvPicPr>
          <p:cNvPr id="13318" name="Picture 10">
            <a:extLst>
              <a:ext uri="{FF2B5EF4-FFF2-40B4-BE49-F238E27FC236}">
                <a16:creationId xmlns:a16="http://schemas.microsoft.com/office/drawing/2014/main" id="{785B69D9-7244-4F40-BB79-E708B16D0E21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3800" y="1566863"/>
            <a:ext cx="3024188" cy="2976562"/>
          </a:xfrm>
          <a:noFill/>
        </p:spPr>
      </p:pic>
      <p:graphicFrame>
        <p:nvGraphicFramePr>
          <p:cNvPr id="13314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62A6A416-F1B8-4341-B004-72AF2DA3D44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1B16EFE0-93F9-4E5E-86C4-3AFE698D4ED1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4349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886D05C4-B5A6-44A7-A1D9-F756D868F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>
            <a:extLst>
              <a:ext uri="{FF2B5EF4-FFF2-40B4-BE49-F238E27FC236}">
                <a16:creationId xmlns:a16="http://schemas.microsoft.com/office/drawing/2014/main" id="{0E08CEA8-31EB-4892-AE38-7A5F8A1B4CCF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CUATRO          CUELLO</a:t>
            </a:r>
          </a:p>
        </p:txBody>
      </p:sp>
      <p:pic>
        <p:nvPicPr>
          <p:cNvPr id="14341" name="Picture 9">
            <a:extLst>
              <a:ext uri="{FF2B5EF4-FFF2-40B4-BE49-F238E27FC236}">
                <a16:creationId xmlns:a16="http://schemas.microsoft.com/office/drawing/2014/main" id="{619C5D78-385A-4981-8A0B-7937E6A8F520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350" y="1798638"/>
            <a:ext cx="2089150" cy="2854325"/>
          </a:xfrm>
          <a:noFill/>
        </p:spPr>
      </p:pic>
      <p:pic>
        <p:nvPicPr>
          <p:cNvPr id="14342" name="Picture 10">
            <a:extLst>
              <a:ext uri="{FF2B5EF4-FFF2-40B4-BE49-F238E27FC236}">
                <a16:creationId xmlns:a16="http://schemas.microsoft.com/office/drawing/2014/main" id="{B5749E48-EE15-4118-A6BC-CCB7002A897D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78438" y="1555750"/>
            <a:ext cx="2462212" cy="3097213"/>
          </a:xfrm>
          <a:noFill/>
        </p:spPr>
      </p:pic>
      <p:graphicFrame>
        <p:nvGraphicFramePr>
          <p:cNvPr id="14338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5662747A-2EFD-4272-AA5B-83764403A87D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A922152C-A0AB-4A35-8BEF-88F96F8BD1FE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5373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DA01D1DA-F892-4EB8-B61C-0F1F3C176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>
            <a:extLst>
              <a:ext uri="{FF2B5EF4-FFF2-40B4-BE49-F238E27FC236}">
                <a16:creationId xmlns:a16="http://schemas.microsoft.com/office/drawing/2014/main" id="{F9C0D94D-A347-4047-A85E-64FB5A2445DD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CHOCOLATE         CAJÓN</a:t>
            </a:r>
          </a:p>
        </p:txBody>
      </p:sp>
      <p:pic>
        <p:nvPicPr>
          <p:cNvPr id="15365" name="Picture 9">
            <a:extLst>
              <a:ext uri="{FF2B5EF4-FFF2-40B4-BE49-F238E27FC236}">
                <a16:creationId xmlns:a16="http://schemas.microsoft.com/office/drawing/2014/main" id="{26F24633-CAEB-4DCE-A3E5-AE1EED681615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1550" y="1766888"/>
            <a:ext cx="3744913" cy="2670175"/>
          </a:xfrm>
          <a:noFill/>
        </p:spPr>
      </p:pic>
      <p:pic>
        <p:nvPicPr>
          <p:cNvPr id="15366" name="Picture 10">
            <a:extLst>
              <a:ext uri="{FF2B5EF4-FFF2-40B4-BE49-F238E27FC236}">
                <a16:creationId xmlns:a16="http://schemas.microsoft.com/office/drawing/2014/main" id="{6137E60B-9A11-4465-BCCA-47D7090F5641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92725" y="2160588"/>
            <a:ext cx="3270250" cy="2132012"/>
          </a:xfrm>
          <a:noFill/>
        </p:spPr>
      </p:pic>
      <p:graphicFrame>
        <p:nvGraphicFramePr>
          <p:cNvPr id="15362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671EC413-1A1D-453F-B67D-954B2BA30414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34DE4D2C-1D61-475F-8547-71B92EF7B7E0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6397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86904631-0EAC-43EA-BE35-FF496C85C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>
            <a:extLst>
              <a:ext uri="{FF2B5EF4-FFF2-40B4-BE49-F238E27FC236}">
                <a16:creationId xmlns:a16="http://schemas.microsoft.com/office/drawing/2014/main" id="{D8E82540-FDC2-44DA-8551-AE95733AF455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OSCURO           MONO</a:t>
            </a:r>
          </a:p>
        </p:txBody>
      </p:sp>
      <p:pic>
        <p:nvPicPr>
          <p:cNvPr id="16389" name="Picture 9">
            <a:extLst>
              <a:ext uri="{FF2B5EF4-FFF2-40B4-BE49-F238E27FC236}">
                <a16:creationId xmlns:a16="http://schemas.microsoft.com/office/drawing/2014/main" id="{628E97BE-D46A-478F-BB1B-477B8E5835F6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1550" y="1600200"/>
            <a:ext cx="3151188" cy="3057525"/>
          </a:xfrm>
          <a:noFill/>
        </p:spPr>
      </p:pic>
      <p:pic>
        <p:nvPicPr>
          <p:cNvPr id="16390" name="Picture 10">
            <a:extLst>
              <a:ext uri="{FF2B5EF4-FFF2-40B4-BE49-F238E27FC236}">
                <a16:creationId xmlns:a16="http://schemas.microsoft.com/office/drawing/2014/main" id="{872729E9-D86B-47EB-8DAE-0520D2A7C38A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64163" y="1701800"/>
            <a:ext cx="2617787" cy="2951163"/>
          </a:xfrm>
          <a:noFill/>
        </p:spPr>
      </p:pic>
      <p:graphicFrame>
        <p:nvGraphicFramePr>
          <p:cNvPr id="16386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E5761AAE-4152-4439-ADB4-68AABF70DD3E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29055873-CA3B-4E65-8A4C-3B9083A2100F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7421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D70B1351-59BF-4F42-89C7-9216CDB98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4">
            <a:extLst>
              <a:ext uri="{FF2B5EF4-FFF2-40B4-BE49-F238E27FC236}">
                <a16:creationId xmlns:a16="http://schemas.microsoft.com/office/drawing/2014/main" id="{21C95212-BCC7-4AF5-B440-6985DCC889B1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GUSANO        CONEJO</a:t>
            </a:r>
          </a:p>
        </p:txBody>
      </p:sp>
      <p:pic>
        <p:nvPicPr>
          <p:cNvPr id="17413" name="Picture 9">
            <a:extLst>
              <a:ext uri="{FF2B5EF4-FFF2-40B4-BE49-F238E27FC236}">
                <a16:creationId xmlns:a16="http://schemas.microsoft.com/office/drawing/2014/main" id="{8D37FAC5-E030-44F4-9D2A-0415AA241493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93850" y="1557338"/>
            <a:ext cx="2352675" cy="3024187"/>
          </a:xfrm>
          <a:noFill/>
        </p:spPr>
      </p:pic>
      <p:pic>
        <p:nvPicPr>
          <p:cNvPr id="17414" name="Picture 10">
            <a:extLst>
              <a:ext uri="{FF2B5EF4-FFF2-40B4-BE49-F238E27FC236}">
                <a16:creationId xmlns:a16="http://schemas.microsoft.com/office/drawing/2014/main" id="{CB70B10C-29D8-4E11-86F3-FA3EA3712882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6825" y="2411413"/>
            <a:ext cx="2808288" cy="2170112"/>
          </a:xfrm>
          <a:noFill/>
        </p:spPr>
      </p:pic>
      <p:graphicFrame>
        <p:nvGraphicFramePr>
          <p:cNvPr id="17410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CB3E4F35-2D5A-4655-90F1-D98D77DBF440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F2EE6402-A22A-41E2-86B5-5AE483E4586D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8445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1E451789-1916-4C96-81E4-8DAE1ED69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>
            <a:extLst>
              <a:ext uri="{FF2B5EF4-FFF2-40B4-BE49-F238E27FC236}">
                <a16:creationId xmlns:a16="http://schemas.microsoft.com/office/drawing/2014/main" id="{979B930C-3600-466B-BA2C-521D71531561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NUDO            MUÑECA</a:t>
            </a:r>
          </a:p>
        </p:txBody>
      </p:sp>
      <p:pic>
        <p:nvPicPr>
          <p:cNvPr id="18437" name="Picture 9">
            <a:extLst>
              <a:ext uri="{FF2B5EF4-FFF2-40B4-BE49-F238E27FC236}">
                <a16:creationId xmlns:a16="http://schemas.microsoft.com/office/drawing/2014/main" id="{FB0B41FC-DDDD-4A2F-A86F-932350DD0CA4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088" y="1412875"/>
            <a:ext cx="3043237" cy="3240088"/>
          </a:xfrm>
          <a:noFill/>
        </p:spPr>
      </p:pic>
      <p:pic>
        <p:nvPicPr>
          <p:cNvPr id="18438" name="Picture 10">
            <a:extLst>
              <a:ext uri="{FF2B5EF4-FFF2-40B4-BE49-F238E27FC236}">
                <a16:creationId xmlns:a16="http://schemas.microsoft.com/office/drawing/2014/main" id="{70E0DDEB-498A-4DC8-A836-026D9C64C593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48263" y="1724025"/>
            <a:ext cx="2578100" cy="2928938"/>
          </a:xfrm>
          <a:noFill/>
        </p:spPr>
      </p:pic>
      <p:graphicFrame>
        <p:nvGraphicFramePr>
          <p:cNvPr id="18434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DE0BA4D3-9C67-4A16-981D-DB72DE034D6B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529779D9-A7EB-4FBC-AAA6-389E1AE3A5DF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9469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E45CC2E1-284B-4DDA-AF6B-50948253B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4">
            <a:extLst>
              <a:ext uri="{FF2B5EF4-FFF2-40B4-BE49-F238E27FC236}">
                <a16:creationId xmlns:a16="http://schemas.microsoft.com/office/drawing/2014/main" id="{08E01A68-58D8-4D48-A04B-BB009208F73E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BUZÓN        AUTOBÚS</a:t>
            </a:r>
          </a:p>
        </p:txBody>
      </p:sp>
      <p:pic>
        <p:nvPicPr>
          <p:cNvPr id="19461" name="Picture 9">
            <a:extLst>
              <a:ext uri="{FF2B5EF4-FFF2-40B4-BE49-F238E27FC236}">
                <a16:creationId xmlns:a16="http://schemas.microsoft.com/office/drawing/2014/main" id="{C612F92F-C6E9-426C-8849-0416F1C9AF0C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87463" y="1268413"/>
            <a:ext cx="2824162" cy="3384550"/>
          </a:xfrm>
          <a:noFill/>
        </p:spPr>
      </p:pic>
      <p:pic>
        <p:nvPicPr>
          <p:cNvPr id="19462" name="Picture 10">
            <a:extLst>
              <a:ext uri="{FF2B5EF4-FFF2-40B4-BE49-F238E27FC236}">
                <a16:creationId xmlns:a16="http://schemas.microsoft.com/office/drawing/2014/main" id="{CBCD6CD8-9DFC-41B2-BA91-86E2630B1999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1688" y="1851025"/>
            <a:ext cx="3848100" cy="2441575"/>
          </a:xfrm>
          <a:noFill/>
        </p:spPr>
      </p:pic>
      <p:graphicFrame>
        <p:nvGraphicFramePr>
          <p:cNvPr id="19458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22381590-E157-4512-8EFE-80018EEC7C41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FC6AA724-40C9-47A8-82A4-66DAD7BF1A95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20493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6F6390DA-9384-4548-AB39-3163035E8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661CE363-627B-4F67-888F-30601E316F6E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MX">
                <a:solidFill>
                  <a:schemeClr val="accent2"/>
                </a:solidFill>
              </a:rPr>
              <a:t>MELOCOTÓN     CINTURÓN</a:t>
            </a:r>
          </a:p>
        </p:txBody>
      </p:sp>
      <p:pic>
        <p:nvPicPr>
          <p:cNvPr id="20485" name="Picture 9">
            <a:extLst>
              <a:ext uri="{FF2B5EF4-FFF2-40B4-BE49-F238E27FC236}">
                <a16:creationId xmlns:a16="http://schemas.microsoft.com/office/drawing/2014/main" id="{1A254E9C-5A6F-4C06-9F56-ED93A41CF5FA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7450" y="1987550"/>
            <a:ext cx="2511425" cy="2520950"/>
          </a:xfrm>
          <a:noFill/>
        </p:spPr>
      </p:pic>
      <p:pic>
        <p:nvPicPr>
          <p:cNvPr id="20486" name="Picture 10">
            <a:extLst>
              <a:ext uri="{FF2B5EF4-FFF2-40B4-BE49-F238E27FC236}">
                <a16:creationId xmlns:a16="http://schemas.microsoft.com/office/drawing/2014/main" id="{849E275E-E499-46D5-853C-828DB1BCB136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2292350"/>
            <a:ext cx="3671888" cy="2289175"/>
          </a:xfrm>
          <a:noFill/>
        </p:spPr>
      </p:pic>
      <p:graphicFrame>
        <p:nvGraphicFramePr>
          <p:cNvPr id="20482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B15EA463-D75C-4DCB-A347-EED1A712164E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F7758194-C250-4744-A738-247B8A99AEF8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21517" name="AutoShape 13">
            <a:hlinkClick r:id="" action="ppaction://hlinkshowjump?jump=nextslide" highlightClick="1">
              <a:snd r:embed="rId9" name="breeze.wav"/>
            </a:hlinkClick>
            <a:extLst>
              <a:ext uri="{FF2B5EF4-FFF2-40B4-BE49-F238E27FC236}">
                <a16:creationId xmlns:a16="http://schemas.microsoft.com/office/drawing/2014/main" id="{B93D1AD1-2D52-4967-BE1C-BB6F8470D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627688"/>
            <a:ext cx="2743200" cy="609600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MX" altLang="es-MX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>
            <a:extLst>
              <a:ext uri="{FF2B5EF4-FFF2-40B4-BE49-F238E27FC236}">
                <a16:creationId xmlns:a16="http://schemas.microsoft.com/office/drawing/2014/main" id="{14DD6BA7-F3E2-4CBF-BFD6-41064AC6B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125538"/>
            <a:ext cx="3529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MX" sz="4000">
                <a:solidFill>
                  <a:srgbClr val="CC3300"/>
                </a:solidFill>
              </a:rPr>
              <a:t>ESC   SALIR</a:t>
            </a: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63</Words>
  <Application>Microsoft Office PowerPoint</Application>
  <PresentationFormat>Presentación en pantalla (4:3)</PresentationFormat>
  <Paragraphs>42</Paragraphs>
  <Slides>21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2" baseType="lpstr">
      <vt:lpstr>Diseño predeterminado</vt:lpstr>
      <vt:lpstr>HOMBRO           POZO</vt:lpstr>
      <vt:lpstr>GORRO           BALÓN</vt:lpstr>
      <vt:lpstr>POLLO            GORDO</vt:lpstr>
      <vt:lpstr>RUEDA              UÑA</vt:lpstr>
      <vt:lpstr>GLOBO           BOTAS</vt:lpstr>
      <vt:lpstr>FOTO            CÓMODO</vt:lpstr>
      <vt:lpstr>BASTÓN         BRÚJULA</vt:lpstr>
      <vt:lpstr>ARROZ          ALGODÓN</vt:lpstr>
      <vt:lpstr>ESTUFA           BOTÓN</vt:lpstr>
      <vt:lpstr>BOLSO           SUBIR</vt:lpstr>
      <vt:lpstr>MURCIÉLAGO       EMBUDO</vt:lpstr>
      <vt:lpstr>PUÑO           PAÑUELO</vt:lpstr>
      <vt:lpstr>BUTANO          SALUDO</vt:lpstr>
      <vt:lpstr>CUATRO          CUELLO</vt:lpstr>
      <vt:lpstr>CHOCOLATE         CAJÓN</vt:lpstr>
      <vt:lpstr>OSCURO           MONO</vt:lpstr>
      <vt:lpstr>GUSANO        CONEJO</vt:lpstr>
      <vt:lpstr>NUDO            MUÑECA</vt:lpstr>
      <vt:lpstr>BUZÓN        AUTOBÚS</vt:lpstr>
      <vt:lpstr>MELOCOTÓN     CINTURÓN</vt:lpstr>
      <vt:lpstr>Presentación de PowerPoint</vt:lpstr>
    </vt:vector>
  </TitlesOfParts>
  <Company>dga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ALBERTO ABARCA</dc:creator>
  <cp:lastModifiedBy>Usuario de Windows</cp:lastModifiedBy>
  <cp:revision>7</cp:revision>
  <dcterms:created xsi:type="dcterms:W3CDTF">2008-06-12T11:53:06Z</dcterms:created>
  <dcterms:modified xsi:type="dcterms:W3CDTF">2020-05-27T04:34:25Z</dcterms:modified>
</cp:coreProperties>
</file>