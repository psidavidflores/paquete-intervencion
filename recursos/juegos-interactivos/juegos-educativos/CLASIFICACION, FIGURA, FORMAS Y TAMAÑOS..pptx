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>
      <p:cViewPr varScale="1">
        <p:scale>
          <a:sx n="69" d="100"/>
          <a:sy n="69" d="100"/>
        </p:scale>
        <p:origin x="-143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12FA-231E-4144-9EF4-1E0D1695C723}" type="datetimeFigureOut">
              <a:rPr lang="es-CL" smtClean="0"/>
              <a:t>22-01-2020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A337-7C74-4B11-A609-D520FD4CD3A2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50339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12FA-231E-4144-9EF4-1E0D1695C723}" type="datetimeFigureOut">
              <a:rPr lang="es-CL" smtClean="0"/>
              <a:t>22-01-2020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A337-7C74-4B11-A609-D520FD4CD3A2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5686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12FA-231E-4144-9EF4-1E0D1695C723}" type="datetimeFigureOut">
              <a:rPr lang="es-CL" smtClean="0"/>
              <a:t>22-01-2020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A337-7C74-4B11-A609-D520FD4CD3A2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14904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12FA-231E-4144-9EF4-1E0D1695C723}" type="datetimeFigureOut">
              <a:rPr lang="es-CL" smtClean="0"/>
              <a:t>22-01-2020</a:t>
            </a:fld>
            <a:endParaRPr lang="es-CL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A337-7C74-4B11-A609-D520FD4CD3A2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76486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12FA-231E-4144-9EF4-1E0D1695C723}" type="datetimeFigureOut">
              <a:rPr lang="es-CL" smtClean="0"/>
              <a:t>22-01-2020</a:t>
            </a:fld>
            <a:endParaRPr lang="es-CL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A337-7C74-4B11-A609-D520FD4CD3A2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2238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12FA-231E-4144-9EF4-1E0D1695C723}" type="datetimeFigureOut">
              <a:rPr lang="es-CL" smtClean="0"/>
              <a:t>22-01-2020</a:t>
            </a:fld>
            <a:endParaRPr lang="es-CL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A337-7C74-4B11-A609-D520FD4CD3A2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1616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12FA-231E-4144-9EF4-1E0D1695C723}" type="datetimeFigureOut">
              <a:rPr lang="es-CL" smtClean="0"/>
              <a:t>22-01-2020</a:t>
            </a:fld>
            <a:endParaRPr lang="es-CL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A337-7C74-4B11-A609-D520FD4CD3A2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45612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12FA-231E-4144-9EF4-1E0D1695C723}" type="datetimeFigureOut">
              <a:rPr lang="es-CL" smtClean="0"/>
              <a:t>22-01-2020</a:t>
            </a:fld>
            <a:endParaRPr lang="es-CL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A337-7C74-4B11-A609-D520FD4CD3A2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4328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12FA-231E-4144-9EF4-1E0D1695C723}" type="datetimeFigureOut">
              <a:rPr lang="es-CL" smtClean="0"/>
              <a:t>22-01-2020</a:t>
            </a:fld>
            <a:endParaRPr lang="es-CL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A337-7C74-4B11-A609-D520FD4CD3A2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5033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12FA-231E-4144-9EF4-1E0D1695C723}" type="datetimeFigureOut">
              <a:rPr lang="es-CL" smtClean="0"/>
              <a:t>22-01-2020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A337-7C74-4B11-A609-D520FD4CD3A2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11624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12FA-231E-4144-9EF4-1E0D1695C723}" type="datetimeFigureOut">
              <a:rPr lang="es-CL" smtClean="0"/>
              <a:t>22-01-2020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A337-7C74-4B11-A609-D520FD4CD3A2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4789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112FA-231E-4144-9EF4-1E0D1695C723}" type="datetimeFigureOut">
              <a:rPr lang="es-CL" smtClean="0"/>
              <a:t>22-01-2020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EA337-7C74-4B11-A609-D520FD4CD3A2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22805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gif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11" Type="http://schemas.openxmlformats.org/officeDocument/2006/relationships/image" Target="../media/image25.png"/><Relationship Id="rId5" Type="http://schemas.openxmlformats.org/officeDocument/2006/relationships/image" Target="../media/image19.jpe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jpeg"/><Relationship Id="rId5" Type="http://schemas.openxmlformats.org/officeDocument/2006/relationships/image" Target="../media/image12.jpe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22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2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jpeg"/><Relationship Id="rId9" Type="http://schemas.openxmlformats.org/officeDocument/2006/relationships/image" Target="../media/image8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2339752" y="4581128"/>
            <a:ext cx="4968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Ámbito:  </a:t>
            </a:r>
            <a:r>
              <a:rPr lang="es-CL" sz="2400" dirty="0" smtClean="0"/>
              <a:t>Interacción y Comprensión del Entorno. </a:t>
            </a:r>
          </a:p>
          <a:p>
            <a:r>
              <a:rPr lang="es-CL" sz="2400" b="1" dirty="0" smtClean="0"/>
              <a:t>Núcleo: </a:t>
            </a:r>
            <a:r>
              <a:rPr lang="es-CL" sz="2400" dirty="0" smtClean="0"/>
              <a:t>Pensamiento Matemático.  </a:t>
            </a:r>
            <a:endParaRPr lang="es-CL" sz="2400" dirty="0"/>
          </a:p>
        </p:txBody>
      </p:sp>
      <p:sp>
        <p:nvSpPr>
          <p:cNvPr id="5" name="4 Rectángulo"/>
          <p:cNvSpPr/>
          <p:nvPr/>
        </p:nvSpPr>
        <p:spPr>
          <a:xfrm>
            <a:off x="1825938" y="2321004"/>
            <a:ext cx="5731121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6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Jugando a clasificar</a:t>
            </a:r>
            <a:endParaRPr lang="es-ES" sz="66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5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 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62" b="8595"/>
          <a:stretch/>
        </p:blipFill>
        <p:spPr bwMode="auto">
          <a:xfrm>
            <a:off x="1043608" y="2708920"/>
            <a:ext cx="2232247" cy="339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Llamada de nube"/>
          <p:cNvSpPr/>
          <p:nvPr/>
        </p:nvSpPr>
        <p:spPr>
          <a:xfrm>
            <a:off x="1043608" y="908720"/>
            <a:ext cx="7200800" cy="2016224"/>
          </a:xfrm>
          <a:prstGeom prst="cloudCallout">
            <a:avLst>
              <a:gd name="adj1" fmla="val -19841"/>
              <a:gd name="adj2" fmla="val 74182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Objetivo de aprendizaje:  </a:t>
            </a:r>
            <a:r>
              <a:rPr lang="es-CL" dirty="0" smtClean="0">
                <a:solidFill>
                  <a:schemeClr val="tx1"/>
                </a:solidFill>
              </a:rPr>
              <a:t>Experimentar con diversos objetos, estableciendo relaciones al clasificar por dos atributos  a la vez (forma, color, entre otros) y seriar por altura y longitud.</a:t>
            </a:r>
            <a:r>
              <a:rPr lang="es-CL" dirty="0" smtClean="0"/>
              <a:t>. 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2927696" y="4786777"/>
            <a:ext cx="531671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Aprendiendo a clasificar</a:t>
            </a:r>
            <a:endParaRPr lang="es-ES" sz="4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173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077364" y="620688"/>
            <a:ext cx="531671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Aprendiendo a clasificar</a:t>
            </a:r>
            <a:endParaRPr lang="es-ES" sz="4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1043608" y="1472590"/>
            <a:ext cx="7128792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Observa  los elementos y clasifica según el color.  Únelos </a:t>
            </a:r>
            <a:endParaRPr lang="es-CL" dirty="0"/>
          </a:p>
        </p:txBody>
      </p:sp>
      <p:pic>
        <p:nvPicPr>
          <p:cNvPr id="3074" name="Picture 2" descr="Resultado de imagen de dibujoo de pollo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608" y="1990292"/>
            <a:ext cx="1281742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de dibujoo de sol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174288"/>
            <a:ext cx="1321334" cy="135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de dibujoo de arbol&quot;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3" t="16169" b="11226"/>
          <a:stretch/>
        </p:blipFill>
        <p:spPr bwMode="auto">
          <a:xfrm>
            <a:off x="6017940" y="1902272"/>
            <a:ext cx="1376136" cy="1352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Resultado de imagen de dibujoo de rana&quot;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2811484"/>
            <a:ext cx="1328119" cy="1425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sultado de imagen de dibujoo de fritilla&quot;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507" y="2433507"/>
            <a:ext cx="984562" cy="126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Resultado de imagen de dibujoo de manzana&quot;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8" t="9688" r="21637" b="7761"/>
          <a:stretch/>
        </p:blipFill>
        <p:spPr bwMode="auto">
          <a:xfrm>
            <a:off x="2500552" y="2613853"/>
            <a:ext cx="1138792" cy="1281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5" name="Picture 13" descr="C:\Users\Manuel Alvarado\Documents\MATERIAL IMPRIMIBLE\LOS COLORES\11ae11c8ec14415b459f4ebf5542b1c4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18" b="7020"/>
          <a:stretch/>
        </p:blipFill>
        <p:spPr bwMode="auto">
          <a:xfrm>
            <a:off x="1506446" y="4581128"/>
            <a:ext cx="1378579" cy="160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:\Users\Manuel Alvarado\Documents\MATERIAL IMPRIMIBLE\LOS COLORES\652f1f662d8eb6f454d980b92243ab3a.jpg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1" b="5194"/>
          <a:stretch/>
        </p:blipFill>
        <p:spPr bwMode="auto">
          <a:xfrm>
            <a:off x="6359105" y="4581128"/>
            <a:ext cx="1322333" cy="160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7" name="Picture 15" descr="C:\Users\Manuel Alvarado\Documents\MATERIAL IMPRIMIBLE\LOS COLORES\c649135d2e5c3874cecde355276b734e.jp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6" b="6149"/>
          <a:stretch/>
        </p:blipFill>
        <p:spPr bwMode="auto">
          <a:xfrm>
            <a:off x="3851920" y="4437113"/>
            <a:ext cx="1512168" cy="1669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2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895675" y="836712"/>
            <a:ext cx="712879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Clasifica las figuras geométricas.  Une según corresponda.</a:t>
            </a:r>
            <a:endParaRPr lang="es-CL" dirty="0"/>
          </a:p>
        </p:txBody>
      </p:sp>
      <p:pic>
        <p:nvPicPr>
          <p:cNvPr id="4100" name="Picture 4" descr="Resultado de imagen de clasificar figuras geometricas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97" b="58986"/>
          <a:stretch/>
        </p:blipFill>
        <p:spPr bwMode="auto">
          <a:xfrm>
            <a:off x="1206174" y="1484784"/>
            <a:ext cx="1178946" cy="113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esultado de imagen de clasificar figuras geometricas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97" b="58986"/>
          <a:stretch/>
        </p:blipFill>
        <p:spPr bwMode="auto">
          <a:xfrm>
            <a:off x="5573483" y="1408642"/>
            <a:ext cx="1178946" cy="113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esultado de imagen de clasificar figuras geometricas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97" b="58986"/>
          <a:stretch/>
        </p:blipFill>
        <p:spPr bwMode="auto">
          <a:xfrm>
            <a:off x="2784345" y="2621589"/>
            <a:ext cx="1178946" cy="113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esultado de imagen de dibujo de circul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13" y="2735639"/>
            <a:ext cx="136815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Resultado de imagen de dibujo de circul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880" y="2720143"/>
            <a:ext cx="136815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Resultado de imagen de dibujo de circul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253437"/>
            <a:ext cx="136815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sultado de imagen de dibujo de triangulo 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560925"/>
            <a:ext cx="1135262" cy="984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Resultado de imagen de dibujo de triangulo 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381" y="2757847"/>
            <a:ext cx="1135262" cy="984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Resultado de imagen de dibujo de triangulo 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576" y="1445252"/>
            <a:ext cx="1135262" cy="984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Resultado de imagen de clasificar figuras geometricas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97" b="58986"/>
          <a:stretch/>
        </p:blipFill>
        <p:spPr bwMode="auto">
          <a:xfrm>
            <a:off x="6947576" y="2621588"/>
            <a:ext cx="1178946" cy="113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Elipse"/>
          <p:cNvSpPr/>
          <p:nvPr/>
        </p:nvSpPr>
        <p:spPr>
          <a:xfrm>
            <a:off x="3774417" y="4457898"/>
            <a:ext cx="1811190" cy="168282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4 Rectángulo"/>
          <p:cNvSpPr/>
          <p:nvPr/>
        </p:nvSpPr>
        <p:spPr>
          <a:xfrm>
            <a:off x="1206174" y="4628550"/>
            <a:ext cx="1709642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7 Triángulo isósceles"/>
          <p:cNvSpPr/>
          <p:nvPr/>
        </p:nvSpPr>
        <p:spPr>
          <a:xfrm>
            <a:off x="6162956" y="4340518"/>
            <a:ext cx="1963566" cy="1800200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5476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925277" y="666636"/>
            <a:ext cx="7386945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/>
              <a:t>C</a:t>
            </a:r>
            <a:r>
              <a:rPr lang="es-CL" dirty="0" smtClean="0"/>
              <a:t>lasifica los animales según el lugar donde viven. Une según corresponda.  </a:t>
            </a:r>
            <a:endParaRPr lang="es-CL" dirty="0"/>
          </a:p>
        </p:txBody>
      </p:sp>
      <p:sp>
        <p:nvSpPr>
          <p:cNvPr id="4" name="AutoShape 2" descr="Resultado de imagen de dibujo pulp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94" y="1500220"/>
            <a:ext cx="1699536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 descr="Resultado de imagen de dibujo tortuga amrina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781" y="1500220"/>
            <a:ext cx="1675985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Resultado de imagen de dibujo ballena&quot;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7" b="9502"/>
          <a:stretch/>
        </p:blipFill>
        <p:spPr bwMode="auto">
          <a:xfrm>
            <a:off x="2802246" y="2441470"/>
            <a:ext cx="1687428" cy="1413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9" name="Picture 9" descr="Resultado de imagen de dibujo pajaro&quot;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606" y="1392080"/>
            <a:ext cx="1584176" cy="1155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1" name="Picture 11" descr="Resultado de imagen de dibujo de colibri&quot;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598" y="1500220"/>
            <a:ext cx="1406297" cy="1347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742" y="2796364"/>
            <a:ext cx="1653788" cy="1384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3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205" y="3148335"/>
            <a:ext cx="1203164" cy="127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5" name="Picture 15" descr="Resultado de imagen de dibujo de  caballo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9865">
            <a:off x="4661592" y="2903256"/>
            <a:ext cx="1662311" cy="151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60"/>
          <a:stretch/>
        </p:blipFill>
        <p:spPr bwMode="auto">
          <a:xfrm>
            <a:off x="800732" y="4639435"/>
            <a:ext cx="2331108" cy="1469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7" name="Picture 17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878" y="4639435"/>
            <a:ext cx="2532112" cy="1469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8" name="Picture 18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525" y="4639435"/>
            <a:ext cx="2335698" cy="1469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954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925277" y="666636"/>
            <a:ext cx="738694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Clasifica los elementos según su tamaño</a:t>
            </a:r>
            <a:r>
              <a:rPr lang="es-CL" b="1" dirty="0" smtClean="0"/>
              <a:t>. </a:t>
            </a:r>
            <a:endParaRPr lang="es-CL" dirty="0"/>
          </a:p>
        </p:txBody>
      </p:sp>
      <p:sp>
        <p:nvSpPr>
          <p:cNvPr id="3" name="2 Elipse"/>
          <p:cNvSpPr/>
          <p:nvPr/>
        </p:nvSpPr>
        <p:spPr>
          <a:xfrm>
            <a:off x="2293083" y="4725142"/>
            <a:ext cx="2016224" cy="1391135"/>
          </a:xfrm>
          <a:prstGeom prst="ellipse">
            <a:avLst/>
          </a:prstGeom>
          <a:ln w="5715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3200" b="1" dirty="0" smtClean="0"/>
              <a:t>Grande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4" name="3 Elipse"/>
          <p:cNvSpPr/>
          <p:nvPr/>
        </p:nvSpPr>
        <p:spPr>
          <a:xfrm>
            <a:off x="4794486" y="4708243"/>
            <a:ext cx="2088232" cy="1391135"/>
          </a:xfrm>
          <a:prstGeom prst="ellipse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b="1" dirty="0" smtClean="0"/>
              <a:t>Pequeño</a:t>
            </a:r>
            <a:r>
              <a:rPr lang="es-CL" dirty="0" smtClean="0"/>
              <a:t>  </a:t>
            </a:r>
            <a:endParaRPr lang="es-CL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77" y="1412776"/>
            <a:ext cx="1342467" cy="1610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8" r="9789"/>
          <a:stretch/>
        </p:blipFill>
        <p:spPr bwMode="auto">
          <a:xfrm>
            <a:off x="6552220" y="1205177"/>
            <a:ext cx="1577333" cy="199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"/>
          <a:stretch/>
        </p:blipFill>
        <p:spPr bwMode="auto">
          <a:xfrm>
            <a:off x="4794486" y="2452769"/>
            <a:ext cx="1757734" cy="1583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utoShape 6" descr="Resultado de imagen de dibujo de  bot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099" y="1205177"/>
            <a:ext cx="1247593" cy="1247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521" y="2479022"/>
            <a:ext cx="1440160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AutoShape 10" descr="Resultado de imagen de cuchar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6155" name="Picture 11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60" b="24330"/>
          <a:stretch/>
        </p:blipFill>
        <p:spPr bwMode="auto">
          <a:xfrm>
            <a:off x="4616014" y="1203008"/>
            <a:ext cx="1526678" cy="942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164036"/>
            <a:ext cx="1711076" cy="1417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7" name="Picture 13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9"/>
          <a:stretch/>
        </p:blipFill>
        <p:spPr bwMode="auto">
          <a:xfrm>
            <a:off x="7121915" y="3235928"/>
            <a:ext cx="1175027" cy="1449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189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925277" y="666636"/>
            <a:ext cx="738694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Clasifica los elementos según su tamaño.  Une   </a:t>
            </a:r>
            <a:endParaRPr lang="es-CL" dirty="0"/>
          </a:p>
        </p:txBody>
      </p:sp>
      <p:sp>
        <p:nvSpPr>
          <p:cNvPr id="4" name="3 Elipse"/>
          <p:cNvSpPr/>
          <p:nvPr/>
        </p:nvSpPr>
        <p:spPr>
          <a:xfrm>
            <a:off x="2293083" y="4725142"/>
            <a:ext cx="2016224" cy="1391135"/>
          </a:xfrm>
          <a:prstGeom prst="ellipse">
            <a:avLst/>
          </a:prstGeom>
          <a:ln w="5715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3200" b="1" dirty="0" smtClean="0"/>
              <a:t>Largo 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5" name="4 Elipse"/>
          <p:cNvSpPr/>
          <p:nvPr/>
        </p:nvSpPr>
        <p:spPr>
          <a:xfrm>
            <a:off x="4794486" y="4708243"/>
            <a:ext cx="2088232" cy="1391135"/>
          </a:xfrm>
          <a:prstGeom prst="ellipse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3600" b="1" dirty="0" smtClean="0"/>
              <a:t>Corto</a:t>
            </a:r>
            <a:r>
              <a:rPr lang="es-CL" sz="2400" b="1" dirty="0" smtClean="0"/>
              <a:t> </a:t>
            </a:r>
            <a:r>
              <a:rPr lang="es-CL" dirty="0" smtClean="0"/>
              <a:t>  </a:t>
            </a:r>
            <a:endParaRPr lang="es-CL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721" y="1175050"/>
            <a:ext cx="1458651" cy="1458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632" y="1123980"/>
            <a:ext cx="4010468" cy="118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6" t="13867" r="10892" b="13261"/>
          <a:stretch/>
        </p:blipFill>
        <p:spPr bwMode="auto">
          <a:xfrm>
            <a:off x="6909714" y="2388461"/>
            <a:ext cx="1296144" cy="1069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176" y="2431864"/>
            <a:ext cx="1367806" cy="1025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372" y="2327674"/>
            <a:ext cx="2358494" cy="1833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 descr="Resultado de imagen de dibujo de auto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67"/>
          <a:stretch/>
        </p:blipFill>
        <p:spPr bwMode="auto">
          <a:xfrm>
            <a:off x="1064914" y="2890544"/>
            <a:ext cx="1703117" cy="11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3" r="5136" b="29016"/>
          <a:stretch/>
        </p:blipFill>
        <p:spPr bwMode="auto">
          <a:xfrm>
            <a:off x="4831176" y="3592176"/>
            <a:ext cx="3384376" cy="865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863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428" y="1556792"/>
            <a:ext cx="7056784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925277" y="666636"/>
            <a:ext cx="7386945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Clasifica los elementos según su color.  Une los elementos con el tarro correspondiente. </a:t>
            </a:r>
            <a:endParaRPr lang="es-CL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844933"/>
            <a:ext cx="1152128" cy="1345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852253"/>
            <a:ext cx="1123238" cy="1367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5" descr="C:\Users\Manuel Alvarado\Documents\MATERIAL IMPRIMIBLE\LOS COLORES\c649135d2e5c3874cecde355276b734e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6" b="6149"/>
          <a:stretch/>
        </p:blipFill>
        <p:spPr bwMode="auto">
          <a:xfrm>
            <a:off x="5004048" y="4896454"/>
            <a:ext cx="1111055" cy="1367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Manuel Alvarado\Documents\MATERIAL IMPRIMIBLE\LOS COLORES\a85e5a15989a3685ec8d52bdcd0877d9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8" b="8168"/>
          <a:stretch/>
        </p:blipFill>
        <p:spPr bwMode="auto">
          <a:xfrm>
            <a:off x="6744966" y="4878817"/>
            <a:ext cx="1119187" cy="135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03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925277" y="666636"/>
            <a:ext cx="738694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Clasifica los animales según la cantidad de patas. </a:t>
            </a:r>
            <a:endParaRPr lang="es-CL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2" t="11661" r="8376" b="6109"/>
          <a:stretch/>
        </p:blipFill>
        <p:spPr bwMode="auto">
          <a:xfrm>
            <a:off x="1094509" y="1285875"/>
            <a:ext cx="1759527" cy="176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AutoShape 4" descr="Resultado de imagen de dibujo de ceb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87"/>
          <a:stretch/>
        </p:blipFill>
        <p:spPr bwMode="auto">
          <a:xfrm>
            <a:off x="6604635" y="1181437"/>
            <a:ext cx="1545856" cy="1654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010" y="1228229"/>
            <a:ext cx="2083798" cy="156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852" y="3066811"/>
            <a:ext cx="1512168" cy="1602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472" y="1369288"/>
            <a:ext cx="1705744" cy="159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5" y="2823688"/>
            <a:ext cx="1512168" cy="1705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11" descr="Resultado de imagen de dibujo de gallin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801" y="2925561"/>
            <a:ext cx="1884845" cy="1603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749" y="3084980"/>
            <a:ext cx="1584175" cy="15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6" t="10339" r="17943" b="9751"/>
          <a:stretch/>
        </p:blipFill>
        <p:spPr bwMode="auto">
          <a:xfrm>
            <a:off x="5586853" y="5085184"/>
            <a:ext cx="1011599" cy="1095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5" t="14316" r="16356" b="13637"/>
          <a:stretch/>
        </p:blipFill>
        <p:spPr bwMode="auto">
          <a:xfrm>
            <a:off x="3161018" y="5085184"/>
            <a:ext cx="751238" cy="983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582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821" b="52580"/>
          <a:stretch/>
        </p:blipFill>
        <p:spPr bwMode="auto">
          <a:xfrm>
            <a:off x="827584" y="1501305"/>
            <a:ext cx="1255603" cy="1351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7" y="1410248"/>
            <a:ext cx="1268413" cy="1362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334" y="1518429"/>
            <a:ext cx="1311428" cy="1409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85" b="52325"/>
          <a:stretch/>
        </p:blipFill>
        <p:spPr bwMode="auto">
          <a:xfrm>
            <a:off x="1455385" y="2922520"/>
            <a:ext cx="1268978" cy="1365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2922322"/>
            <a:ext cx="1268413" cy="136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21" y="1381139"/>
            <a:ext cx="1268413" cy="136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07" r="45124"/>
          <a:stretch/>
        </p:blipFill>
        <p:spPr bwMode="auto">
          <a:xfrm>
            <a:off x="3275856" y="3041744"/>
            <a:ext cx="1493591" cy="1442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376" y="1482952"/>
            <a:ext cx="1500187" cy="144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762" y="3008978"/>
            <a:ext cx="1500187" cy="144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15 CuadroTexto"/>
          <p:cNvSpPr txBox="1"/>
          <p:nvPr/>
        </p:nvSpPr>
        <p:spPr>
          <a:xfrm>
            <a:off x="925277" y="666636"/>
            <a:ext cx="7386945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Clasifica las hojas según su figura.  Únelos  al frasco correspondiente.  </a:t>
            </a:r>
            <a:endParaRPr lang="es-CL" dirty="0"/>
          </a:p>
        </p:txBody>
      </p:sp>
      <p:pic>
        <p:nvPicPr>
          <p:cNvPr id="4115" name="Picture 1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314" y="4528715"/>
            <a:ext cx="1506542" cy="1588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538" y="4891044"/>
            <a:ext cx="1098937" cy="1058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1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478" y="4625784"/>
            <a:ext cx="1506542" cy="1588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681" y="4989213"/>
            <a:ext cx="1103393" cy="1032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1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977" y="4625784"/>
            <a:ext cx="1506542" cy="1588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556" y="4989213"/>
            <a:ext cx="968582" cy="104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551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925277" y="666636"/>
            <a:ext cx="7386945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Clasifica las figuras  geométricas según el color.  Únelos al tarro correspondiente.</a:t>
            </a:r>
            <a:endParaRPr lang="es-CL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996" y="1449855"/>
            <a:ext cx="683545" cy="683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996" y="3740515"/>
            <a:ext cx="702471" cy="702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730" y="2813124"/>
            <a:ext cx="648072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AutoShape 6" descr="Resultado de imagen de circulo amarill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77" y="2361558"/>
            <a:ext cx="910419" cy="664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525" y="2217536"/>
            <a:ext cx="1340660" cy="978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11"/>
          <a:stretch/>
        </p:blipFill>
        <p:spPr bwMode="auto">
          <a:xfrm>
            <a:off x="2112496" y="1476109"/>
            <a:ext cx="1043184" cy="995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309" y="1476109"/>
            <a:ext cx="1042987" cy="99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551" y="3097976"/>
            <a:ext cx="1042987" cy="99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555" y="1439485"/>
            <a:ext cx="914189" cy="914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3" name="Picture 1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015" y="3137160"/>
            <a:ext cx="910336" cy="915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4" name="Picture 14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86" b="14184"/>
          <a:stretch/>
        </p:blipFill>
        <p:spPr bwMode="auto">
          <a:xfrm>
            <a:off x="3155680" y="2323032"/>
            <a:ext cx="904875" cy="87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5" name="Picture 1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646" y="2844382"/>
            <a:ext cx="901700" cy="87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6" name="Picture 1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065" y="1439485"/>
            <a:ext cx="901700" cy="87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7" name="Picture 17"/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35" t="18768" r="23246" b="31576"/>
          <a:stretch/>
        </p:blipFill>
        <p:spPr bwMode="auto">
          <a:xfrm>
            <a:off x="7035525" y="3416784"/>
            <a:ext cx="893651" cy="876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17"/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35" t="18768" r="23246" b="31576"/>
          <a:stretch/>
        </p:blipFill>
        <p:spPr bwMode="auto">
          <a:xfrm>
            <a:off x="2765592" y="3424606"/>
            <a:ext cx="893651" cy="876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8" name="Picture 1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832" y="4862106"/>
            <a:ext cx="1109520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9" name="Picture 19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131" y="4833110"/>
            <a:ext cx="1122363" cy="135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296" y="4826526"/>
            <a:ext cx="1123238" cy="1367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820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925277" y="666636"/>
            <a:ext cx="738694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Clasifica los círculos  por tamaño.  </a:t>
            </a:r>
            <a:endParaRPr lang="es-CL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108" y="1301530"/>
            <a:ext cx="643572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866" y="5373216"/>
            <a:ext cx="643572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125" y="1429598"/>
            <a:ext cx="643572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269" y="2401706"/>
            <a:ext cx="643572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269" y="1396867"/>
            <a:ext cx="643572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3404" y="4869160"/>
            <a:ext cx="1287144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269" y="1293209"/>
            <a:ext cx="1287144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645" y="2589353"/>
            <a:ext cx="1287144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269" y="4471251"/>
            <a:ext cx="1795065" cy="1803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866" y="1108402"/>
            <a:ext cx="1798637" cy="180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125" y="2589353"/>
            <a:ext cx="1287144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286" y="3037202"/>
            <a:ext cx="1287144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841" y="2913389"/>
            <a:ext cx="643572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692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925277" y="666636"/>
            <a:ext cx="738694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Clasifica las frutas según su figura. Únelos a la canasta indicada.  </a:t>
            </a:r>
            <a:endParaRPr lang="es-CL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77" y="1174401"/>
            <a:ext cx="85725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3" y="1160586"/>
            <a:ext cx="858837" cy="120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691" y="1116384"/>
            <a:ext cx="85725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96" y="2713690"/>
            <a:ext cx="85725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798" y="2576354"/>
            <a:ext cx="85725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 descr="Resultado de imagen de dibujo de manzana&quot;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9" t="8806" r="22322" b="8985"/>
          <a:stretch/>
        </p:blipFill>
        <p:spPr bwMode="auto">
          <a:xfrm>
            <a:off x="2403273" y="2838490"/>
            <a:ext cx="855223" cy="95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85" y="2700972"/>
            <a:ext cx="858837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387" y="2728682"/>
            <a:ext cx="858837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287639"/>
            <a:ext cx="858837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160586"/>
            <a:ext cx="858837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70" r="21657"/>
          <a:stretch/>
        </p:blipFill>
        <p:spPr bwMode="auto">
          <a:xfrm>
            <a:off x="3519054" y="1344411"/>
            <a:ext cx="1099694" cy="1275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571" y="1854500"/>
            <a:ext cx="900213" cy="1040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659" y="2501741"/>
            <a:ext cx="1103313" cy="127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5" name="Picture 13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54" t="7391" r="12321" b="13885"/>
          <a:stretch/>
        </p:blipFill>
        <p:spPr bwMode="auto">
          <a:xfrm>
            <a:off x="1296958" y="4366477"/>
            <a:ext cx="1760244" cy="182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6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686" y="4121834"/>
            <a:ext cx="1762125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7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596" y="4366477"/>
            <a:ext cx="1762125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8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71" y="5410822"/>
            <a:ext cx="702762" cy="77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9" name="Picture 17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405" y="5079621"/>
            <a:ext cx="665286" cy="771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10" name="Picture 1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753" y="5348249"/>
            <a:ext cx="709809" cy="736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057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925277" y="666636"/>
            <a:ext cx="7386945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clasifica las gallinas según su forma. Únelos al lugar correspondiente.</a:t>
            </a:r>
            <a:endParaRPr lang="es-CL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00" y="1384048"/>
            <a:ext cx="1237783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100" y="1341651"/>
            <a:ext cx="1237783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268" y="1384048"/>
            <a:ext cx="1237783" cy="1360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 descr="Resultado de imagen de dibujo de gallin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06" y="1420052"/>
            <a:ext cx="1546347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117" y="1384048"/>
            <a:ext cx="1301707" cy="1209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5" y="2924944"/>
            <a:ext cx="1368152" cy="1271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91" r="10794"/>
          <a:stretch/>
        </p:blipFill>
        <p:spPr bwMode="auto">
          <a:xfrm>
            <a:off x="5342876" y="2689994"/>
            <a:ext cx="1268079" cy="1296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332" y="2945548"/>
            <a:ext cx="1268413" cy="129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953" y="2800982"/>
            <a:ext cx="1268413" cy="129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6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824" y="2924944"/>
            <a:ext cx="1547813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7" name="Picture 1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9" r="14789" b="800"/>
          <a:stretch/>
        </p:blipFill>
        <p:spPr bwMode="auto">
          <a:xfrm>
            <a:off x="5482117" y="4810816"/>
            <a:ext cx="1128839" cy="1426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8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06" y="4939009"/>
            <a:ext cx="1268413" cy="129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023" y="4725416"/>
            <a:ext cx="1237783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013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925277" y="666636"/>
            <a:ext cx="7386945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clasifica las vocales según su forma.  Únelos en el lugar correspondiente. </a:t>
            </a:r>
            <a:endParaRPr lang="es-CL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193" y="1556793"/>
            <a:ext cx="658479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342" y="1423443"/>
            <a:ext cx="6588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492897"/>
            <a:ext cx="6588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1" y="1503922"/>
            <a:ext cx="6588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122" y="1478138"/>
            <a:ext cx="1271587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384" y="2762182"/>
            <a:ext cx="1274763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952" y="2781580"/>
            <a:ext cx="1274763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336" y="1556542"/>
            <a:ext cx="569912" cy="805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0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548" y="2930971"/>
            <a:ext cx="566737" cy="8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1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031" y="1556793"/>
            <a:ext cx="566737" cy="8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2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781580"/>
            <a:ext cx="566737" cy="8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971" y="1733782"/>
            <a:ext cx="569912" cy="805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3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783" y="2617651"/>
            <a:ext cx="6588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4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076" y="5157192"/>
            <a:ext cx="6588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5" name="Picture 1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956" y="5290542"/>
            <a:ext cx="566737" cy="8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56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522" y="5193705"/>
            <a:ext cx="1274763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8006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2862</TotalTime>
  <Words>226</Words>
  <Application>Microsoft Office PowerPoint</Application>
  <PresentationFormat>Presentación en pantalla (4:3)</PresentationFormat>
  <Paragraphs>23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27</cp:revision>
  <dcterms:created xsi:type="dcterms:W3CDTF">2020-01-11T04:33:21Z</dcterms:created>
  <dcterms:modified xsi:type="dcterms:W3CDTF">2020-01-22T21:38:53Z</dcterms:modified>
</cp:coreProperties>
</file>