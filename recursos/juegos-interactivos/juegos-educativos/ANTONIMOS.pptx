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858000" cy="9906000" type="A4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-2532" y="-33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50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742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45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551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779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79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68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64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50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87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242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692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4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4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79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-15552"/>
            <a:ext cx="6547524" cy="4910643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4" y="4953000"/>
            <a:ext cx="6547524" cy="49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88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A4 (210 x 297 mm)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Angela jiji</cp:lastModifiedBy>
  <cp:revision>5</cp:revision>
  <dcterms:created xsi:type="dcterms:W3CDTF">2018-04-18T18:30:05Z</dcterms:created>
  <dcterms:modified xsi:type="dcterms:W3CDTF">2018-04-18T19:00:43Z</dcterms:modified>
</cp:coreProperties>
</file>