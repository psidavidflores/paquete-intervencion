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8" r:id="rId3"/>
    <p:sldId id="257" r:id="rId4"/>
    <p:sldId id="269" r:id="rId5"/>
    <p:sldId id="276" r:id="rId6"/>
    <p:sldId id="270" r:id="rId7"/>
    <p:sldId id="271" r:id="rId8"/>
    <p:sldId id="272" r:id="rId9"/>
    <p:sldId id="273" r:id="rId10"/>
    <p:sldId id="274" r:id="rId11"/>
    <p:sldId id="267" r:id="rId12"/>
    <p:sldId id="268" r:id="rId13"/>
    <p:sldId id="280" r:id="rId14"/>
    <p:sldId id="281" r:id="rId15"/>
    <p:sldId id="282" r:id="rId16"/>
    <p:sldId id="283" r:id="rId17"/>
    <p:sldId id="284" r:id="rId1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33A4ED-457E-4A7D-8EEE-14493D834C8F}" type="doc">
      <dgm:prSet loTypeId="urn:microsoft.com/office/officeart/2008/layout/NameandTitleOrganizationalChart" loCatId="hierarchy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A4B5923A-9BEF-4F27-9A59-E20D4855C4B2}">
      <dgm:prSet phldrT="[Texto]"/>
      <dgm:spPr/>
      <dgm:t>
        <a:bodyPr/>
        <a:lstStyle/>
        <a:p>
          <a:r>
            <a:rPr lang="es-CL" dirty="0" smtClean="0"/>
            <a:t>El agua </a:t>
          </a:r>
          <a:endParaRPr lang="es-CL" dirty="0"/>
        </a:p>
      </dgm:t>
    </dgm:pt>
    <dgm:pt modelId="{447E21DD-E8B2-46AF-8FC3-25E2DE937FCD}" type="parTrans" cxnId="{A29DCDFB-9F5B-470F-A89D-0DB6B0EC082B}">
      <dgm:prSet/>
      <dgm:spPr/>
      <dgm:t>
        <a:bodyPr/>
        <a:lstStyle/>
        <a:p>
          <a:endParaRPr lang="es-CL"/>
        </a:p>
      </dgm:t>
    </dgm:pt>
    <dgm:pt modelId="{0F9313CC-0C4D-4B6E-80AB-4A7D0C9C3237}" type="sibTrans" cxnId="{A29DCDFB-9F5B-470F-A89D-0DB6B0EC082B}">
      <dgm:prSet/>
      <dgm:spPr/>
      <dgm:t>
        <a:bodyPr/>
        <a:lstStyle/>
        <a:p>
          <a:r>
            <a:rPr lang="es-CL" dirty="0" smtClean="0"/>
            <a:t>Es vital </a:t>
          </a:r>
          <a:endParaRPr lang="es-CL" dirty="0"/>
        </a:p>
      </dgm:t>
    </dgm:pt>
    <dgm:pt modelId="{0628CB92-A6D7-485A-AA5D-8D9841B81BDF}">
      <dgm:prSet phldrT="[Texto]"/>
      <dgm:spPr/>
      <dgm:t>
        <a:bodyPr/>
        <a:lstStyle/>
        <a:p>
          <a:r>
            <a:rPr lang="es-CL" dirty="0" smtClean="0"/>
            <a:t>Humanos</a:t>
          </a:r>
          <a:endParaRPr lang="es-CL" dirty="0"/>
        </a:p>
      </dgm:t>
    </dgm:pt>
    <dgm:pt modelId="{357CDF1A-A8E8-4A8F-9935-90314FDD13F5}" type="parTrans" cxnId="{E384FE0F-7CBC-4EF8-BDF0-45577BB38AEB}">
      <dgm:prSet/>
      <dgm:spPr/>
      <dgm:t>
        <a:bodyPr/>
        <a:lstStyle/>
        <a:p>
          <a:endParaRPr lang="es-CL"/>
        </a:p>
      </dgm:t>
    </dgm:pt>
    <dgm:pt modelId="{D3D9407D-15B3-46B2-8F98-F1F2D8BA4D76}" type="sibTrans" cxnId="{E384FE0F-7CBC-4EF8-BDF0-45577BB38AEB}">
      <dgm:prSet/>
      <dgm:spPr/>
      <dgm:t>
        <a:bodyPr/>
        <a:lstStyle/>
        <a:p>
          <a:endParaRPr lang="es-CL"/>
        </a:p>
      </dgm:t>
    </dgm:pt>
    <dgm:pt modelId="{E12CB153-4779-4204-A2AF-A05EC3686D85}">
      <dgm:prSet phldrT="[Texto]"/>
      <dgm:spPr/>
      <dgm:t>
        <a:bodyPr/>
        <a:lstStyle/>
        <a:p>
          <a:r>
            <a:rPr lang="es-CL" dirty="0" smtClean="0"/>
            <a:t>Animales </a:t>
          </a:r>
          <a:endParaRPr lang="es-CL" dirty="0"/>
        </a:p>
      </dgm:t>
    </dgm:pt>
    <dgm:pt modelId="{F45D31C7-174F-4707-90EA-ABCBA2993412}" type="parTrans" cxnId="{53A9DAD7-F7C0-4C80-8F39-9757492F02EB}">
      <dgm:prSet/>
      <dgm:spPr/>
      <dgm:t>
        <a:bodyPr/>
        <a:lstStyle/>
        <a:p>
          <a:endParaRPr lang="es-CL"/>
        </a:p>
      </dgm:t>
    </dgm:pt>
    <dgm:pt modelId="{80EAA165-215F-43E0-A5F2-1385CA5FBED6}" type="sibTrans" cxnId="{53A9DAD7-F7C0-4C80-8F39-9757492F02EB}">
      <dgm:prSet/>
      <dgm:spPr/>
      <dgm:t>
        <a:bodyPr/>
        <a:lstStyle/>
        <a:p>
          <a:endParaRPr lang="es-CL"/>
        </a:p>
      </dgm:t>
    </dgm:pt>
    <dgm:pt modelId="{200CAC9B-83A0-406F-80A1-54217627354F}">
      <dgm:prSet phldrT="[Texto]"/>
      <dgm:spPr/>
      <dgm:t>
        <a:bodyPr/>
        <a:lstStyle/>
        <a:p>
          <a:r>
            <a:rPr lang="es-CL" dirty="0" smtClean="0"/>
            <a:t>Plantas</a:t>
          </a:r>
          <a:endParaRPr lang="es-CL" dirty="0"/>
        </a:p>
      </dgm:t>
    </dgm:pt>
    <dgm:pt modelId="{54BD174A-A047-42FB-874E-94EA60693B81}" type="parTrans" cxnId="{04C45073-1CC5-49FE-B709-683B37444A77}">
      <dgm:prSet/>
      <dgm:spPr/>
      <dgm:t>
        <a:bodyPr/>
        <a:lstStyle/>
        <a:p>
          <a:endParaRPr lang="es-CL"/>
        </a:p>
      </dgm:t>
    </dgm:pt>
    <dgm:pt modelId="{608B93F1-3D33-4216-BABC-6A99E380D4F9}" type="sibTrans" cxnId="{04C45073-1CC5-49FE-B709-683B37444A77}">
      <dgm:prSet/>
      <dgm:spPr/>
      <dgm:t>
        <a:bodyPr/>
        <a:lstStyle/>
        <a:p>
          <a:endParaRPr lang="es-CL"/>
        </a:p>
      </dgm:t>
    </dgm:pt>
    <dgm:pt modelId="{E93B2788-3B30-4525-9466-7C0A39229290}" type="pres">
      <dgm:prSet presAssocID="{1433A4ED-457E-4A7D-8EEE-14493D834C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CL"/>
        </a:p>
      </dgm:t>
    </dgm:pt>
    <dgm:pt modelId="{94B7BA80-2AD8-42BB-874B-D450CF20A24D}" type="pres">
      <dgm:prSet presAssocID="{A4B5923A-9BEF-4F27-9A59-E20D4855C4B2}" presName="hierRoot1" presStyleCnt="0">
        <dgm:presLayoutVars>
          <dgm:hierBranch val="init"/>
        </dgm:presLayoutVars>
      </dgm:prSet>
      <dgm:spPr/>
    </dgm:pt>
    <dgm:pt modelId="{C81DB74A-7E31-4CD7-8858-8CC7E35FE64D}" type="pres">
      <dgm:prSet presAssocID="{A4B5923A-9BEF-4F27-9A59-E20D4855C4B2}" presName="rootComposite1" presStyleCnt="0"/>
      <dgm:spPr/>
    </dgm:pt>
    <dgm:pt modelId="{599FD725-CFF9-4FA2-8E08-AA76B4793EAE}" type="pres">
      <dgm:prSet presAssocID="{A4B5923A-9BEF-4F27-9A59-E20D4855C4B2}" presName="rootText1" presStyleLbl="node0" presStyleIdx="0" presStyleCnt="1" custLinFactY="-12067" custLinFactNeighborX="-4258" custLinFactNeighborY="-100000">
        <dgm:presLayoutVars>
          <dgm:chMax/>
          <dgm:chPref val="3"/>
        </dgm:presLayoutVars>
      </dgm:prSet>
      <dgm:spPr/>
      <dgm:t>
        <a:bodyPr/>
        <a:lstStyle/>
        <a:p>
          <a:endParaRPr lang="es-CL"/>
        </a:p>
      </dgm:t>
    </dgm:pt>
    <dgm:pt modelId="{0FD3C8F0-D918-45B0-A2D0-9B014BAC081D}" type="pres">
      <dgm:prSet presAssocID="{A4B5923A-9BEF-4F27-9A59-E20D4855C4B2}" presName="titleText1" presStyleLbl="fgAcc0" presStyleIdx="0" presStyleCnt="1" custLinFactNeighborX="-27514" custLinFactNeighborY="-51995">
        <dgm:presLayoutVars>
          <dgm:chMax val="0"/>
          <dgm:chPref val="0"/>
        </dgm:presLayoutVars>
      </dgm:prSet>
      <dgm:spPr/>
      <dgm:t>
        <a:bodyPr/>
        <a:lstStyle/>
        <a:p>
          <a:endParaRPr lang="es-CL"/>
        </a:p>
      </dgm:t>
    </dgm:pt>
    <dgm:pt modelId="{E951C9D2-FCDE-4765-AB90-228886FA7CF6}" type="pres">
      <dgm:prSet presAssocID="{A4B5923A-9BEF-4F27-9A59-E20D4855C4B2}" presName="rootConnector1" presStyleLbl="node1" presStyleIdx="0" presStyleCnt="3"/>
      <dgm:spPr/>
      <dgm:t>
        <a:bodyPr/>
        <a:lstStyle/>
        <a:p>
          <a:endParaRPr lang="es-CL"/>
        </a:p>
      </dgm:t>
    </dgm:pt>
    <dgm:pt modelId="{748F0E4E-1981-4930-92F5-042B88A308FA}" type="pres">
      <dgm:prSet presAssocID="{A4B5923A-9BEF-4F27-9A59-E20D4855C4B2}" presName="hierChild2" presStyleCnt="0"/>
      <dgm:spPr/>
    </dgm:pt>
    <dgm:pt modelId="{08514BAD-55B7-4FA9-865B-E5C961FFB55E}" type="pres">
      <dgm:prSet presAssocID="{357CDF1A-A8E8-4A8F-9935-90314FDD13F5}" presName="Name37" presStyleLbl="parChTrans1D2" presStyleIdx="0" presStyleCnt="3"/>
      <dgm:spPr/>
      <dgm:t>
        <a:bodyPr/>
        <a:lstStyle/>
        <a:p>
          <a:endParaRPr lang="es-CL"/>
        </a:p>
      </dgm:t>
    </dgm:pt>
    <dgm:pt modelId="{307395A6-B991-4531-B7EE-040A6D7D6325}" type="pres">
      <dgm:prSet presAssocID="{0628CB92-A6D7-485A-AA5D-8D9841B81BDF}" presName="hierRoot2" presStyleCnt="0">
        <dgm:presLayoutVars>
          <dgm:hierBranch val="init"/>
        </dgm:presLayoutVars>
      </dgm:prSet>
      <dgm:spPr/>
    </dgm:pt>
    <dgm:pt modelId="{32B237CF-F917-4415-95EB-6AA8214B0AD4}" type="pres">
      <dgm:prSet presAssocID="{0628CB92-A6D7-485A-AA5D-8D9841B81BDF}" presName="rootComposite" presStyleCnt="0"/>
      <dgm:spPr/>
    </dgm:pt>
    <dgm:pt modelId="{E38B6955-29EC-4275-9B11-68F48AE15AC4}" type="pres">
      <dgm:prSet presAssocID="{0628CB92-A6D7-485A-AA5D-8D9841B81BDF}" presName="rootText" presStyleLbl="node1" presStyleIdx="0" presStyleCnt="3">
        <dgm:presLayoutVars>
          <dgm:chMax/>
          <dgm:chPref val="3"/>
        </dgm:presLayoutVars>
      </dgm:prSet>
      <dgm:spPr/>
      <dgm:t>
        <a:bodyPr/>
        <a:lstStyle/>
        <a:p>
          <a:endParaRPr lang="es-CL"/>
        </a:p>
      </dgm:t>
    </dgm:pt>
    <dgm:pt modelId="{4EF95D91-CF03-453D-9EFC-500FB1E3EE61}" type="pres">
      <dgm:prSet presAssocID="{0628CB92-A6D7-485A-AA5D-8D9841B81BDF}" presName="titleText2" presStyleLbl="fgAcc1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CL"/>
        </a:p>
      </dgm:t>
    </dgm:pt>
    <dgm:pt modelId="{50C1526E-3A93-44BF-AB9F-C5F528EBB9A5}" type="pres">
      <dgm:prSet presAssocID="{0628CB92-A6D7-485A-AA5D-8D9841B81BDF}" presName="rootConnector" presStyleLbl="node2" presStyleIdx="0" presStyleCnt="0"/>
      <dgm:spPr/>
      <dgm:t>
        <a:bodyPr/>
        <a:lstStyle/>
        <a:p>
          <a:endParaRPr lang="es-CL"/>
        </a:p>
      </dgm:t>
    </dgm:pt>
    <dgm:pt modelId="{D4FBE0E8-3125-4B7B-A0C6-85C5D604FD4F}" type="pres">
      <dgm:prSet presAssocID="{0628CB92-A6D7-485A-AA5D-8D9841B81BDF}" presName="hierChild4" presStyleCnt="0"/>
      <dgm:spPr/>
    </dgm:pt>
    <dgm:pt modelId="{31A15F73-75FA-4142-B25B-5B9876CCE760}" type="pres">
      <dgm:prSet presAssocID="{0628CB92-A6D7-485A-AA5D-8D9841B81BDF}" presName="hierChild5" presStyleCnt="0"/>
      <dgm:spPr/>
    </dgm:pt>
    <dgm:pt modelId="{E64ED750-A43E-4168-8665-9F73DF084A02}" type="pres">
      <dgm:prSet presAssocID="{F45D31C7-174F-4707-90EA-ABCBA2993412}" presName="Name37" presStyleLbl="parChTrans1D2" presStyleIdx="1" presStyleCnt="3"/>
      <dgm:spPr/>
      <dgm:t>
        <a:bodyPr/>
        <a:lstStyle/>
        <a:p>
          <a:endParaRPr lang="es-CL"/>
        </a:p>
      </dgm:t>
    </dgm:pt>
    <dgm:pt modelId="{011A2F44-8567-4EE4-B81C-587ACF6BE40A}" type="pres">
      <dgm:prSet presAssocID="{E12CB153-4779-4204-A2AF-A05EC3686D85}" presName="hierRoot2" presStyleCnt="0">
        <dgm:presLayoutVars>
          <dgm:hierBranch val="init"/>
        </dgm:presLayoutVars>
      </dgm:prSet>
      <dgm:spPr/>
    </dgm:pt>
    <dgm:pt modelId="{DE10FD69-1D75-48FB-8A51-92D3BF168A86}" type="pres">
      <dgm:prSet presAssocID="{E12CB153-4779-4204-A2AF-A05EC3686D85}" presName="rootComposite" presStyleCnt="0"/>
      <dgm:spPr/>
    </dgm:pt>
    <dgm:pt modelId="{26311395-A724-4BEA-AB3C-A2F2BBB5B8C9}" type="pres">
      <dgm:prSet presAssocID="{E12CB153-4779-4204-A2AF-A05EC3686D85}" presName="rootText" presStyleLbl="node1" presStyleIdx="1" presStyleCnt="3">
        <dgm:presLayoutVars>
          <dgm:chMax/>
          <dgm:chPref val="3"/>
        </dgm:presLayoutVars>
      </dgm:prSet>
      <dgm:spPr/>
      <dgm:t>
        <a:bodyPr/>
        <a:lstStyle/>
        <a:p>
          <a:endParaRPr lang="es-CL"/>
        </a:p>
      </dgm:t>
    </dgm:pt>
    <dgm:pt modelId="{3DB304BF-D19D-438D-845A-CEC68C1F0E3D}" type="pres">
      <dgm:prSet presAssocID="{E12CB153-4779-4204-A2AF-A05EC3686D85}" presName="titleText2" presStyleLbl="fgAcc1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CL"/>
        </a:p>
      </dgm:t>
    </dgm:pt>
    <dgm:pt modelId="{025843FF-10FB-41E0-ADB3-492E4579F0D0}" type="pres">
      <dgm:prSet presAssocID="{E12CB153-4779-4204-A2AF-A05EC3686D85}" presName="rootConnector" presStyleLbl="node2" presStyleIdx="0" presStyleCnt="0"/>
      <dgm:spPr/>
      <dgm:t>
        <a:bodyPr/>
        <a:lstStyle/>
        <a:p>
          <a:endParaRPr lang="es-CL"/>
        </a:p>
      </dgm:t>
    </dgm:pt>
    <dgm:pt modelId="{3B1BC774-554A-4E46-9045-5E478F95CD7D}" type="pres">
      <dgm:prSet presAssocID="{E12CB153-4779-4204-A2AF-A05EC3686D85}" presName="hierChild4" presStyleCnt="0"/>
      <dgm:spPr/>
    </dgm:pt>
    <dgm:pt modelId="{5A52F29B-F3C2-49EE-85B2-DE86CDB857D5}" type="pres">
      <dgm:prSet presAssocID="{E12CB153-4779-4204-A2AF-A05EC3686D85}" presName="hierChild5" presStyleCnt="0"/>
      <dgm:spPr/>
    </dgm:pt>
    <dgm:pt modelId="{F9AD60AA-50E4-48D7-A36C-EA14D56D9014}" type="pres">
      <dgm:prSet presAssocID="{54BD174A-A047-42FB-874E-94EA60693B81}" presName="Name37" presStyleLbl="parChTrans1D2" presStyleIdx="2" presStyleCnt="3"/>
      <dgm:spPr/>
      <dgm:t>
        <a:bodyPr/>
        <a:lstStyle/>
        <a:p>
          <a:endParaRPr lang="es-CL"/>
        </a:p>
      </dgm:t>
    </dgm:pt>
    <dgm:pt modelId="{03509220-ABF4-4CBB-B420-38121ED1D653}" type="pres">
      <dgm:prSet presAssocID="{200CAC9B-83A0-406F-80A1-54217627354F}" presName="hierRoot2" presStyleCnt="0">
        <dgm:presLayoutVars>
          <dgm:hierBranch val="init"/>
        </dgm:presLayoutVars>
      </dgm:prSet>
      <dgm:spPr/>
    </dgm:pt>
    <dgm:pt modelId="{B1CF30A6-020D-4A18-8A17-E33BB0B4ABE7}" type="pres">
      <dgm:prSet presAssocID="{200CAC9B-83A0-406F-80A1-54217627354F}" presName="rootComposite" presStyleCnt="0"/>
      <dgm:spPr/>
    </dgm:pt>
    <dgm:pt modelId="{3D3716F4-A34A-4935-BA0F-4AEA2E3DC685}" type="pres">
      <dgm:prSet presAssocID="{200CAC9B-83A0-406F-80A1-54217627354F}" presName="rootText" presStyleLbl="node1" presStyleIdx="2" presStyleCnt="3">
        <dgm:presLayoutVars>
          <dgm:chMax/>
          <dgm:chPref val="3"/>
        </dgm:presLayoutVars>
      </dgm:prSet>
      <dgm:spPr/>
      <dgm:t>
        <a:bodyPr/>
        <a:lstStyle/>
        <a:p>
          <a:endParaRPr lang="es-CL"/>
        </a:p>
      </dgm:t>
    </dgm:pt>
    <dgm:pt modelId="{21DB0AF2-9790-49D0-98E6-BCCB880DB5E0}" type="pres">
      <dgm:prSet presAssocID="{200CAC9B-83A0-406F-80A1-54217627354F}" presName="titleText2" presStyleLbl="fgAcc1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CL"/>
        </a:p>
      </dgm:t>
    </dgm:pt>
    <dgm:pt modelId="{58B9CF36-1C1A-437B-B328-03E1846636EF}" type="pres">
      <dgm:prSet presAssocID="{200CAC9B-83A0-406F-80A1-54217627354F}" presName="rootConnector" presStyleLbl="node2" presStyleIdx="0" presStyleCnt="0"/>
      <dgm:spPr/>
      <dgm:t>
        <a:bodyPr/>
        <a:lstStyle/>
        <a:p>
          <a:endParaRPr lang="es-CL"/>
        </a:p>
      </dgm:t>
    </dgm:pt>
    <dgm:pt modelId="{EB8552D9-DB30-436A-8646-59136A468521}" type="pres">
      <dgm:prSet presAssocID="{200CAC9B-83A0-406F-80A1-54217627354F}" presName="hierChild4" presStyleCnt="0"/>
      <dgm:spPr/>
    </dgm:pt>
    <dgm:pt modelId="{31209CAD-F327-4D19-892F-8618EA15F7B3}" type="pres">
      <dgm:prSet presAssocID="{200CAC9B-83A0-406F-80A1-54217627354F}" presName="hierChild5" presStyleCnt="0"/>
      <dgm:spPr/>
    </dgm:pt>
    <dgm:pt modelId="{1AA152E1-3AB6-4624-8EC4-2B6ADB84F871}" type="pres">
      <dgm:prSet presAssocID="{A4B5923A-9BEF-4F27-9A59-E20D4855C4B2}" presName="hierChild3" presStyleCnt="0"/>
      <dgm:spPr/>
    </dgm:pt>
  </dgm:ptLst>
  <dgm:cxnLst>
    <dgm:cxn modelId="{53A9DAD7-F7C0-4C80-8F39-9757492F02EB}" srcId="{A4B5923A-9BEF-4F27-9A59-E20D4855C4B2}" destId="{E12CB153-4779-4204-A2AF-A05EC3686D85}" srcOrd="1" destOrd="0" parTransId="{F45D31C7-174F-4707-90EA-ABCBA2993412}" sibTransId="{80EAA165-215F-43E0-A5F2-1385CA5FBED6}"/>
    <dgm:cxn modelId="{E384FE0F-7CBC-4EF8-BDF0-45577BB38AEB}" srcId="{A4B5923A-9BEF-4F27-9A59-E20D4855C4B2}" destId="{0628CB92-A6D7-485A-AA5D-8D9841B81BDF}" srcOrd="0" destOrd="0" parTransId="{357CDF1A-A8E8-4A8F-9935-90314FDD13F5}" sibTransId="{D3D9407D-15B3-46B2-8F98-F1F2D8BA4D76}"/>
    <dgm:cxn modelId="{038644CA-DD24-4195-AE29-4AA41CB689DC}" type="presOf" srcId="{E12CB153-4779-4204-A2AF-A05EC3686D85}" destId="{025843FF-10FB-41E0-ADB3-492E4579F0D0}" srcOrd="1" destOrd="0" presId="urn:microsoft.com/office/officeart/2008/layout/NameandTitleOrganizationalChart"/>
    <dgm:cxn modelId="{A1540052-1C8A-4F2E-A63B-2F1D9C9147D3}" type="presOf" srcId="{0628CB92-A6D7-485A-AA5D-8D9841B81BDF}" destId="{E38B6955-29EC-4275-9B11-68F48AE15AC4}" srcOrd="0" destOrd="0" presId="urn:microsoft.com/office/officeart/2008/layout/NameandTitleOrganizationalChart"/>
    <dgm:cxn modelId="{E65AA07A-56B8-41AB-945A-64DBDC7AB4B2}" type="presOf" srcId="{80EAA165-215F-43E0-A5F2-1385CA5FBED6}" destId="{3DB304BF-D19D-438D-845A-CEC68C1F0E3D}" srcOrd="0" destOrd="0" presId="urn:microsoft.com/office/officeart/2008/layout/NameandTitleOrganizationalChart"/>
    <dgm:cxn modelId="{FA4EF490-14A8-40D7-9F92-DA62D3C2EB75}" type="presOf" srcId="{A4B5923A-9BEF-4F27-9A59-E20D4855C4B2}" destId="{E951C9D2-FCDE-4765-AB90-228886FA7CF6}" srcOrd="1" destOrd="0" presId="urn:microsoft.com/office/officeart/2008/layout/NameandTitleOrganizationalChart"/>
    <dgm:cxn modelId="{C1FACC2D-35E8-4C29-A822-3B58B45F7123}" type="presOf" srcId="{E12CB153-4779-4204-A2AF-A05EC3686D85}" destId="{26311395-A724-4BEA-AB3C-A2F2BBB5B8C9}" srcOrd="0" destOrd="0" presId="urn:microsoft.com/office/officeart/2008/layout/NameandTitleOrganizationalChart"/>
    <dgm:cxn modelId="{9C5AB527-ED70-4F99-805D-38A053080C0F}" type="presOf" srcId="{1433A4ED-457E-4A7D-8EEE-14493D834C8F}" destId="{E93B2788-3B30-4525-9466-7C0A39229290}" srcOrd="0" destOrd="0" presId="urn:microsoft.com/office/officeart/2008/layout/NameandTitleOrganizationalChart"/>
    <dgm:cxn modelId="{3A58B7F9-A44A-4270-BCBA-C87E369D6607}" type="presOf" srcId="{0F9313CC-0C4D-4B6E-80AB-4A7D0C9C3237}" destId="{0FD3C8F0-D918-45B0-A2D0-9B014BAC081D}" srcOrd="0" destOrd="0" presId="urn:microsoft.com/office/officeart/2008/layout/NameandTitleOrganizationalChart"/>
    <dgm:cxn modelId="{9BB9D5D7-B90D-4806-8FF5-36D524D951CE}" type="presOf" srcId="{200CAC9B-83A0-406F-80A1-54217627354F}" destId="{58B9CF36-1C1A-437B-B328-03E1846636EF}" srcOrd="1" destOrd="0" presId="urn:microsoft.com/office/officeart/2008/layout/NameandTitleOrganizationalChart"/>
    <dgm:cxn modelId="{94A56BC7-E6E0-4187-A3C4-FFB27AF1C4CD}" type="presOf" srcId="{357CDF1A-A8E8-4A8F-9935-90314FDD13F5}" destId="{08514BAD-55B7-4FA9-865B-E5C961FFB55E}" srcOrd="0" destOrd="0" presId="urn:microsoft.com/office/officeart/2008/layout/NameandTitleOrganizationalChart"/>
    <dgm:cxn modelId="{C0777FC0-CAC2-47D2-ADBF-4A126C0BCE54}" type="presOf" srcId="{A4B5923A-9BEF-4F27-9A59-E20D4855C4B2}" destId="{599FD725-CFF9-4FA2-8E08-AA76B4793EAE}" srcOrd="0" destOrd="0" presId="urn:microsoft.com/office/officeart/2008/layout/NameandTitleOrganizationalChart"/>
    <dgm:cxn modelId="{04C45073-1CC5-49FE-B709-683B37444A77}" srcId="{A4B5923A-9BEF-4F27-9A59-E20D4855C4B2}" destId="{200CAC9B-83A0-406F-80A1-54217627354F}" srcOrd="2" destOrd="0" parTransId="{54BD174A-A047-42FB-874E-94EA60693B81}" sibTransId="{608B93F1-3D33-4216-BABC-6A99E380D4F9}"/>
    <dgm:cxn modelId="{5D6E8D74-797B-4C1C-BEE9-FC63E41B9DAC}" type="presOf" srcId="{D3D9407D-15B3-46B2-8F98-F1F2D8BA4D76}" destId="{4EF95D91-CF03-453D-9EFC-500FB1E3EE61}" srcOrd="0" destOrd="0" presId="urn:microsoft.com/office/officeart/2008/layout/NameandTitleOrganizationalChart"/>
    <dgm:cxn modelId="{A29DCDFB-9F5B-470F-A89D-0DB6B0EC082B}" srcId="{1433A4ED-457E-4A7D-8EEE-14493D834C8F}" destId="{A4B5923A-9BEF-4F27-9A59-E20D4855C4B2}" srcOrd="0" destOrd="0" parTransId="{447E21DD-E8B2-46AF-8FC3-25E2DE937FCD}" sibTransId="{0F9313CC-0C4D-4B6E-80AB-4A7D0C9C3237}"/>
    <dgm:cxn modelId="{F30FDF27-C05D-422B-AF73-0B1D33D536C7}" type="presOf" srcId="{608B93F1-3D33-4216-BABC-6A99E380D4F9}" destId="{21DB0AF2-9790-49D0-98E6-BCCB880DB5E0}" srcOrd="0" destOrd="0" presId="urn:microsoft.com/office/officeart/2008/layout/NameandTitleOrganizationalChart"/>
    <dgm:cxn modelId="{07679AAD-0FA6-42A0-B2A8-60AB4F3C4F88}" type="presOf" srcId="{54BD174A-A047-42FB-874E-94EA60693B81}" destId="{F9AD60AA-50E4-48D7-A36C-EA14D56D9014}" srcOrd="0" destOrd="0" presId="urn:microsoft.com/office/officeart/2008/layout/NameandTitleOrganizationalChart"/>
    <dgm:cxn modelId="{2ED9C6E0-C941-4C3C-9E37-BCF0D577926B}" type="presOf" srcId="{F45D31C7-174F-4707-90EA-ABCBA2993412}" destId="{E64ED750-A43E-4168-8665-9F73DF084A02}" srcOrd="0" destOrd="0" presId="urn:microsoft.com/office/officeart/2008/layout/NameandTitleOrganizationalChart"/>
    <dgm:cxn modelId="{4B9186EC-69F4-4A41-B580-5FE8CBED1B01}" type="presOf" srcId="{0628CB92-A6D7-485A-AA5D-8D9841B81BDF}" destId="{50C1526E-3A93-44BF-AB9F-C5F528EBB9A5}" srcOrd="1" destOrd="0" presId="urn:microsoft.com/office/officeart/2008/layout/NameandTitleOrganizationalChart"/>
    <dgm:cxn modelId="{F43EE707-10FF-4434-8286-99D27BFB51B0}" type="presOf" srcId="{200CAC9B-83A0-406F-80A1-54217627354F}" destId="{3D3716F4-A34A-4935-BA0F-4AEA2E3DC685}" srcOrd="0" destOrd="0" presId="urn:microsoft.com/office/officeart/2008/layout/NameandTitleOrganizationalChart"/>
    <dgm:cxn modelId="{0D5157BD-1BE8-4198-A995-BC18B0F43108}" type="presParOf" srcId="{E93B2788-3B30-4525-9466-7C0A39229290}" destId="{94B7BA80-2AD8-42BB-874B-D450CF20A24D}" srcOrd="0" destOrd="0" presId="urn:microsoft.com/office/officeart/2008/layout/NameandTitleOrganizationalChart"/>
    <dgm:cxn modelId="{4FF7C642-DE1C-4B05-AEEA-A95E84AD6C2D}" type="presParOf" srcId="{94B7BA80-2AD8-42BB-874B-D450CF20A24D}" destId="{C81DB74A-7E31-4CD7-8858-8CC7E35FE64D}" srcOrd="0" destOrd="0" presId="urn:microsoft.com/office/officeart/2008/layout/NameandTitleOrganizationalChart"/>
    <dgm:cxn modelId="{B00EC2F6-B6DB-4D7A-B3CE-F0F2A931F526}" type="presParOf" srcId="{C81DB74A-7E31-4CD7-8858-8CC7E35FE64D}" destId="{599FD725-CFF9-4FA2-8E08-AA76B4793EAE}" srcOrd="0" destOrd="0" presId="urn:microsoft.com/office/officeart/2008/layout/NameandTitleOrganizationalChart"/>
    <dgm:cxn modelId="{760CF7FC-9B1A-425A-B71B-3CF761A1C711}" type="presParOf" srcId="{C81DB74A-7E31-4CD7-8858-8CC7E35FE64D}" destId="{0FD3C8F0-D918-45B0-A2D0-9B014BAC081D}" srcOrd="1" destOrd="0" presId="urn:microsoft.com/office/officeart/2008/layout/NameandTitleOrganizationalChart"/>
    <dgm:cxn modelId="{29CDA555-41F6-4424-820B-D3806D05AA28}" type="presParOf" srcId="{C81DB74A-7E31-4CD7-8858-8CC7E35FE64D}" destId="{E951C9D2-FCDE-4765-AB90-228886FA7CF6}" srcOrd="2" destOrd="0" presId="urn:microsoft.com/office/officeart/2008/layout/NameandTitleOrganizationalChart"/>
    <dgm:cxn modelId="{E187560B-1145-4FC4-8BEE-02308DB32AFE}" type="presParOf" srcId="{94B7BA80-2AD8-42BB-874B-D450CF20A24D}" destId="{748F0E4E-1981-4930-92F5-042B88A308FA}" srcOrd="1" destOrd="0" presId="urn:microsoft.com/office/officeart/2008/layout/NameandTitleOrganizationalChart"/>
    <dgm:cxn modelId="{FD7C1181-2944-49F0-8949-5E7817C9A9B9}" type="presParOf" srcId="{748F0E4E-1981-4930-92F5-042B88A308FA}" destId="{08514BAD-55B7-4FA9-865B-E5C961FFB55E}" srcOrd="0" destOrd="0" presId="urn:microsoft.com/office/officeart/2008/layout/NameandTitleOrganizationalChart"/>
    <dgm:cxn modelId="{A60EF3DC-0AD5-4DA9-9FBA-4D6BCC259B53}" type="presParOf" srcId="{748F0E4E-1981-4930-92F5-042B88A308FA}" destId="{307395A6-B991-4531-B7EE-040A6D7D6325}" srcOrd="1" destOrd="0" presId="urn:microsoft.com/office/officeart/2008/layout/NameandTitleOrganizationalChart"/>
    <dgm:cxn modelId="{4BA86BF7-D049-4DB4-B97B-D8EF681ED7DB}" type="presParOf" srcId="{307395A6-B991-4531-B7EE-040A6D7D6325}" destId="{32B237CF-F917-4415-95EB-6AA8214B0AD4}" srcOrd="0" destOrd="0" presId="urn:microsoft.com/office/officeart/2008/layout/NameandTitleOrganizationalChart"/>
    <dgm:cxn modelId="{E03E6C39-685C-4BF8-A85F-66774260D193}" type="presParOf" srcId="{32B237CF-F917-4415-95EB-6AA8214B0AD4}" destId="{E38B6955-29EC-4275-9B11-68F48AE15AC4}" srcOrd="0" destOrd="0" presId="urn:microsoft.com/office/officeart/2008/layout/NameandTitleOrganizationalChart"/>
    <dgm:cxn modelId="{4B5FEC2C-E382-4B51-98E9-67BDDC18652B}" type="presParOf" srcId="{32B237CF-F917-4415-95EB-6AA8214B0AD4}" destId="{4EF95D91-CF03-453D-9EFC-500FB1E3EE61}" srcOrd="1" destOrd="0" presId="urn:microsoft.com/office/officeart/2008/layout/NameandTitleOrganizationalChart"/>
    <dgm:cxn modelId="{58C89084-3163-4109-A225-CC179CD3EAD3}" type="presParOf" srcId="{32B237CF-F917-4415-95EB-6AA8214B0AD4}" destId="{50C1526E-3A93-44BF-AB9F-C5F528EBB9A5}" srcOrd="2" destOrd="0" presId="urn:microsoft.com/office/officeart/2008/layout/NameandTitleOrganizationalChart"/>
    <dgm:cxn modelId="{962F2AE5-AF43-428B-99A8-2DDCB6F4983B}" type="presParOf" srcId="{307395A6-B991-4531-B7EE-040A6D7D6325}" destId="{D4FBE0E8-3125-4B7B-A0C6-85C5D604FD4F}" srcOrd="1" destOrd="0" presId="urn:microsoft.com/office/officeart/2008/layout/NameandTitleOrganizationalChart"/>
    <dgm:cxn modelId="{48151AE5-CD2F-49C3-BBE4-50FEC5AD3BD8}" type="presParOf" srcId="{307395A6-B991-4531-B7EE-040A6D7D6325}" destId="{31A15F73-75FA-4142-B25B-5B9876CCE760}" srcOrd="2" destOrd="0" presId="urn:microsoft.com/office/officeart/2008/layout/NameandTitleOrganizationalChart"/>
    <dgm:cxn modelId="{A4EB88A5-5B59-4A49-975F-7EF2E6C99E4F}" type="presParOf" srcId="{748F0E4E-1981-4930-92F5-042B88A308FA}" destId="{E64ED750-A43E-4168-8665-9F73DF084A02}" srcOrd="2" destOrd="0" presId="urn:microsoft.com/office/officeart/2008/layout/NameandTitleOrganizationalChart"/>
    <dgm:cxn modelId="{9063D583-5BC0-4318-8C2A-F49F40127DC6}" type="presParOf" srcId="{748F0E4E-1981-4930-92F5-042B88A308FA}" destId="{011A2F44-8567-4EE4-B81C-587ACF6BE40A}" srcOrd="3" destOrd="0" presId="urn:microsoft.com/office/officeart/2008/layout/NameandTitleOrganizationalChart"/>
    <dgm:cxn modelId="{CB76C645-E4D8-4674-9409-5262DBAD65D5}" type="presParOf" srcId="{011A2F44-8567-4EE4-B81C-587ACF6BE40A}" destId="{DE10FD69-1D75-48FB-8A51-92D3BF168A86}" srcOrd="0" destOrd="0" presId="urn:microsoft.com/office/officeart/2008/layout/NameandTitleOrganizationalChart"/>
    <dgm:cxn modelId="{DD3B913C-809D-4386-8F83-3F27AC5A71A2}" type="presParOf" srcId="{DE10FD69-1D75-48FB-8A51-92D3BF168A86}" destId="{26311395-A724-4BEA-AB3C-A2F2BBB5B8C9}" srcOrd="0" destOrd="0" presId="urn:microsoft.com/office/officeart/2008/layout/NameandTitleOrganizationalChart"/>
    <dgm:cxn modelId="{C0AF922B-5503-4CE0-ABC5-0F951AB1A7C0}" type="presParOf" srcId="{DE10FD69-1D75-48FB-8A51-92D3BF168A86}" destId="{3DB304BF-D19D-438D-845A-CEC68C1F0E3D}" srcOrd="1" destOrd="0" presId="urn:microsoft.com/office/officeart/2008/layout/NameandTitleOrganizationalChart"/>
    <dgm:cxn modelId="{654911D1-AC4E-48A0-BE2C-D0EC4F6B3E67}" type="presParOf" srcId="{DE10FD69-1D75-48FB-8A51-92D3BF168A86}" destId="{025843FF-10FB-41E0-ADB3-492E4579F0D0}" srcOrd="2" destOrd="0" presId="urn:microsoft.com/office/officeart/2008/layout/NameandTitleOrganizationalChart"/>
    <dgm:cxn modelId="{1B6219AE-01AC-4EE7-9866-24ADF208B2F8}" type="presParOf" srcId="{011A2F44-8567-4EE4-B81C-587ACF6BE40A}" destId="{3B1BC774-554A-4E46-9045-5E478F95CD7D}" srcOrd="1" destOrd="0" presId="urn:microsoft.com/office/officeart/2008/layout/NameandTitleOrganizationalChart"/>
    <dgm:cxn modelId="{CC95D8E3-C762-4AC3-A54B-B0A878406404}" type="presParOf" srcId="{011A2F44-8567-4EE4-B81C-587ACF6BE40A}" destId="{5A52F29B-F3C2-49EE-85B2-DE86CDB857D5}" srcOrd="2" destOrd="0" presId="urn:microsoft.com/office/officeart/2008/layout/NameandTitleOrganizationalChart"/>
    <dgm:cxn modelId="{BE6C110B-8C45-435F-9370-9002ADF4456A}" type="presParOf" srcId="{748F0E4E-1981-4930-92F5-042B88A308FA}" destId="{F9AD60AA-50E4-48D7-A36C-EA14D56D9014}" srcOrd="4" destOrd="0" presId="urn:microsoft.com/office/officeart/2008/layout/NameandTitleOrganizationalChart"/>
    <dgm:cxn modelId="{41533DF6-98F5-47FC-92AA-61039FF6889E}" type="presParOf" srcId="{748F0E4E-1981-4930-92F5-042B88A308FA}" destId="{03509220-ABF4-4CBB-B420-38121ED1D653}" srcOrd="5" destOrd="0" presId="urn:microsoft.com/office/officeart/2008/layout/NameandTitleOrganizationalChart"/>
    <dgm:cxn modelId="{74BCAA27-758A-4811-B1BA-CAAEADE41607}" type="presParOf" srcId="{03509220-ABF4-4CBB-B420-38121ED1D653}" destId="{B1CF30A6-020D-4A18-8A17-E33BB0B4ABE7}" srcOrd="0" destOrd="0" presId="urn:microsoft.com/office/officeart/2008/layout/NameandTitleOrganizationalChart"/>
    <dgm:cxn modelId="{F451FE9C-3DD7-4FFE-BDAD-0436007F815F}" type="presParOf" srcId="{B1CF30A6-020D-4A18-8A17-E33BB0B4ABE7}" destId="{3D3716F4-A34A-4935-BA0F-4AEA2E3DC685}" srcOrd="0" destOrd="0" presId="urn:microsoft.com/office/officeart/2008/layout/NameandTitleOrganizationalChart"/>
    <dgm:cxn modelId="{E7A34C7B-85A4-4E44-A220-00DFA2A9B590}" type="presParOf" srcId="{B1CF30A6-020D-4A18-8A17-E33BB0B4ABE7}" destId="{21DB0AF2-9790-49D0-98E6-BCCB880DB5E0}" srcOrd="1" destOrd="0" presId="urn:microsoft.com/office/officeart/2008/layout/NameandTitleOrganizationalChart"/>
    <dgm:cxn modelId="{AF7B874D-C460-4A92-9844-CF441CC90FD2}" type="presParOf" srcId="{B1CF30A6-020D-4A18-8A17-E33BB0B4ABE7}" destId="{58B9CF36-1C1A-437B-B328-03E1846636EF}" srcOrd="2" destOrd="0" presId="urn:microsoft.com/office/officeart/2008/layout/NameandTitleOrganizationalChart"/>
    <dgm:cxn modelId="{463E7420-EAA2-4439-88CA-4C5BDF59F745}" type="presParOf" srcId="{03509220-ABF4-4CBB-B420-38121ED1D653}" destId="{EB8552D9-DB30-436A-8646-59136A468521}" srcOrd="1" destOrd="0" presId="urn:microsoft.com/office/officeart/2008/layout/NameandTitleOrganizationalChart"/>
    <dgm:cxn modelId="{DD0FD836-8F7B-4047-AF19-3E9397247F9E}" type="presParOf" srcId="{03509220-ABF4-4CBB-B420-38121ED1D653}" destId="{31209CAD-F327-4D19-892F-8618EA15F7B3}" srcOrd="2" destOrd="0" presId="urn:microsoft.com/office/officeart/2008/layout/NameandTitleOrganizationalChart"/>
    <dgm:cxn modelId="{E0AD8BDF-8A5A-4042-9D8B-A381D1487E8F}" type="presParOf" srcId="{94B7BA80-2AD8-42BB-874B-D450CF20A24D}" destId="{1AA152E1-3AB6-4624-8EC4-2B6ADB84F87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D60AA-50E4-48D7-A36C-EA14D56D9014}">
      <dsp:nvSpPr>
        <dsp:cNvPr id="0" name=""/>
        <dsp:cNvSpPr/>
      </dsp:nvSpPr>
      <dsp:spPr>
        <a:xfrm>
          <a:off x="3873239" y="1091732"/>
          <a:ext cx="2918704" cy="1195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267"/>
              </a:lnTo>
              <a:lnTo>
                <a:pt x="2918704" y="940267"/>
              </a:lnTo>
              <a:lnTo>
                <a:pt x="2918704" y="119500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ED750-A43E-4168-8665-9F73DF084A02}">
      <dsp:nvSpPr>
        <dsp:cNvPr id="0" name=""/>
        <dsp:cNvSpPr/>
      </dsp:nvSpPr>
      <dsp:spPr>
        <a:xfrm>
          <a:off x="3827519" y="1091732"/>
          <a:ext cx="91440" cy="1195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40267"/>
              </a:lnTo>
              <a:lnTo>
                <a:pt x="135503" y="940267"/>
              </a:lnTo>
              <a:lnTo>
                <a:pt x="135503" y="119500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514BAD-55B7-4FA9-865B-E5C961FFB55E}">
      <dsp:nvSpPr>
        <dsp:cNvPr id="0" name=""/>
        <dsp:cNvSpPr/>
      </dsp:nvSpPr>
      <dsp:spPr>
        <a:xfrm>
          <a:off x="1134102" y="1091732"/>
          <a:ext cx="2739137" cy="1195004"/>
        </a:xfrm>
        <a:custGeom>
          <a:avLst/>
          <a:gdLst/>
          <a:ahLst/>
          <a:cxnLst/>
          <a:rect l="0" t="0" r="0" b="0"/>
          <a:pathLst>
            <a:path>
              <a:moveTo>
                <a:pt x="2739137" y="0"/>
              </a:moveTo>
              <a:lnTo>
                <a:pt x="2739137" y="940267"/>
              </a:lnTo>
              <a:lnTo>
                <a:pt x="0" y="940267"/>
              </a:lnTo>
              <a:lnTo>
                <a:pt x="0" y="119500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FD725-CFF9-4FA2-8E08-AA76B4793EAE}">
      <dsp:nvSpPr>
        <dsp:cNvPr id="0" name=""/>
        <dsp:cNvSpPr/>
      </dsp:nvSpPr>
      <dsp:spPr>
        <a:xfrm>
          <a:off x="2818945" y="0"/>
          <a:ext cx="2108586" cy="1091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154056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4100" kern="1200" dirty="0" smtClean="0"/>
            <a:t>El agua </a:t>
          </a:r>
          <a:endParaRPr lang="es-CL" sz="4100" kern="1200" dirty="0"/>
        </a:p>
      </dsp:txBody>
      <dsp:txXfrm>
        <a:off x="2818945" y="0"/>
        <a:ext cx="2108586" cy="1091732"/>
      </dsp:txXfrm>
    </dsp:sp>
    <dsp:sp modelId="{0FD3C8F0-D918-45B0-A2D0-9B014BAC081D}">
      <dsp:nvSpPr>
        <dsp:cNvPr id="0" name=""/>
        <dsp:cNvSpPr/>
      </dsp:nvSpPr>
      <dsp:spPr>
        <a:xfrm>
          <a:off x="2808305" y="1224135"/>
          <a:ext cx="1897728" cy="3639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lvl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2300" kern="1200" dirty="0" smtClean="0"/>
            <a:t>Es vital </a:t>
          </a:r>
          <a:endParaRPr lang="es-CL" sz="2300" kern="1200" dirty="0"/>
        </a:p>
      </dsp:txBody>
      <dsp:txXfrm>
        <a:off x="2808305" y="1224135"/>
        <a:ext cx="1897728" cy="363910"/>
      </dsp:txXfrm>
    </dsp:sp>
    <dsp:sp modelId="{E38B6955-29EC-4275-9B11-68F48AE15AC4}">
      <dsp:nvSpPr>
        <dsp:cNvPr id="0" name=""/>
        <dsp:cNvSpPr/>
      </dsp:nvSpPr>
      <dsp:spPr>
        <a:xfrm>
          <a:off x="79808" y="2286737"/>
          <a:ext cx="2108586" cy="109173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154056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4100" kern="1200" dirty="0" smtClean="0"/>
            <a:t>Humanos</a:t>
          </a:r>
          <a:endParaRPr lang="es-CL" sz="4100" kern="1200" dirty="0"/>
        </a:p>
      </dsp:txBody>
      <dsp:txXfrm>
        <a:off x="79808" y="2286737"/>
        <a:ext cx="2108586" cy="1091732"/>
      </dsp:txXfrm>
    </dsp:sp>
    <dsp:sp modelId="{4EF95D91-CF03-453D-9EFC-500FB1E3EE61}">
      <dsp:nvSpPr>
        <dsp:cNvPr id="0" name=""/>
        <dsp:cNvSpPr/>
      </dsp:nvSpPr>
      <dsp:spPr>
        <a:xfrm>
          <a:off x="501526" y="3135863"/>
          <a:ext cx="1897728" cy="3639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lvl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2300" kern="1200"/>
        </a:p>
      </dsp:txBody>
      <dsp:txXfrm>
        <a:off x="501526" y="3135863"/>
        <a:ext cx="1897728" cy="363910"/>
      </dsp:txXfrm>
    </dsp:sp>
    <dsp:sp modelId="{26311395-A724-4BEA-AB3C-A2F2BBB5B8C9}">
      <dsp:nvSpPr>
        <dsp:cNvPr id="0" name=""/>
        <dsp:cNvSpPr/>
      </dsp:nvSpPr>
      <dsp:spPr>
        <a:xfrm>
          <a:off x="2908729" y="2286737"/>
          <a:ext cx="2108586" cy="109173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154056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4100" kern="1200" dirty="0" smtClean="0"/>
            <a:t>Animales </a:t>
          </a:r>
          <a:endParaRPr lang="es-CL" sz="4100" kern="1200" dirty="0"/>
        </a:p>
      </dsp:txBody>
      <dsp:txXfrm>
        <a:off x="2908729" y="2286737"/>
        <a:ext cx="2108586" cy="1091732"/>
      </dsp:txXfrm>
    </dsp:sp>
    <dsp:sp modelId="{3DB304BF-D19D-438D-845A-CEC68C1F0E3D}">
      <dsp:nvSpPr>
        <dsp:cNvPr id="0" name=""/>
        <dsp:cNvSpPr/>
      </dsp:nvSpPr>
      <dsp:spPr>
        <a:xfrm>
          <a:off x="3330446" y="3135863"/>
          <a:ext cx="1897728" cy="3639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lvl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2300" kern="1200"/>
        </a:p>
      </dsp:txBody>
      <dsp:txXfrm>
        <a:off x="3330446" y="3135863"/>
        <a:ext cx="1897728" cy="363910"/>
      </dsp:txXfrm>
    </dsp:sp>
    <dsp:sp modelId="{3D3716F4-A34A-4935-BA0F-4AEA2E3DC685}">
      <dsp:nvSpPr>
        <dsp:cNvPr id="0" name=""/>
        <dsp:cNvSpPr/>
      </dsp:nvSpPr>
      <dsp:spPr>
        <a:xfrm>
          <a:off x="5737649" y="2286737"/>
          <a:ext cx="2108586" cy="10917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154056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4100" kern="1200" dirty="0" smtClean="0"/>
            <a:t>Plantas</a:t>
          </a:r>
          <a:endParaRPr lang="es-CL" sz="4100" kern="1200" dirty="0"/>
        </a:p>
      </dsp:txBody>
      <dsp:txXfrm>
        <a:off x="5737649" y="2286737"/>
        <a:ext cx="2108586" cy="1091732"/>
      </dsp:txXfrm>
    </dsp:sp>
    <dsp:sp modelId="{21DB0AF2-9790-49D0-98E6-BCCB880DB5E0}">
      <dsp:nvSpPr>
        <dsp:cNvPr id="0" name=""/>
        <dsp:cNvSpPr/>
      </dsp:nvSpPr>
      <dsp:spPr>
        <a:xfrm>
          <a:off x="6159367" y="3135863"/>
          <a:ext cx="1897728" cy="3639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lvl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2300" kern="1200"/>
        </a:p>
      </dsp:txBody>
      <dsp:txXfrm>
        <a:off x="6159367" y="3135863"/>
        <a:ext cx="1897728" cy="363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063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470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387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985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13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32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680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978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41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059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32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B8FAD-A213-4C74-A615-17191FB535E8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0326-358D-4902-93EC-5575CCCE70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08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gurrumina.galeon.com/aficiones1691512.html" TargetMode="External"/><Relationship Id="rId13" Type="http://schemas.openxmlformats.org/officeDocument/2006/relationships/image" Target="../media/image23.jpeg"/><Relationship Id="rId3" Type="http://schemas.openxmlformats.org/officeDocument/2006/relationships/hyperlink" Target="http://gurrumina.galeon.com/aficiones1670442.html" TargetMode="External"/><Relationship Id="rId7" Type="http://schemas.openxmlformats.org/officeDocument/2006/relationships/hyperlink" Target="http://gurrumina.galeon.com/aficiones1679362.html" TargetMode="External"/><Relationship Id="rId12" Type="http://schemas.openxmlformats.org/officeDocument/2006/relationships/image" Target="../media/image22.jpeg"/><Relationship Id="rId2" Type="http://schemas.openxmlformats.org/officeDocument/2006/relationships/hyperlink" Target="http://gurrumina.galeon.com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gurrumina.galeon.com/aficiones1678715.html" TargetMode="External"/><Relationship Id="rId11" Type="http://schemas.openxmlformats.org/officeDocument/2006/relationships/image" Target="../media/image21.gif"/><Relationship Id="rId5" Type="http://schemas.openxmlformats.org/officeDocument/2006/relationships/hyperlink" Target="http://gurrumina.galeon.com/aficiones1678712.html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://gurrumina.galeon.com/album1670443.html" TargetMode="External"/><Relationship Id="rId9" Type="http://schemas.openxmlformats.org/officeDocument/2006/relationships/hyperlink" Target="http://gurrumina.galeon.com/aficiones1692939.html" TargetMode="External"/><Relationship Id="rId1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8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finicionabc.com/general/electricidad.php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5"/>
          <a:stretch/>
        </p:blipFill>
        <p:spPr bwMode="auto">
          <a:xfrm>
            <a:off x="0" y="-2657"/>
            <a:ext cx="9144000" cy="6858000"/>
          </a:xfrm>
          <a:prstGeom prst="rect">
            <a:avLst/>
          </a:prstGeom>
          <a:noFill/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 contourW="12700">
            <a:contourClr>
              <a:schemeClr val="accent6">
                <a:lumMod val="75000"/>
              </a:schemeClr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267744" y="4174341"/>
            <a:ext cx="590930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Importancia del Agua y energía solar</a:t>
            </a:r>
            <a:endParaRPr lang="es-ES" sz="4400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15364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926" y="1700808"/>
            <a:ext cx="1865694" cy="192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79512" y="33894"/>
            <a:ext cx="70991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b="1" cap="none" spc="0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Núcleo: </a:t>
            </a:r>
            <a:r>
              <a:rPr lang="es-ES" sz="3200" b="1" cap="none" spc="0" dirty="0" smtClean="0">
                <a:ln w="11430"/>
              </a:rPr>
              <a:t>Exploración del Entorno Natural </a:t>
            </a:r>
            <a:endParaRPr lang="es-ES" sz="3200" b="1" cap="none" spc="0" dirty="0">
              <a:ln w="1143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2915816" y="3835787"/>
            <a:ext cx="428905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1600" cap="none" spc="0" dirty="0" smtClean="0">
                <a:ln w="11430"/>
                <a:solidFill>
                  <a:srgbClr val="FF0000"/>
                </a:solidFill>
              </a:rPr>
              <a:t>Ámbito: </a:t>
            </a:r>
            <a:r>
              <a:rPr lang="es-ES" sz="1600" cap="none" spc="0" dirty="0" smtClean="0">
                <a:ln w="11430"/>
              </a:rPr>
              <a:t>Interacción y Comprensión  del entorno. </a:t>
            </a:r>
            <a:endParaRPr lang="es-ES" sz="1600" cap="none" spc="0" dirty="0">
              <a:ln w="11430"/>
            </a:endParaRPr>
          </a:p>
        </p:txBody>
      </p:sp>
    </p:spTree>
    <p:extLst>
      <p:ext uri="{BB962C8B-B14F-4D97-AF65-F5344CB8AC3E}">
        <p14:creationId xmlns:p14="http://schemas.microsoft.com/office/powerpoint/2010/main" val="123721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913668"/>
            <a:ext cx="2808312" cy="221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de nube"/>
          <p:cNvSpPr/>
          <p:nvPr/>
        </p:nvSpPr>
        <p:spPr>
          <a:xfrm>
            <a:off x="1835696" y="836712"/>
            <a:ext cx="5472608" cy="2592288"/>
          </a:xfrm>
          <a:prstGeom prst="cloudCallout">
            <a:avLst>
              <a:gd name="adj1" fmla="val -15369"/>
              <a:gd name="adj2" fmla="val 72090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Reconocer la importancia del agua y la energía solar para la vida humana. Los animales y las plantas, a partir de experiencias previas. </a:t>
            </a:r>
            <a:endParaRPr lang="es-CL" dirty="0"/>
          </a:p>
        </p:txBody>
      </p:sp>
      <p:pic>
        <p:nvPicPr>
          <p:cNvPr id="14340" name="Picture 4" descr="Resultado de imagen para dibujo de agu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789040"/>
            <a:ext cx="2304256" cy="163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16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71805" y="1052736"/>
            <a:ext cx="5173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es el agua?</a:t>
            </a:r>
            <a:endParaRPr lang="es-ES" sz="54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331640" y="2004875"/>
            <a:ext cx="62646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El </a:t>
            </a:r>
            <a:r>
              <a:rPr lang="es-MX" sz="2000" b="1" dirty="0"/>
              <a:t>agua</a:t>
            </a:r>
            <a:r>
              <a:rPr lang="es-MX" sz="2000" dirty="0"/>
              <a:t> es un elemento indispensable en nuestras vidas y nada de lo que conocemos podría existir sin ella. ... El planeta Tierra es también conocido como el 'planeta azul', por la gran cantidad de </a:t>
            </a:r>
            <a:r>
              <a:rPr lang="es-MX" sz="2000" b="1" dirty="0"/>
              <a:t>agua</a:t>
            </a:r>
            <a:r>
              <a:rPr lang="es-MX" sz="2000" dirty="0"/>
              <a:t> que existe en él y es el único de los planetas que conocemos que está habitado por seres vivos.</a:t>
            </a:r>
            <a:endParaRPr lang="es-CL" sz="2000" dirty="0"/>
          </a:p>
        </p:txBody>
      </p:sp>
      <p:pic>
        <p:nvPicPr>
          <p:cNvPr id="2057" name="Picture 9" descr="Resultado de imagen para agua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805" y="3943867"/>
            <a:ext cx="1804160" cy="185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Resultado de imagen para agua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881224"/>
            <a:ext cx="172402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Resultado de imagen para dibujo de plane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143" y="3789040"/>
            <a:ext cx="1790228" cy="17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6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1" y="0"/>
            <a:ext cx="917117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11015" y="1755809"/>
            <a:ext cx="620250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MX" dirty="0" smtClean="0"/>
              <a:t>Si </a:t>
            </a:r>
            <a:r>
              <a:rPr lang="es-MX" dirty="0"/>
              <a:t>vives en una ciudad o vecindario, tu agua probablemente venga de un río o lago cercano. Es bombeada a un centro de tratado de aguas, donde es limpiada para remover bacterias y químicos para que sea segura de beber. Luego es bombeada a tu casa a través de ductos subterráneos. 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95816" y="1124744"/>
            <a:ext cx="53341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De dónde viene el agua?</a:t>
            </a:r>
            <a:endParaRPr lang="es-ES" sz="32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8" name="Picture 6" descr="Resultado de imagen para dibujo de montaÃ±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914" y="3681599"/>
            <a:ext cx="2043800" cy="163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714" y="3794752"/>
            <a:ext cx="2389106" cy="152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Resultado de imagen para dibujo de ma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52" y="3665931"/>
            <a:ext cx="1943109" cy="153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79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sultado de imagen para planta tratamiento de agu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0"/>
            <a:ext cx="9144000" cy="680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5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7"/>
            <a:ext cx="9144000" cy="585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-29727" y="34789"/>
            <a:ext cx="9173727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7030A0"/>
                </a:solidFill>
              </a:rPr>
              <a:t>¿ Cómo llega el agua a </a:t>
            </a:r>
            <a:r>
              <a:rPr lang="es-ES" sz="5400" b="1" dirty="0" smtClean="0">
                <a:ln w="11430"/>
                <a:solidFill>
                  <a:srgbClr val="7030A0"/>
                </a:solidFill>
              </a:rPr>
              <a:t>la </a:t>
            </a:r>
            <a:r>
              <a:rPr lang="es-ES" sz="5400" b="1" cap="none" spc="0" dirty="0" smtClean="0">
                <a:ln w="11430"/>
                <a:solidFill>
                  <a:srgbClr val="7030A0"/>
                </a:solidFill>
              </a:rPr>
              <a:t>casa?</a:t>
            </a:r>
            <a:endParaRPr lang="es-ES" sz="5400" b="1" cap="none" spc="0" dirty="0">
              <a:ln w="11430"/>
              <a:solidFill>
                <a:srgbClr val="7030A0"/>
              </a:solidFill>
            </a:endParaRPr>
          </a:p>
        </p:txBody>
      </p:sp>
      <p:pic>
        <p:nvPicPr>
          <p:cNvPr id="7" name="Picture 9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" y="5414274"/>
            <a:ext cx="1372567" cy="14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7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 descr="Resultado de imagen para baÃ±arse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489" y="1575009"/>
            <a:ext cx="3159101" cy="3330536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Resultado de imagen para dibujo de s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0" name="Picture 6" descr="Resultado de imagen para dibujo de s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40" y="1575009"/>
            <a:ext cx="2945593" cy="3295536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2149748" y="764704"/>
            <a:ext cx="48876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Para qué sirve el agua?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947876" y="5032501"/>
            <a:ext cx="2299191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Bañarnos</a:t>
            </a:r>
            <a:r>
              <a:rPr lang="es-CL" sz="4000" dirty="0" smtClean="0"/>
              <a:t> </a:t>
            </a:r>
            <a:endParaRPr lang="es-CL" sz="40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733940" y="5032501"/>
            <a:ext cx="2918418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Hidratarnos</a:t>
            </a:r>
            <a:r>
              <a:rPr lang="es-CL" sz="4000" dirty="0" smtClean="0"/>
              <a:t> </a:t>
            </a:r>
            <a:endParaRPr lang="es-CL" sz="4000" dirty="0"/>
          </a:p>
        </p:txBody>
      </p:sp>
    </p:spTree>
    <p:extLst>
      <p:ext uri="{BB962C8B-B14F-4D97-AF65-F5344CB8AC3E}">
        <p14:creationId xmlns:p14="http://schemas.microsoft.com/office/powerpoint/2010/main" val="410687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 descr="Resultado de imagen para lavar la ropa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644" y="1898622"/>
            <a:ext cx="3312368" cy="3366754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sultado de imagen para cocinar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898622"/>
            <a:ext cx="3096341" cy="3394835"/>
          </a:xfrm>
          <a:prstGeom prst="rect">
            <a:avLst/>
          </a:prstGeom>
          <a:noFill/>
          <a:ln w="38100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2259220" y="5412755"/>
            <a:ext cx="1391216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Lavar </a:t>
            </a:r>
            <a:r>
              <a:rPr lang="es-CL" sz="4000" dirty="0" smtClean="0"/>
              <a:t> </a:t>
            </a:r>
            <a:endParaRPr lang="es-CL" sz="4000" dirty="0"/>
          </a:p>
        </p:txBody>
      </p:sp>
      <p:sp>
        <p:nvSpPr>
          <p:cNvPr id="8" name="7 CuadroTexto"/>
          <p:cNvSpPr txBox="1"/>
          <p:nvPr/>
        </p:nvSpPr>
        <p:spPr>
          <a:xfrm>
            <a:off x="5076057" y="5474311"/>
            <a:ext cx="1728192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3200" b="1" dirty="0" smtClean="0"/>
              <a:t>Cocinar</a:t>
            </a:r>
            <a:r>
              <a:rPr lang="es-CL" dirty="0" smtClean="0"/>
              <a:t>  </a:t>
            </a:r>
            <a:endParaRPr lang="es-CL" dirty="0"/>
          </a:p>
        </p:txBody>
      </p:sp>
      <p:sp>
        <p:nvSpPr>
          <p:cNvPr id="9" name="8 Rectángulo"/>
          <p:cNvSpPr/>
          <p:nvPr/>
        </p:nvSpPr>
        <p:spPr>
          <a:xfrm>
            <a:off x="2144753" y="977821"/>
            <a:ext cx="48876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Para qué sirve el agua?</a:t>
            </a:r>
            <a:endParaRPr lang="es-ES" sz="36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952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0" descr="Resultado de imagen para lavar los alimentos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25"/>
          <a:stretch/>
        </p:blipFill>
        <p:spPr bwMode="auto">
          <a:xfrm>
            <a:off x="1398241" y="1616730"/>
            <a:ext cx="3299873" cy="3162672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Resultado de imagen para dibujo rega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6" t="5930" r="22952"/>
          <a:stretch/>
        </p:blipFill>
        <p:spPr bwMode="auto">
          <a:xfrm>
            <a:off x="4915985" y="1601477"/>
            <a:ext cx="2952327" cy="3162671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310178" y="4941168"/>
            <a:ext cx="3605807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Lavar Alimentos </a:t>
            </a:r>
            <a:r>
              <a:rPr lang="es-CL" sz="4000" dirty="0" smtClean="0"/>
              <a:t> </a:t>
            </a:r>
            <a:endParaRPr lang="es-CL" sz="4000" dirty="0"/>
          </a:p>
        </p:txBody>
      </p:sp>
      <p:sp>
        <p:nvSpPr>
          <p:cNvPr id="8" name="7 CuadroTexto"/>
          <p:cNvSpPr txBox="1"/>
          <p:nvPr/>
        </p:nvSpPr>
        <p:spPr>
          <a:xfrm>
            <a:off x="5641221" y="4941168"/>
            <a:ext cx="1391216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Regar</a:t>
            </a:r>
            <a:r>
              <a:rPr lang="es-CL" sz="4000" dirty="0" smtClean="0"/>
              <a:t> </a:t>
            </a:r>
            <a:endParaRPr lang="es-CL" sz="4000" dirty="0"/>
          </a:p>
        </p:txBody>
      </p:sp>
      <p:sp>
        <p:nvSpPr>
          <p:cNvPr id="9" name="8 Rectángulo"/>
          <p:cNvSpPr/>
          <p:nvPr/>
        </p:nvSpPr>
        <p:spPr>
          <a:xfrm>
            <a:off x="2144753" y="775454"/>
            <a:ext cx="48876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Para qué sirve el agua?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29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2364213" y="1369587"/>
          <a:ext cx="4415574" cy="4987190"/>
        </p:xfrm>
        <a:graphic>
          <a:graphicData uri="http://schemas.openxmlformats.org/drawingml/2006/table">
            <a:tbl>
              <a:tblPr/>
              <a:tblGrid>
                <a:gridCol w="1471858"/>
                <a:gridCol w="1471858"/>
                <a:gridCol w="1471858"/>
              </a:tblGrid>
              <a:tr h="588743">
                <a:tc gridSpan="2">
                  <a:txBody>
                    <a:bodyPr/>
                    <a:lstStyle/>
                    <a:p>
                      <a:r>
                        <a:rPr lang="es-CL" sz="1000"/>
                        <a:t/>
                      </a:r>
                      <a:br>
                        <a:rPr lang="es-CL" sz="1000"/>
                      </a:br>
                      <a:r>
                        <a:rPr lang="es-CL" sz="1000"/>
                        <a:t> </a:t>
                      </a:r>
                      <a:endParaRPr lang="es-CL" sz="1000">
                        <a:effectLst/>
                      </a:endParaRPr>
                    </a:p>
                    <a:p>
                      <a:r>
                        <a:rPr lang="es-CL" sz="1000"/>
                        <a:t/>
                      </a:r>
                      <a:br>
                        <a:rPr lang="es-CL" sz="1000"/>
                      </a:br>
                      <a:endParaRPr lang="es-CL" sz="10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248">
                <a:tc>
                  <a:txBody>
                    <a:bodyPr/>
                    <a:lstStyle/>
                    <a:p>
                      <a:endParaRPr lang="es-CL" sz="100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00"/>
                    </a:p>
                  </a:txBody>
                  <a:tcPr marL="49062" marR="49062" marT="24531" marB="24531">
                    <a:lnL>
                      <a:noFill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s-CL" sz="1000"/>
                    </a:p>
                  </a:txBody>
                  <a:tcPr marL="49062" marR="49062" marT="24531" marB="24531">
                    <a:lnT>
                      <a:noFill/>
                    </a:lnT>
                  </a:tcPr>
                </a:tc>
              </a:tr>
              <a:tr h="1944079">
                <a:tc>
                  <a:txBody>
                    <a:bodyPr/>
                    <a:lstStyle/>
                    <a:p>
                      <a:r>
                        <a:rPr lang="es-MX" sz="1000">
                          <a:latin typeface="Verdana, Arial, Helvetica, sans-serif"/>
                          <a:hlinkClick r:id="rId2"/>
                        </a:rPr>
                        <a:t>DIA MUNDIAL DEL AGUA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3"/>
                        </a:rPr>
                        <a:t>CUIDADOS DEL AGUA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4"/>
                        </a:rPr>
                        <a:t>IMAGENES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5"/>
                        </a:rPr>
                        <a:t>ESCASEZ DEL AGUA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6"/>
                        </a:rPr>
                        <a:t>EL AGUA: UN LIQUIDO VITAL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7"/>
                        </a:rPr>
                        <a:t>¿ COMO TRABAJA EL CICLO DEL AGUA?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8"/>
                        </a:rPr>
                        <a:t>EL AGUA COMO RECURSO HUMANO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r>
                        <a:rPr lang="es-MX" sz="1000">
                          <a:latin typeface="Verdana, Arial, Helvetica, sans-serif"/>
                          <a:hlinkClick r:id="rId9"/>
                        </a:rPr>
                        <a:t>IMPORTANCIA DE AGUA PARA LA VIDA</a:t>
                      </a:r>
                      <a:r>
                        <a:rPr lang="es-MX" sz="1000">
                          <a:latin typeface="Verdana, Arial, Helvetica, sans-serif"/>
                        </a:rPr>
                        <a:t/>
                      </a:r>
                      <a:br>
                        <a:rPr lang="es-MX" sz="1000">
                          <a:latin typeface="Verdana, Arial, Helvetica, sans-serif"/>
                        </a:rPr>
                      </a:br>
                      <a:endParaRPr lang="es-MX" sz="1000"/>
                    </a:p>
                  </a:txBody>
                  <a:tcPr marL="15332" marR="15332" marT="15332" marB="153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s-CL" sz="100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0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</a:tr>
              <a:tr h="1796893">
                <a:tc>
                  <a:txBody>
                    <a:bodyPr/>
                    <a:lstStyle/>
                    <a:p>
                      <a:r>
                        <a:rPr lang="es-MX" sz="1000" b="1">
                          <a:latin typeface="Georgia, Times New Roman, Times, serif"/>
                        </a:rPr>
                        <a:t>El agua y el paisaje: El agua está en muchos lugares: En las nubes; en los ríos, en la nieve y en el mar. También está donde no la podemos ver, como en el aire mismo, en nuestro cuerpo, en los alimentos y bajo la tierra. Además, el agua cambia de un lugar a otro</a:t>
                      </a:r>
                      <a:endParaRPr lang="es-MX" sz="1000"/>
                    </a:p>
                  </a:txBody>
                  <a:tcPr marL="15332" marR="15332" marT="15332" marB="153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sz="1000" dirty="0"/>
                    </a:p>
                  </a:txBody>
                  <a:tcPr marL="49062" marR="49062" marT="24531" marB="24531">
                    <a:lnL>
                      <a:noFill/>
                    </a:lnL>
                    <a:lnT>
                      <a:noFill/>
                    </a:lnT>
                  </a:tcPr>
                </a:tc>
              </a:tr>
            </a:tbl>
          </a:graphicData>
        </a:graphic>
      </p:graphicFrame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76" y="0"/>
            <a:ext cx="917117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" descr="http://nym1-ib.adnxs.com/it?referrer=http%3A%2F%2Fgurrumina.galeon.com%2Faficiones1692939.html&amp;e=wqT_3QKlCaClBAAAAwDWAAUBCL-XnOQFEK_S0Ln4nuHtQRjyt4Sv3cCxy1kqNgkAAAkCABEJBwgAABkRCQAhEQkAKREJADERCagwxZaSAziOHkCOHkgCUPOWhDFYqPs5YABo9q9VeNynBYABAYoBA1VTRJIBAQbwRpgBrAKgAfoBqAEBsAEAuAECwAEDyAEC0AEA2AEA4AEA6gGyAmh0dHA6Ly9ueW0xLWliLmFkbnhzLmNvbS9jbGljaz9BQUFBUgMAGElEQzlkZ19SHABoS00yRi1fSXdTZ3M4aHZoMVFYR2xsbV9DNGRjBTAwR042UlFDOEF3QUE1UQESNElBQUFDZjduNENaV2dDARIRATBSVlZTQUN3Qi1nRFYxBSwQQUJBZ0UJHxhJSUFIQmMtCQ0YQS4vYmNyPQ0NAQHwkD0vYm49ODY2NzQvcmVmZXJyZXI9aHR0cCUzQSUyRiUyRmd1cnJ1bWluYS5nYWxlb24uY29tJTJGYWZpY2lvbmVzMTY5MjkzOS5odG1sL2NsaWNrZW5jPfABAIoCPHVmKCdhJywgMTg4MjU0OSwgMTU1MjM1NDIzOSk7dWYoJ3InLCAxMDI4Mjg5MTUsIDE1NTIRH_BekgLxASFkaTRrR3dpbTFaNElFUE9XaERFWUFDQ28temt3QkRnQVFBUklqaDVReFphU0ExZ0FZTklFYUFCd0FIZ0FnQUVBaUFFQWtBRUJtQUVCb0FFU3FBRURzQUVBdVEtHgEBCE1FQgEHCQE8REpBYnotWTZJY0NBWkEyUREoIER3UC1BQkFQVQksHEpnQ0FLQUNfAQEQdy0xQWcBPgRDOQkISERBQWdESUFnRGdBZ0RvQWdENEEhsbB3R1lBd0dvQTZiVm5naTZBd2xPV1UweU9qUXpOampnQTdJSZoCYSFmUXhsUUE29AAkcVBzNUlBUW9BRBGQWEFBQURvSlRsbE5Nam8wTXpZNFFMSUlTKf4UQUFQQV9VEQwMQUFBVx0MKNgCAOACudAw6gIxIekIOi8vTuMBBC9hTuEB8KSAAwCIAwGQAwCYAxmgAwGqAwDAA6wCyAMA2AOTmDDgAwDoAwD4AwGABACSBAQvdHRqmAQAogQOMTkwLjQ2LjIzOC4xNTGoBIoWsgQMCAAQABgAIAAwADgAuAQAwAQAyAQA0gQOMzg1NCNOWU0yOjQzNjjaBAIIAOAEAPAE85aEMYgFAZgFAKAF____________AcAFAMkFAAAAAAAA8D_SBQkJAACJCWjYBQHgBQHwBQH6BQQIABAAkAYAmAYAuAYAwQYJISTwP8gGANoGFgoQCRAZARgQABgA4AYB&amp;s=44e0f2369285458a6a72af74f59a9beaf988c6f5"/>
          <p:cNvSpPr>
            <a:spLocks noChangeAspect="1" noChangeArrowheads="1"/>
          </p:cNvSpPr>
          <p:nvPr/>
        </p:nvSpPr>
        <p:spPr bwMode="auto">
          <a:xfrm>
            <a:off x="2363788" y="1370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2" descr="http://nym1-ib.adnxs.com/it?referrer=http%3A%2F%2Fgurrumina.galeon.com%2Faficiones1692939.html&amp;e=wqT_3QK6A6C6AQAAAwDWAAUBCL-XnOQFEKPt3PiOubCULBjyt4Sv3cCxy1kqNgkAAAkCABEJBywAABkAAACAwvXYPyEREgApEQn0EAExAAAAIIXrsT8w4_SVAji8B0DlAUgCUJ_d-xNY5dAJYABo1asHeJKlBYABAYoBAJIBA0VVUpgBrAKgAfoBqAEBsAEAuAECwAEByAEA0AEA2AEA4AEA8AEA2AJk4ALeix3qAjFodHRwOi8vZ3VycnVtaW5hLmdhbGVvbi5jb20vYWZpY2lvbmVzMTY5MjkzOS5odG1sgAMAiAMBkAMAmAMZoAMBqgMAwAOsAsgDANgDk5gw4AMA6AMA-AMBgAQAkgQEL3R0apgEAKIEDjE5MC40Ni4yMzguMTUxqASKFrIEDAgAEAAYACAAMAA4ALgEAMAEAMgEANoEAggA4AQA8ASf3fsTiAUBmAUAoAUAwAUAyQUpGRTwP9IFCQkJDHAAANgFAeAFAPAFAPoFBAgAEACQBgCYBgC4BgDBBhEjHMgGANoGFgoQERA4AAAAAAAAAAAQABgA4AYA&amp;s=dfb5d47184043787a7a569b59e4b9f2d84ca8442"/>
          <p:cNvSpPr>
            <a:spLocks noChangeAspect="1" noChangeArrowheads="1"/>
          </p:cNvSpPr>
          <p:nvPr/>
        </p:nvSpPr>
        <p:spPr bwMode="auto">
          <a:xfrm>
            <a:off x="2363788" y="1370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195" name="Picture 3" descr="http://admingaleon.hispavista.com/imagenes/asistente/plantillas/paginas_personales/estrellas/img/vacio.gif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88" y="1370013"/>
            <a:ext cx="1714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1" name="Picture 9" descr="Imagen relacionada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429001"/>
            <a:ext cx="2160240" cy="222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Llamada ovalada"/>
          <p:cNvSpPr/>
          <p:nvPr/>
        </p:nvSpPr>
        <p:spPr>
          <a:xfrm>
            <a:off x="1155778" y="980728"/>
            <a:ext cx="4911748" cy="2794664"/>
          </a:xfrm>
          <a:prstGeom prst="wedgeEllipseCallout">
            <a:avLst>
              <a:gd name="adj1" fmla="val 62615"/>
              <a:gd name="adj2" fmla="val 4847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b="1" dirty="0" smtClean="0"/>
              <a:t>El agua está en muchos lugares: En las nubes; en los ríos, en la nieve y en el mar. También está donde no la podemos ver, como en el aire mismo, en nuestro cuerpo, en los alimentos y bajo la tierra. </a:t>
            </a:r>
            <a:endParaRPr lang="es-CL" b="1" dirty="0"/>
          </a:p>
        </p:txBody>
      </p:sp>
      <p:pic>
        <p:nvPicPr>
          <p:cNvPr id="8203" name="Picture 11" descr="Resultado de imagen para dibujo de agua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53" y="3985466"/>
            <a:ext cx="1461119" cy="169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5" name="Picture 13" descr="Resultado de imagen para dibujo de agua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864077"/>
            <a:ext cx="1579533" cy="225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72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sultado de imagen para borde azul para niÃ±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9" t="9709" r="6791" b="9784"/>
          <a:stretch/>
        </p:blipFill>
        <p:spPr bwMode="auto">
          <a:xfrm>
            <a:off x="0" y="3706"/>
            <a:ext cx="9144000" cy="685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8 Diagrama"/>
          <p:cNvGraphicFramePr/>
          <p:nvPr>
            <p:extLst>
              <p:ext uri="{D42A27DB-BD31-4B8C-83A1-F6EECF244321}">
                <p14:modId xmlns:p14="http://schemas.microsoft.com/office/powerpoint/2010/main" val="4149066018"/>
              </p:ext>
            </p:extLst>
          </p:nvPr>
        </p:nvGraphicFramePr>
        <p:xfrm>
          <a:off x="611560" y="548680"/>
          <a:ext cx="81369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50" name="Picture 6" descr="Resultado de imagen para bebiendo agua dibuj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93096"/>
            <a:ext cx="1942013" cy="2016224"/>
          </a:xfrm>
          <a:prstGeom prst="rect">
            <a:avLst/>
          </a:prstGeom>
          <a:noFill/>
          <a:ln w="28575">
            <a:solidFill>
              <a:srgbClr val="7030A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animales dibuj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3" y="4257571"/>
            <a:ext cx="2664296" cy="2051749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Imagen relacionad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257571"/>
            <a:ext cx="1829956" cy="2051749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03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0943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23528" y="5119927"/>
            <a:ext cx="318907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Energía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5944891" y="5085184"/>
            <a:ext cx="277672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Solar</a:t>
            </a:r>
            <a:endParaRPr lang="es-ES" sz="9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23528" y="0"/>
            <a:ext cx="38279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Importancia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437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energia solar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6" y="0"/>
            <a:ext cx="91230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67544" y="332656"/>
            <a:ext cx="51845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i="1" dirty="0"/>
              <a:t>La Energía Solar es aquella energía que se obtiene mediante la captura de la luz y el calor que emite el sol. Esa energía que emana del sol, los seres humanos la podemos convertir en energía útil, es decir, ya sea para calentar algo o bien para producir </a:t>
            </a:r>
            <a:r>
              <a:rPr lang="es-MX" b="1" i="1" dirty="0">
                <a:hlinkClick r:id="rId3" tooltip="electricidad"/>
              </a:rPr>
              <a:t>electricidad</a:t>
            </a:r>
            <a:r>
              <a:rPr lang="es-MX" b="1" i="1" dirty="0"/>
              <a:t>, entre las aplicaciones más comunes y relevantes que se realizan con ella.</a:t>
            </a:r>
            <a:endParaRPr lang="es-CL" b="1" i="1" dirty="0"/>
          </a:p>
        </p:txBody>
      </p:sp>
    </p:spTree>
    <p:extLst>
      <p:ext uri="{BB962C8B-B14F-4D97-AF65-F5344CB8AC3E}">
        <p14:creationId xmlns:p14="http://schemas.microsoft.com/office/powerpoint/2010/main" val="1647550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9062"/>
            <a:ext cx="8808913" cy="6560298"/>
          </a:xfrm>
          <a:prstGeom prst="rect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Flecha arriba"/>
          <p:cNvSpPr/>
          <p:nvPr/>
        </p:nvSpPr>
        <p:spPr>
          <a:xfrm rot="6924652">
            <a:off x="1910680" y="1339057"/>
            <a:ext cx="504056" cy="803499"/>
          </a:xfrm>
          <a:prstGeom prst="upArrow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1169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23528" y="764704"/>
            <a:ext cx="4572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MX" sz="2000" b="1" dirty="0">
                <a:solidFill>
                  <a:srgbClr val="FF0000"/>
                </a:solidFill>
              </a:rPr>
              <a:t>¿Cuáles son los beneficios de la energía solar en el medio ambiente</a:t>
            </a:r>
            <a:r>
              <a:rPr lang="es-MX" sz="2000" b="1" dirty="0" smtClean="0">
                <a:solidFill>
                  <a:srgbClr val="FF0000"/>
                </a:solidFill>
              </a:rPr>
              <a:t>?</a:t>
            </a:r>
          </a:p>
          <a:p>
            <a:pPr algn="just"/>
            <a:endParaRPr lang="es-MX" b="1" dirty="0"/>
          </a:p>
          <a:p>
            <a:pPr algn="just"/>
            <a:r>
              <a:rPr lang="es-MX" dirty="0"/>
              <a:t>2) Otro beneficio de la </a:t>
            </a:r>
            <a:r>
              <a:rPr lang="es-MX" b="1" dirty="0"/>
              <a:t>energía solar</a:t>
            </a:r>
            <a:r>
              <a:rPr lang="es-MX" dirty="0"/>
              <a:t>, es que es amable con el medio ambiente, ya que las células solares no sueltan nada en el aire, contrario a </a:t>
            </a:r>
            <a:r>
              <a:rPr lang="es-MX" b="1" dirty="0"/>
              <a:t>combustibles </a:t>
            </a:r>
            <a:r>
              <a:rPr lang="es-MX" b="1" dirty="0" smtClean="0"/>
              <a:t>fósiles </a:t>
            </a:r>
            <a:r>
              <a:rPr lang="es-MX" dirty="0" smtClean="0"/>
              <a:t>que </a:t>
            </a:r>
            <a:r>
              <a:rPr lang="es-MX" dirty="0"/>
              <a:t>emiten gases de efecto invernadero. 3) La </a:t>
            </a:r>
            <a:r>
              <a:rPr lang="es-MX" b="1" dirty="0"/>
              <a:t>energía solar</a:t>
            </a:r>
            <a:r>
              <a:rPr lang="es-MX" dirty="0"/>
              <a:t> funciona con sistemas silenciosos, por lo que no hay contaminación de ruido.</a:t>
            </a:r>
          </a:p>
        </p:txBody>
      </p:sp>
      <p:pic>
        <p:nvPicPr>
          <p:cNvPr id="6146" name="Picture 2" descr="Resultado de imagen para importancia de la energia sol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99597"/>
            <a:ext cx="3842395" cy="2943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768801"/>
            <a:ext cx="4029090" cy="2845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energia solar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10635" r="4166" b="11771"/>
          <a:stretch/>
        </p:blipFill>
        <p:spPr bwMode="auto">
          <a:xfrm>
            <a:off x="5269884" y="510019"/>
            <a:ext cx="2921354" cy="3117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323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96" y="0"/>
            <a:ext cx="9159595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42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"/>
            <a:ext cx="9144000" cy="678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planta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0" t="7172" r="10270" b="8038"/>
          <a:stretch/>
        </p:blipFill>
        <p:spPr bwMode="auto">
          <a:xfrm>
            <a:off x="7876186" y="71437"/>
            <a:ext cx="1267814" cy="133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Resultado de imagen para dibujo animale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5796136" y="5085184"/>
            <a:ext cx="247740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dibujo de so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1437"/>
            <a:ext cx="1118015" cy="106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465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353</Words>
  <Application>Microsoft Office PowerPoint</Application>
  <PresentationFormat>Presentación en pantalla (4:3)</PresentationFormat>
  <Paragraphs>36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23</cp:revision>
  <dcterms:created xsi:type="dcterms:W3CDTF">2019-03-11T18:11:04Z</dcterms:created>
  <dcterms:modified xsi:type="dcterms:W3CDTF">2019-03-12T14:27:40Z</dcterms:modified>
</cp:coreProperties>
</file>