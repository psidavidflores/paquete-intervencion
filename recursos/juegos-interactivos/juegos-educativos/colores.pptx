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83" r:id="rId2"/>
    <p:sldId id="28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5" r:id="rId30"/>
    <p:sldId id="286" r:id="rId31"/>
    <p:sldId id="287" r:id="rId32"/>
    <p:sldId id="288" r:id="rId33"/>
    <p:sldId id="293" r:id="rId34"/>
    <p:sldId id="294" r:id="rId35"/>
    <p:sldId id="295" r:id="rId36"/>
    <p:sldId id="296" r:id="rId37"/>
    <p:sldId id="297" r:id="rId38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0D8F"/>
    <a:srgbClr val="969696"/>
    <a:srgbClr val="996633"/>
    <a:srgbClr val="000000"/>
    <a:srgbClr val="FF9900"/>
    <a:srgbClr val="FC7A64"/>
    <a:srgbClr val="FF00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77" autoAdjust="0"/>
    <p:restoredTop sz="94728" autoAdjust="0"/>
  </p:normalViewPr>
  <p:slideViewPr>
    <p:cSldViewPr>
      <p:cViewPr varScale="1">
        <p:scale>
          <a:sx n="58" d="100"/>
          <a:sy n="58" d="100"/>
        </p:scale>
        <p:origin x="-120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933BC191-F13A-4B96-9C3E-24A8108BFE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4FBEC57B-1373-4FE8-8B5E-BECA805F8B8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6A9D2A98-0C4D-481B-A75E-D7511EFABB0E}" type="datetimeFigureOut">
              <a:rPr lang="es-ES"/>
              <a:pPr>
                <a:defRPr/>
              </a:pPr>
              <a:t>28/05/2020</a:t>
            </a:fld>
            <a:endParaRPr lang="es-ES"/>
          </a:p>
        </p:txBody>
      </p:sp>
      <p:sp>
        <p:nvSpPr>
          <p:cNvPr id="4" name="3 Marcador de imagen de diapositiva">
            <a:extLst>
              <a:ext uri="{FF2B5EF4-FFF2-40B4-BE49-F238E27FC236}">
                <a16:creationId xmlns:a16="http://schemas.microsoft.com/office/drawing/2014/main" id="{75B15494-06B8-4E5C-BFCF-9428172307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" noProof="0"/>
          </a:p>
        </p:txBody>
      </p:sp>
      <p:sp>
        <p:nvSpPr>
          <p:cNvPr id="5" name="4 Marcador de notas">
            <a:extLst>
              <a:ext uri="{FF2B5EF4-FFF2-40B4-BE49-F238E27FC236}">
                <a16:creationId xmlns:a16="http://schemas.microsoft.com/office/drawing/2014/main" id="{87EEAA32-12FE-4BE4-B0E9-D6CF6683C7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E37D5F29-DB0D-4AC9-9F76-D78D716BA95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CAA4252A-A484-467F-B0A9-067D7A771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C3EDD7E-DD99-48E1-8E30-1358FA71E1C9}" type="slidenum">
              <a:rPr lang="es-ES" altLang="en-US"/>
              <a:pPr/>
              <a:t>‹Nº›</a:t>
            </a:fld>
            <a:endParaRPr lang="es-E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1 Marcador de imagen de diapositiva">
            <a:extLst>
              <a:ext uri="{FF2B5EF4-FFF2-40B4-BE49-F238E27FC236}">
                <a16:creationId xmlns:a16="http://schemas.microsoft.com/office/drawing/2014/main" id="{51F70081-733D-44E9-883B-EE585F9C4B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2 Marcador de notas">
            <a:extLst>
              <a:ext uri="{FF2B5EF4-FFF2-40B4-BE49-F238E27FC236}">
                <a16:creationId xmlns:a16="http://schemas.microsoft.com/office/drawing/2014/main" id="{B543F082-C44A-4AC4-A2E9-1387E58D461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0964" name="3 Marcador de número de diapositiva">
            <a:extLst>
              <a:ext uri="{FF2B5EF4-FFF2-40B4-BE49-F238E27FC236}">
                <a16:creationId xmlns:a16="http://schemas.microsoft.com/office/drawing/2014/main" id="{F60318A1-C2B4-4A0A-8CEC-9408EB7EAA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CDC3D1E-99C6-4A7B-A358-2D3E93A511C6}" type="slidenum">
              <a:rPr lang="es-ES" altLang="en-US"/>
              <a:pPr eaLnBrk="1" hangingPunct="1"/>
              <a:t>1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1 Marcador de imagen de diapositiva">
            <a:extLst>
              <a:ext uri="{FF2B5EF4-FFF2-40B4-BE49-F238E27FC236}">
                <a16:creationId xmlns:a16="http://schemas.microsoft.com/office/drawing/2014/main" id="{AAB17D47-798E-479A-A651-F991F686905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2 Marcador de notas">
            <a:extLst>
              <a:ext uri="{FF2B5EF4-FFF2-40B4-BE49-F238E27FC236}">
                <a16:creationId xmlns:a16="http://schemas.microsoft.com/office/drawing/2014/main" id="{446CB7CE-0F88-418A-9DCE-E5161CB81FC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1988" name="3 Marcador de número de diapositiva">
            <a:extLst>
              <a:ext uri="{FF2B5EF4-FFF2-40B4-BE49-F238E27FC236}">
                <a16:creationId xmlns:a16="http://schemas.microsoft.com/office/drawing/2014/main" id="{CDE8438A-82B2-497A-9F27-1DEE9DAB1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EB3882E-8088-40A3-B58F-3C83DD6FA17A}" type="slidenum">
              <a:rPr lang="es-ES" altLang="en-US"/>
              <a:pPr eaLnBrk="1" hangingPunct="1"/>
              <a:t>2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1 Marcador de imagen de diapositiva">
            <a:extLst>
              <a:ext uri="{FF2B5EF4-FFF2-40B4-BE49-F238E27FC236}">
                <a16:creationId xmlns:a16="http://schemas.microsoft.com/office/drawing/2014/main" id="{208B91C6-125A-459E-8233-5FF0892D325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2 Marcador de notas">
            <a:extLst>
              <a:ext uri="{FF2B5EF4-FFF2-40B4-BE49-F238E27FC236}">
                <a16:creationId xmlns:a16="http://schemas.microsoft.com/office/drawing/2014/main" id="{3621E9AC-5097-4493-B9A8-3C7861E7EB0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3012" name="3 Marcador de número de diapositiva">
            <a:extLst>
              <a:ext uri="{FF2B5EF4-FFF2-40B4-BE49-F238E27FC236}">
                <a16:creationId xmlns:a16="http://schemas.microsoft.com/office/drawing/2014/main" id="{7A67F083-3EA2-4DA9-8B54-8A0490601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9B7EA10-E474-483A-B1B4-0CF93FDAEB8F}" type="slidenum">
              <a:rPr lang="es-ES" altLang="en-US"/>
              <a:pPr eaLnBrk="1" hangingPunct="1"/>
              <a:t>3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1 Marcador de imagen de diapositiva">
            <a:extLst>
              <a:ext uri="{FF2B5EF4-FFF2-40B4-BE49-F238E27FC236}">
                <a16:creationId xmlns:a16="http://schemas.microsoft.com/office/drawing/2014/main" id="{123905E5-D684-4FCA-8E82-85047ED8AC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2 Marcador de notas">
            <a:extLst>
              <a:ext uri="{FF2B5EF4-FFF2-40B4-BE49-F238E27FC236}">
                <a16:creationId xmlns:a16="http://schemas.microsoft.com/office/drawing/2014/main" id="{6BE31A99-C45D-4882-95FE-DA2DC80BD5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4036" name="3 Marcador de número de diapositiva">
            <a:extLst>
              <a:ext uri="{FF2B5EF4-FFF2-40B4-BE49-F238E27FC236}">
                <a16:creationId xmlns:a16="http://schemas.microsoft.com/office/drawing/2014/main" id="{909AE637-5CB6-4A3A-827C-AA7CB6524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279BBB1-01BA-4CCF-88EC-80B70AAB6923}" type="slidenum">
              <a:rPr lang="es-ES" altLang="en-US"/>
              <a:pPr eaLnBrk="1" hangingPunct="1"/>
              <a:t>4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1 Marcador de imagen de diapositiva">
            <a:extLst>
              <a:ext uri="{FF2B5EF4-FFF2-40B4-BE49-F238E27FC236}">
                <a16:creationId xmlns:a16="http://schemas.microsoft.com/office/drawing/2014/main" id="{4B80CE18-92BE-4916-993F-9D3881B9547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2 Marcador de notas">
            <a:extLst>
              <a:ext uri="{FF2B5EF4-FFF2-40B4-BE49-F238E27FC236}">
                <a16:creationId xmlns:a16="http://schemas.microsoft.com/office/drawing/2014/main" id="{02C1630A-D7DA-4FF9-BD47-9CACEE51B89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5060" name="3 Marcador de número de diapositiva">
            <a:extLst>
              <a:ext uri="{FF2B5EF4-FFF2-40B4-BE49-F238E27FC236}">
                <a16:creationId xmlns:a16="http://schemas.microsoft.com/office/drawing/2014/main" id="{61A4AFB8-0CED-4097-9865-4028AE4EB2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A7218AA-E2D6-408B-BE0B-3415FCDD54B0}" type="slidenum">
              <a:rPr lang="es-ES" altLang="en-US"/>
              <a:pPr eaLnBrk="1" hangingPunct="1"/>
              <a:t>5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1 Marcador de imagen de diapositiva">
            <a:extLst>
              <a:ext uri="{FF2B5EF4-FFF2-40B4-BE49-F238E27FC236}">
                <a16:creationId xmlns:a16="http://schemas.microsoft.com/office/drawing/2014/main" id="{09EBAC64-FFF6-4241-99B9-10E62062B57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2 Marcador de notas">
            <a:extLst>
              <a:ext uri="{FF2B5EF4-FFF2-40B4-BE49-F238E27FC236}">
                <a16:creationId xmlns:a16="http://schemas.microsoft.com/office/drawing/2014/main" id="{55EDBC3B-F147-4A5E-8E78-A354DAF10D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6084" name="3 Marcador de número de diapositiva">
            <a:extLst>
              <a:ext uri="{FF2B5EF4-FFF2-40B4-BE49-F238E27FC236}">
                <a16:creationId xmlns:a16="http://schemas.microsoft.com/office/drawing/2014/main" id="{9CD6D8E4-A36A-417E-95C2-2B789E7703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C7A0EC6-EAE5-413E-89E4-DCA4B00882CA}" type="slidenum">
              <a:rPr lang="es-ES" altLang="en-US"/>
              <a:pPr eaLnBrk="1" hangingPunct="1"/>
              <a:t>6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1 Marcador de imagen de diapositiva">
            <a:extLst>
              <a:ext uri="{FF2B5EF4-FFF2-40B4-BE49-F238E27FC236}">
                <a16:creationId xmlns:a16="http://schemas.microsoft.com/office/drawing/2014/main" id="{A7A802EF-5948-4D44-BCF7-773C475A2E6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2 Marcador de notas">
            <a:extLst>
              <a:ext uri="{FF2B5EF4-FFF2-40B4-BE49-F238E27FC236}">
                <a16:creationId xmlns:a16="http://schemas.microsoft.com/office/drawing/2014/main" id="{FDBA1FA6-E3C7-41E0-A31C-C33D70B26E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7108" name="3 Marcador de número de diapositiva">
            <a:extLst>
              <a:ext uri="{FF2B5EF4-FFF2-40B4-BE49-F238E27FC236}">
                <a16:creationId xmlns:a16="http://schemas.microsoft.com/office/drawing/2014/main" id="{4DAF1217-96C4-458C-BDDB-FFE7F4C1F1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9014CF7-7BF0-47A2-8C90-9CCAEA71698E}" type="slidenum">
              <a:rPr lang="es-ES" altLang="en-US"/>
              <a:pPr eaLnBrk="1" hangingPunct="1"/>
              <a:t>7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1 Marcador de imagen de diapositiva">
            <a:extLst>
              <a:ext uri="{FF2B5EF4-FFF2-40B4-BE49-F238E27FC236}">
                <a16:creationId xmlns:a16="http://schemas.microsoft.com/office/drawing/2014/main" id="{4CC606ED-E079-4EF6-8B92-BEF3FB5769E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2 Marcador de notas">
            <a:extLst>
              <a:ext uri="{FF2B5EF4-FFF2-40B4-BE49-F238E27FC236}">
                <a16:creationId xmlns:a16="http://schemas.microsoft.com/office/drawing/2014/main" id="{282E1BCF-675A-4BB3-B584-7784685F331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8132" name="3 Marcador de número de diapositiva">
            <a:extLst>
              <a:ext uri="{FF2B5EF4-FFF2-40B4-BE49-F238E27FC236}">
                <a16:creationId xmlns:a16="http://schemas.microsoft.com/office/drawing/2014/main" id="{A23557FE-83DA-4A72-8AED-4365711E4B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4937D15-3C6E-481F-999B-1A639D138F32}" type="slidenum">
              <a:rPr lang="es-ES" altLang="en-US"/>
              <a:pPr eaLnBrk="1" hangingPunct="1"/>
              <a:t>8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1 Marcador de imagen de diapositiva">
            <a:extLst>
              <a:ext uri="{FF2B5EF4-FFF2-40B4-BE49-F238E27FC236}">
                <a16:creationId xmlns:a16="http://schemas.microsoft.com/office/drawing/2014/main" id="{F815157B-1A80-4B0A-BE86-E379A4BCC00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2 Marcador de notas">
            <a:extLst>
              <a:ext uri="{FF2B5EF4-FFF2-40B4-BE49-F238E27FC236}">
                <a16:creationId xmlns:a16="http://schemas.microsoft.com/office/drawing/2014/main" id="{8F2A2CC6-E184-4040-AEA7-DEF5165D4B9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9156" name="3 Marcador de número de diapositiva">
            <a:extLst>
              <a:ext uri="{FF2B5EF4-FFF2-40B4-BE49-F238E27FC236}">
                <a16:creationId xmlns:a16="http://schemas.microsoft.com/office/drawing/2014/main" id="{A806C296-EE1F-4B26-89F8-3A0A895710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E1311F0-6F8F-498B-9AEB-E80332BB34D6}" type="slidenum">
              <a:rPr lang="es-ES" altLang="en-US"/>
              <a:pPr eaLnBrk="1" hangingPunct="1"/>
              <a:t>9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1 Marcador de imagen de diapositiva">
            <a:extLst>
              <a:ext uri="{FF2B5EF4-FFF2-40B4-BE49-F238E27FC236}">
                <a16:creationId xmlns:a16="http://schemas.microsoft.com/office/drawing/2014/main" id="{0DE65258-411E-492E-9B40-35F22F5012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2 Marcador de notas">
            <a:extLst>
              <a:ext uri="{FF2B5EF4-FFF2-40B4-BE49-F238E27FC236}">
                <a16:creationId xmlns:a16="http://schemas.microsoft.com/office/drawing/2014/main" id="{E409262F-EC59-4AD4-A968-F6A609EB121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50180" name="3 Marcador de número de diapositiva">
            <a:extLst>
              <a:ext uri="{FF2B5EF4-FFF2-40B4-BE49-F238E27FC236}">
                <a16:creationId xmlns:a16="http://schemas.microsoft.com/office/drawing/2014/main" id="{F4AF597F-23BE-418C-BB1E-998BB69DDF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333C3B6-8C2E-4F04-8A7D-7B3D081C7111}" type="slidenum">
              <a:rPr lang="es-ES" altLang="en-US"/>
              <a:pPr eaLnBrk="1" hangingPunct="1"/>
              <a:t>10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1 Marcador de imagen de diapositiva">
            <a:extLst>
              <a:ext uri="{FF2B5EF4-FFF2-40B4-BE49-F238E27FC236}">
                <a16:creationId xmlns:a16="http://schemas.microsoft.com/office/drawing/2014/main" id="{AC0CFDB3-BA86-4B3E-9184-EE9E87490D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2 Marcador de notas">
            <a:extLst>
              <a:ext uri="{FF2B5EF4-FFF2-40B4-BE49-F238E27FC236}">
                <a16:creationId xmlns:a16="http://schemas.microsoft.com/office/drawing/2014/main" id="{EAA09817-E05A-40D7-8A12-429AA008C2C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51204" name="3 Marcador de número de diapositiva">
            <a:extLst>
              <a:ext uri="{FF2B5EF4-FFF2-40B4-BE49-F238E27FC236}">
                <a16:creationId xmlns:a16="http://schemas.microsoft.com/office/drawing/2014/main" id="{BA05A933-DCA2-43A3-8048-88A04C37DE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5A63D07-5D26-4EE2-A3C7-459368E8A9AC}" type="slidenum">
              <a:rPr lang="es-ES" altLang="en-US"/>
              <a:pPr eaLnBrk="1" hangingPunct="1"/>
              <a:t>11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1 Marcador de imagen de diapositiva">
            <a:extLst>
              <a:ext uri="{FF2B5EF4-FFF2-40B4-BE49-F238E27FC236}">
                <a16:creationId xmlns:a16="http://schemas.microsoft.com/office/drawing/2014/main" id="{70E7640E-6846-462B-92E5-EA157E67904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2 Marcador de notas">
            <a:extLst>
              <a:ext uri="{FF2B5EF4-FFF2-40B4-BE49-F238E27FC236}">
                <a16:creationId xmlns:a16="http://schemas.microsoft.com/office/drawing/2014/main" id="{A4DE2E75-21D9-47B0-BFE9-B77628D42EB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52228" name="3 Marcador de número de diapositiva">
            <a:extLst>
              <a:ext uri="{FF2B5EF4-FFF2-40B4-BE49-F238E27FC236}">
                <a16:creationId xmlns:a16="http://schemas.microsoft.com/office/drawing/2014/main" id="{41E18A06-E826-4CF2-98D4-89140D3151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2F6773F-6A23-4E23-A1F2-F188BAF9AB88}" type="slidenum">
              <a:rPr lang="es-ES" altLang="en-US"/>
              <a:pPr eaLnBrk="1" hangingPunct="1"/>
              <a:t>12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1 Marcador de imagen de diapositiva">
            <a:extLst>
              <a:ext uri="{FF2B5EF4-FFF2-40B4-BE49-F238E27FC236}">
                <a16:creationId xmlns:a16="http://schemas.microsoft.com/office/drawing/2014/main" id="{28963FF7-F99E-4ECF-86AA-6ACBE39D278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2 Marcador de notas">
            <a:extLst>
              <a:ext uri="{FF2B5EF4-FFF2-40B4-BE49-F238E27FC236}">
                <a16:creationId xmlns:a16="http://schemas.microsoft.com/office/drawing/2014/main" id="{C2BF933C-87B3-4A81-8091-D706F980167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53252" name="3 Marcador de número de diapositiva">
            <a:extLst>
              <a:ext uri="{FF2B5EF4-FFF2-40B4-BE49-F238E27FC236}">
                <a16:creationId xmlns:a16="http://schemas.microsoft.com/office/drawing/2014/main" id="{32DE1E68-708D-4F74-B57E-872E8ED9FE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1211AEC-7625-411E-996B-502230820AB7}" type="slidenum">
              <a:rPr lang="es-ES" altLang="en-US"/>
              <a:pPr eaLnBrk="1" hangingPunct="1"/>
              <a:t>13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1 Marcador de imagen de diapositiva">
            <a:extLst>
              <a:ext uri="{FF2B5EF4-FFF2-40B4-BE49-F238E27FC236}">
                <a16:creationId xmlns:a16="http://schemas.microsoft.com/office/drawing/2014/main" id="{46C4806E-893E-45A0-BE65-5BC9C24DC0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2 Marcador de notas">
            <a:extLst>
              <a:ext uri="{FF2B5EF4-FFF2-40B4-BE49-F238E27FC236}">
                <a16:creationId xmlns:a16="http://schemas.microsoft.com/office/drawing/2014/main" id="{2428EF29-752E-4CFD-BD9F-C135FC5654D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54276" name="3 Marcador de número de diapositiva">
            <a:extLst>
              <a:ext uri="{FF2B5EF4-FFF2-40B4-BE49-F238E27FC236}">
                <a16:creationId xmlns:a16="http://schemas.microsoft.com/office/drawing/2014/main" id="{0ADAEA3A-438C-41CB-8547-CB2DC14331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B02C753-EF5C-4470-80FC-5A44FB1D46A2}" type="slidenum">
              <a:rPr lang="es-ES" altLang="en-US"/>
              <a:pPr eaLnBrk="1" hangingPunct="1"/>
              <a:t>14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1 Marcador de imagen de diapositiva">
            <a:extLst>
              <a:ext uri="{FF2B5EF4-FFF2-40B4-BE49-F238E27FC236}">
                <a16:creationId xmlns:a16="http://schemas.microsoft.com/office/drawing/2014/main" id="{7CD28AE0-46C0-46B9-B276-59FE68A3DC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2 Marcador de notas">
            <a:extLst>
              <a:ext uri="{FF2B5EF4-FFF2-40B4-BE49-F238E27FC236}">
                <a16:creationId xmlns:a16="http://schemas.microsoft.com/office/drawing/2014/main" id="{821920EF-A41D-45EF-A369-DC48A07C0E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55300" name="3 Marcador de número de diapositiva">
            <a:extLst>
              <a:ext uri="{FF2B5EF4-FFF2-40B4-BE49-F238E27FC236}">
                <a16:creationId xmlns:a16="http://schemas.microsoft.com/office/drawing/2014/main" id="{54D3878B-1804-465D-BB52-4666E9DC6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6322BB9-8248-4880-9FAC-209091A11AD3}" type="slidenum">
              <a:rPr lang="es-ES" altLang="en-US"/>
              <a:pPr eaLnBrk="1" hangingPunct="1"/>
              <a:t>15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1 Marcador de imagen de diapositiva">
            <a:extLst>
              <a:ext uri="{FF2B5EF4-FFF2-40B4-BE49-F238E27FC236}">
                <a16:creationId xmlns:a16="http://schemas.microsoft.com/office/drawing/2014/main" id="{FCAD1734-D9E2-493C-8355-2B04910BD8D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2 Marcador de notas">
            <a:extLst>
              <a:ext uri="{FF2B5EF4-FFF2-40B4-BE49-F238E27FC236}">
                <a16:creationId xmlns:a16="http://schemas.microsoft.com/office/drawing/2014/main" id="{24D5D716-F531-40D0-A9FE-3FE91BA104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56324" name="3 Marcador de número de diapositiva">
            <a:extLst>
              <a:ext uri="{FF2B5EF4-FFF2-40B4-BE49-F238E27FC236}">
                <a16:creationId xmlns:a16="http://schemas.microsoft.com/office/drawing/2014/main" id="{A3C83D8A-86BA-44C6-B575-32E57CBC0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003DBAC-2703-429E-89C4-DCCBD3966240}" type="slidenum">
              <a:rPr lang="es-ES" altLang="en-US"/>
              <a:pPr eaLnBrk="1" hangingPunct="1"/>
              <a:t>16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1 Marcador de imagen de diapositiva">
            <a:extLst>
              <a:ext uri="{FF2B5EF4-FFF2-40B4-BE49-F238E27FC236}">
                <a16:creationId xmlns:a16="http://schemas.microsoft.com/office/drawing/2014/main" id="{23868EE9-5D90-4C3B-AC2A-65EBCE0292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2 Marcador de notas">
            <a:extLst>
              <a:ext uri="{FF2B5EF4-FFF2-40B4-BE49-F238E27FC236}">
                <a16:creationId xmlns:a16="http://schemas.microsoft.com/office/drawing/2014/main" id="{E008548B-E3A5-42F9-A820-A58150D8077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57348" name="3 Marcador de número de diapositiva">
            <a:extLst>
              <a:ext uri="{FF2B5EF4-FFF2-40B4-BE49-F238E27FC236}">
                <a16:creationId xmlns:a16="http://schemas.microsoft.com/office/drawing/2014/main" id="{EC8F171E-1F65-4CAC-954C-806445A21C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316B483-C3C1-4020-A29C-BDBD30029F10}" type="slidenum">
              <a:rPr lang="es-ES" altLang="en-US"/>
              <a:pPr eaLnBrk="1" hangingPunct="1"/>
              <a:t>17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1 Marcador de imagen de diapositiva">
            <a:extLst>
              <a:ext uri="{FF2B5EF4-FFF2-40B4-BE49-F238E27FC236}">
                <a16:creationId xmlns:a16="http://schemas.microsoft.com/office/drawing/2014/main" id="{32B3789E-8E08-487A-8795-62F73606C3C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2 Marcador de notas">
            <a:extLst>
              <a:ext uri="{FF2B5EF4-FFF2-40B4-BE49-F238E27FC236}">
                <a16:creationId xmlns:a16="http://schemas.microsoft.com/office/drawing/2014/main" id="{1AD31AA2-ADDA-4D67-BB10-5F40183E7E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58372" name="3 Marcador de número de diapositiva">
            <a:extLst>
              <a:ext uri="{FF2B5EF4-FFF2-40B4-BE49-F238E27FC236}">
                <a16:creationId xmlns:a16="http://schemas.microsoft.com/office/drawing/2014/main" id="{E38A6BC9-608C-494E-92A5-3BC2C94FE4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4DF94FC-FD6F-4585-9780-0284C5CD2F52}" type="slidenum">
              <a:rPr lang="es-ES" altLang="en-US"/>
              <a:pPr eaLnBrk="1" hangingPunct="1"/>
              <a:t>18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1 Marcador de imagen de diapositiva">
            <a:extLst>
              <a:ext uri="{FF2B5EF4-FFF2-40B4-BE49-F238E27FC236}">
                <a16:creationId xmlns:a16="http://schemas.microsoft.com/office/drawing/2014/main" id="{F416C309-DFAA-45B0-AE26-C9A5A67ED4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2 Marcador de notas">
            <a:extLst>
              <a:ext uri="{FF2B5EF4-FFF2-40B4-BE49-F238E27FC236}">
                <a16:creationId xmlns:a16="http://schemas.microsoft.com/office/drawing/2014/main" id="{8B7362D0-B315-4894-91F8-EB7573DFDBA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59396" name="3 Marcador de número de diapositiva">
            <a:extLst>
              <a:ext uri="{FF2B5EF4-FFF2-40B4-BE49-F238E27FC236}">
                <a16:creationId xmlns:a16="http://schemas.microsoft.com/office/drawing/2014/main" id="{C45EE8C7-BA71-4F45-99FF-F03C01D5D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2156BBA-99F6-48E4-B2D4-6A688C8A30F3}" type="slidenum">
              <a:rPr lang="es-ES" altLang="en-US"/>
              <a:pPr eaLnBrk="1" hangingPunct="1"/>
              <a:t>19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1 Marcador de imagen de diapositiva">
            <a:extLst>
              <a:ext uri="{FF2B5EF4-FFF2-40B4-BE49-F238E27FC236}">
                <a16:creationId xmlns:a16="http://schemas.microsoft.com/office/drawing/2014/main" id="{020C2194-AB33-4BE8-B74B-6E520A87E60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2 Marcador de notas">
            <a:extLst>
              <a:ext uri="{FF2B5EF4-FFF2-40B4-BE49-F238E27FC236}">
                <a16:creationId xmlns:a16="http://schemas.microsoft.com/office/drawing/2014/main" id="{D51672F5-36D3-4DFC-A542-F88C8C6BC0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60420" name="3 Marcador de número de diapositiva">
            <a:extLst>
              <a:ext uri="{FF2B5EF4-FFF2-40B4-BE49-F238E27FC236}">
                <a16:creationId xmlns:a16="http://schemas.microsoft.com/office/drawing/2014/main" id="{807AF386-ADCF-426B-B158-81E0ED835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D3FAD3B-F6BD-424B-88F6-FF8B4FD361DF}" type="slidenum">
              <a:rPr lang="es-ES" altLang="en-US"/>
              <a:pPr eaLnBrk="1" hangingPunct="1"/>
              <a:t>20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1 Marcador de imagen de diapositiva">
            <a:extLst>
              <a:ext uri="{FF2B5EF4-FFF2-40B4-BE49-F238E27FC236}">
                <a16:creationId xmlns:a16="http://schemas.microsoft.com/office/drawing/2014/main" id="{8A288731-C9B2-46AE-B4D1-8511043335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2 Marcador de notas">
            <a:extLst>
              <a:ext uri="{FF2B5EF4-FFF2-40B4-BE49-F238E27FC236}">
                <a16:creationId xmlns:a16="http://schemas.microsoft.com/office/drawing/2014/main" id="{F9F9558D-4B6C-4B3B-B9FB-6928BFF001D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61444" name="3 Marcador de número de diapositiva">
            <a:extLst>
              <a:ext uri="{FF2B5EF4-FFF2-40B4-BE49-F238E27FC236}">
                <a16:creationId xmlns:a16="http://schemas.microsoft.com/office/drawing/2014/main" id="{7AC3F0B5-F33B-4987-BBC7-6A5542AD62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5F6746B-70E9-4022-B1D6-7345005D1441}" type="slidenum">
              <a:rPr lang="es-ES" altLang="en-US"/>
              <a:pPr eaLnBrk="1" hangingPunct="1"/>
              <a:t>21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1 Marcador de imagen de diapositiva">
            <a:extLst>
              <a:ext uri="{FF2B5EF4-FFF2-40B4-BE49-F238E27FC236}">
                <a16:creationId xmlns:a16="http://schemas.microsoft.com/office/drawing/2014/main" id="{18A595DF-E825-44C3-94D3-B8E17B4EC6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2 Marcador de notas">
            <a:extLst>
              <a:ext uri="{FF2B5EF4-FFF2-40B4-BE49-F238E27FC236}">
                <a16:creationId xmlns:a16="http://schemas.microsoft.com/office/drawing/2014/main" id="{693D3BB2-5A7F-48AF-AD2F-7B4853A8963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62468" name="3 Marcador de número de diapositiva">
            <a:extLst>
              <a:ext uri="{FF2B5EF4-FFF2-40B4-BE49-F238E27FC236}">
                <a16:creationId xmlns:a16="http://schemas.microsoft.com/office/drawing/2014/main" id="{87CEC459-BEBD-48C6-9639-6812031FBE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2560913-596A-4764-8BAA-65EA6E48F5CE}" type="slidenum">
              <a:rPr lang="es-ES" altLang="en-US"/>
              <a:pPr eaLnBrk="1" hangingPunct="1"/>
              <a:t>22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1 Marcador de imagen de diapositiva">
            <a:extLst>
              <a:ext uri="{FF2B5EF4-FFF2-40B4-BE49-F238E27FC236}">
                <a16:creationId xmlns:a16="http://schemas.microsoft.com/office/drawing/2014/main" id="{2782FE60-B22C-4749-9564-4A08385295E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2 Marcador de notas">
            <a:extLst>
              <a:ext uri="{FF2B5EF4-FFF2-40B4-BE49-F238E27FC236}">
                <a16:creationId xmlns:a16="http://schemas.microsoft.com/office/drawing/2014/main" id="{F8F707B5-E41C-40CF-98C5-5BC92E89D0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63492" name="3 Marcador de número de diapositiva">
            <a:extLst>
              <a:ext uri="{FF2B5EF4-FFF2-40B4-BE49-F238E27FC236}">
                <a16:creationId xmlns:a16="http://schemas.microsoft.com/office/drawing/2014/main" id="{26A58939-D651-451F-B132-DFD09B396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00185F0-2E35-47FD-853D-4477E6C74A21}" type="slidenum">
              <a:rPr lang="es-ES" altLang="en-US"/>
              <a:pPr eaLnBrk="1" hangingPunct="1"/>
              <a:t>23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1 Marcador de imagen de diapositiva">
            <a:extLst>
              <a:ext uri="{FF2B5EF4-FFF2-40B4-BE49-F238E27FC236}">
                <a16:creationId xmlns:a16="http://schemas.microsoft.com/office/drawing/2014/main" id="{3E53FF61-B59F-4EE1-8F94-500B6F39FA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2 Marcador de notas">
            <a:extLst>
              <a:ext uri="{FF2B5EF4-FFF2-40B4-BE49-F238E27FC236}">
                <a16:creationId xmlns:a16="http://schemas.microsoft.com/office/drawing/2014/main" id="{7035829C-B322-4133-9ECE-F2A9941CCF1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64516" name="3 Marcador de número de diapositiva">
            <a:extLst>
              <a:ext uri="{FF2B5EF4-FFF2-40B4-BE49-F238E27FC236}">
                <a16:creationId xmlns:a16="http://schemas.microsoft.com/office/drawing/2014/main" id="{38280058-4177-4C54-8801-6BCA467D4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8BE3364-4BB0-477A-8EF1-2EA0C121DBBE}" type="slidenum">
              <a:rPr lang="es-ES" altLang="en-US"/>
              <a:pPr eaLnBrk="1" hangingPunct="1"/>
              <a:t>24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1 Marcador de imagen de diapositiva">
            <a:extLst>
              <a:ext uri="{FF2B5EF4-FFF2-40B4-BE49-F238E27FC236}">
                <a16:creationId xmlns:a16="http://schemas.microsoft.com/office/drawing/2014/main" id="{EB128102-102F-4F02-AD2D-9446C6C2BA4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2 Marcador de notas">
            <a:extLst>
              <a:ext uri="{FF2B5EF4-FFF2-40B4-BE49-F238E27FC236}">
                <a16:creationId xmlns:a16="http://schemas.microsoft.com/office/drawing/2014/main" id="{BE5EDAD4-BABE-40C9-B7AA-5C70F9AEA6C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65540" name="3 Marcador de número de diapositiva">
            <a:extLst>
              <a:ext uri="{FF2B5EF4-FFF2-40B4-BE49-F238E27FC236}">
                <a16:creationId xmlns:a16="http://schemas.microsoft.com/office/drawing/2014/main" id="{0D7F6DC1-5268-4F93-9A0D-6C4A87C112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3E4F089-F86A-4DAD-92AF-98CE3BE871B1}" type="slidenum">
              <a:rPr lang="es-ES" altLang="en-US"/>
              <a:pPr eaLnBrk="1" hangingPunct="1"/>
              <a:t>25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1 Marcador de imagen de diapositiva">
            <a:extLst>
              <a:ext uri="{FF2B5EF4-FFF2-40B4-BE49-F238E27FC236}">
                <a16:creationId xmlns:a16="http://schemas.microsoft.com/office/drawing/2014/main" id="{301CF765-1D0F-4B95-8F68-42DC113473E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2 Marcador de notas">
            <a:extLst>
              <a:ext uri="{FF2B5EF4-FFF2-40B4-BE49-F238E27FC236}">
                <a16:creationId xmlns:a16="http://schemas.microsoft.com/office/drawing/2014/main" id="{51BFF8E6-0EAF-46AC-AB35-9B7A210DAFE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66564" name="3 Marcador de número de diapositiva">
            <a:extLst>
              <a:ext uri="{FF2B5EF4-FFF2-40B4-BE49-F238E27FC236}">
                <a16:creationId xmlns:a16="http://schemas.microsoft.com/office/drawing/2014/main" id="{7C269B8F-8142-4D9A-A401-F1D074A8D7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1057243-FC4C-47CB-8FE9-565B71AB7116}" type="slidenum">
              <a:rPr lang="es-ES" altLang="en-US"/>
              <a:pPr eaLnBrk="1" hangingPunct="1"/>
              <a:t>26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1 Marcador de imagen de diapositiva">
            <a:extLst>
              <a:ext uri="{FF2B5EF4-FFF2-40B4-BE49-F238E27FC236}">
                <a16:creationId xmlns:a16="http://schemas.microsoft.com/office/drawing/2014/main" id="{C1C33E8B-08C8-49B3-BD61-3E7F4C25AC7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2 Marcador de notas">
            <a:extLst>
              <a:ext uri="{FF2B5EF4-FFF2-40B4-BE49-F238E27FC236}">
                <a16:creationId xmlns:a16="http://schemas.microsoft.com/office/drawing/2014/main" id="{A2FADA46-F805-44CD-BD57-4436FFD1424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67588" name="3 Marcador de número de diapositiva">
            <a:extLst>
              <a:ext uri="{FF2B5EF4-FFF2-40B4-BE49-F238E27FC236}">
                <a16:creationId xmlns:a16="http://schemas.microsoft.com/office/drawing/2014/main" id="{69EF2D19-D872-46A8-AA0E-62747CC8D7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3248782-CA02-4D92-B962-B3D05B65AEB9}" type="slidenum">
              <a:rPr lang="es-ES" altLang="en-US"/>
              <a:pPr eaLnBrk="1" hangingPunct="1"/>
              <a:t>27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1 Marcador de imagen de diapositiva">
            <a:extLst>
              <a:ext uri="{FF2B5EF4-FFF2-40B4-BE49-F238E27FC236}">
                <a16:creationId xmlns:a16="http://schemas.microsoft.com/office/drawing/2014/main" id="{E60848A7-D119-436D-9E5C-C463F2F93F0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2 Marcador de notas">
            <a:extLst>
              <a:ext uri="{FF2B5EF4-FFF2-40B4-BE49-F238E27FC236}">
                <a16:creationId xmlns:a16="http://schemas.microsoft.com/office/drawing/2014/main" id="{C11C732D-F39F-4D08-AF67-48B98889250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68612" name="3 Marcador de número de diapositiva">
            <a:extLst>
              <a:ext uri="{FF2B5EF4-FFF2-40B4-BE49-F238E27FC236}">
                <a16:creationId xmlns:a16="http://schemas.microsoft.com/office/drawing/2014/main" id="{924BE2AB-D43C-4216-B409-5B2A4F37FB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B2EEAB4-CE36-4EDD-A264-CAF14D3EEA3C}" type="slidenum">
              <a:rPr lang="es-ES" altLang="en-US"/>
              <a:pPr eaLnBrk="1" hangingPunct="1"/>
              <a:t>28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1 Marcador de imagen de diapositiva">
            <a:extLst>
              <a:ext uri="{FF2B5EF4-FFF2-40B4-BE49-F238E27FC236}">
                <a16:creationId xmlns:a16="http://schemas.microsoft.com/office/drawing/2014/main" id="{45EC1962-6CD8-42B1-ADDD-FC11699C732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2 Marcador de notas">
            <a:extLst>
              <a:ext uri="{FF2B5EF4-FFF2-40B4-BE49-F238E27FC236}">
                <a16:creationId xmlns:a16="http://schemas.microsoft.com/office/drawing/2014/main" id="{E7F17B9E-4ABB-4CC6-86DF-9301439A8E4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69636" name="3 Marcador de número de diapositiva">
            <a:extLst>
              <a:ext uri="{FF2B5EF4-FFF2-40B4-BE49-F238E27FC236}">
                <a16:creationId xmlns:a16="http://schemas.microsoft.com/office/drawing/2014/main" id="{80751BF4-4A2F-402F-A249-357BAF5198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429D5D8-E320-437C-A12A-B0499B203B50}" type="slidenum">
              <a:rPr lang="es-ES" altLang="en-US"/>
              <a:pPr eaLnBrk="1" hangingPunct="1"/>
              <a:t>29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1 Marcador de imagen de diapositiva">
            <a:extLst>
              <a:ext uri="{FF2B5EF4-FFF2-40B4-BE49-F238E27FC236}">
                <a16:creationId xmlns:a16="http://schemas.microsoft.com/office/drawing/2014/main" id="{9E52DE9A-293F-4423-9FE6-5C18DB0C832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2 Marcador de notas">
            <a:extLst>
              <a:ext uri="{FF2B5EF4-FFF2-40B4-BE49-F238E27FC236}">
                <a16:creationId xmlns:a16="http://schemas.microsoft.com/office/drawing/2014/main" id="{048533A1-FC51-482A-8578-BFC707EA03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70660" name="3 Marcador de número de diapositiva">
            <a:extLst>
              <a:ext uri="{FF2B5EF4-FFF2-40B4-BE49-F238E27FC236}">
                <a16:creationId xmlns:a16="http://schemas.microsoft.com/office/drawing/2014/main" id="{74309701-85B0-4BF9-9EC5-2A23938E5B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10E43F9-E740-4B4B-A7A9-4C586E7976D4}" type="slidenum">
              <a:rPr lang="es-ES" altLang="en-US"/>
              <a:pPr eaLnBrk="1" hangingPunct="1"/>
              <a:t>30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1 Marcador de imagen de diapositiva">
            <a:extLst>
              <a:ext uri="{FF2B5EF4-FFF2-40B4-BE49-F238E27FC236}">
                <a16:creationId xmlns:a16="http://schemas.microsoft.com/office/drawing/2014/main" id="{1D706352-14A9-407A-970D-D6277C3E2A8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2 Marcador de notas">
            <a:extLst>
              <a:ext uri="{FF2B5EF4-FFF2-40B4-BE49-F238E27FC236}">
                <a16:creationId xmlns:a16="http://schemas.microsoft.com/office/drawing/2014/main" id="{69841697-DFF2-4721-B2EE-DD0505DF22C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71684" name="3 Marcador de número de diapositiva">
            <a:extLst>
              <a:ext uri="{FF2B5EF4-FFF2-40B4-BE49-F238E27FC236}">
                <a16:creationId xmlns:a16="http://schemas.microsoft.com/office/drawing/2014/main" id="{441FE1B7-1B15-455B-92C5-BED71D5E24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EA60D93-C697-4077-84F9-934AC9B1E68C}" type="slidenum">
              <a:rPr lang="es-ES" altLang="en-US"/>
              <a:pPr eaLnBrk="1" hangingPunct="1"/>
              <a:t>31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1 Marcador de imagen de diapositiva">
            <a:extLst>
              <a:ext uri="{FF2B5EF4-FFF2-40B4-BE49-F238E27FC236}">
                <a16:creationId xmlns:a16="http://schemas.microsoft.com/office/drawing/2014/main" id="{14CB42E5-7699-4199-903C-9557FAD2B6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2 Marcador de notas">
            <a:extLst>
              <a:ext uri="{FF2B5EF4-FFF2-40B4-BE49-F238E27FC236}">
                <a16:creationId xmlns:a16="http://schemas.microsoft.com/office/drawing/2014/main" id="{F22D5052-7D7E-47DC-8646-41742B7E576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72708" name="3 Marcador de número de diapositiva">
            <a:extLst>
              <a:ext uri="{FF2B5EF4-FFF2-40B4-BE49-F238E27FC236}">
                <a16:creationId xmlns:a16="http://schemas.microsoft.com/office/drawing/2014/main" id="{E288AF51-8814-4565-AD16-5667E5E298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7B22ED5-2A5A-48B9-A7F6-3EF4BBC2A253}" type="slidenum">
              <a:rPr lang="es-ES" altLang="en-US"/>
              <a:pPr eaLnBrk="1" hangingPunct="1"/>
              <a:t>32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1 Marcador de imagen de diapositiva">
            <a:extLst>
              <a:ext uri="{FF2B5EF4-FFF2-40B4-BE49-F238E27FC236}">
                <a16:creationId xmlns:a16="http://schemas.microsoft.com/office/drawing/2014/main" id="{4F963C8E-BA8E-44D9-8A66-6E0C14223B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2 Marcador de notas">
            <a:extLst>
              <a:ext uri="{FF2B5EF4-FFF2-40B4-BE49-F238E27FC236}">
                <a16:creationId xmlns:a16="http://schemas.microsoft.com/office/drawing/2014/main" id="{B27B89F2-7D49-4F47-B619-0A29C465CE5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73732" name="3 Marcador de número de diapositiva">
            <a:extLst>
              <a:ext uri="{FF2B5EF4-FFF2-40B4-BE49-F238E27FC236}">
                <a16:creationId xmlns:a16="http://schemas.microsoft.com/office/drawing/2014/main" id="{A09CB805-A714-4EE7-95EA-216948CB7A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47E86C6-5A91-4005-82EA-0E7DB5CB425C}" type="slidenum">
              <a:rPr lang="es-ES" altLang="en-US"/>
              <a:pPr eaLnBrk="1" hangingPunct="1"/>
              <a:t>33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1 Marcador de imagen de diapositiva">
            <a:extLst>
              <a:ext uri="{FF2B5EF4-FFF2-40B4-BE49-F238E27FC236}">
                <a16:creationId xmlns:a16="http://schemas.microsoft.com/office/drawing/2014/main" id="{F0F12686-6D2F-4E38-A5EC-0844F43849E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2 Marcador de notas">
            <a:extLst>
              <a:ext uri="{FF2B5EF4-FFF2-40B4-BE49-F238E27FC236}">
                <a16:creationId xmlns:a16="http://schemas.microsoft.com/office/drawing/2014/main" id="{8116B4D2-B6F0-4A1D-BEE0-D209AE9E56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74756" name="3 Marcador de número de diapositiva">
            <a:extLst>
              <a:ext uri="{FF2B5EF4-FFF2-40B4-BE49-F238E27FC236}">
                <a16:creationId xmlns:a16="http://schemas.microsoft.com/office/drawing/2014/main" id="{023C19EA-1405-4D93-AA14-83A1C5AF8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59BA509-F3C0-4903-AAC6-C9AA8B3F98D9}" type="slidenum">
              <a:rPr lang="es-ES" altLang="en-US"/>
              <a:pPr eaLnBrk="1" hangingPunct="1"/>
              <a:t>34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1 Marcador de imagen de diapositiva">
            <a:extLst>
              <a:ext uri="{FF2B5EF4-FFF2-40B4-BE49-F238E27FC236}">
                <a16:creationId xmlns:a16="http://schemas.microsoft.com/office/drawing/2014/main" id="{3F724523-727C-4EF7-B180-D7168479C60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2 Marcador de notas">
            <a:extLst>
              <a:ext uri="{FF2B5EF4-FFF2-40B4-BE49-F238E27FC236}">
                <a16:creationId xmlns:a16="http://schemas.microsoft.com/office/drawing/2014/main" id="{5693E53F-57CB-454D-A393-77ECD2FAAF9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75780" name="3 Marcador de número de diapositiva">
            <a:extLst>
              <a:ext uri="{FF2B5EF4-FFF2-40B4-BE49-F238E27FC236}">
                <a16:creationId xmlns:a16="http://schemas.microsoft.com/office/drawing/2014/main" id="{A437E500-1E50-406C-9B86-98E42DE1A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EE1B0EB-2718-4036-BA83-108C504799C5}" type="slidenum">
              <a:rPr lang="es-ES" altLang="en-US"/>
              <a:pPr eaLnBrk="1" hangingPunct="1"/>
              <a:t>35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1 Marcador de imagen de diapositiva">
            <a:extLst>
              <a:ext uri="{FF2B5EF4-FFF2-40B4-BE49-F238E27FC236}">
                <a16:creationId xmlns:a16="http://schemas.microsoft.com/office/drawing/2014/main" id="{D825E9D3-C853-4336-AE9E-32C4EEB64A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2 Marcador de notas">
            <a:extLst>
              <a:ext uri="{FF2B5EF4-FFF2-40B4-BE49-F238E27FC236}">
                <a16:creationId xmlns:a16="http://schemas.microsoft.com/office/drawing/2014/main" id="{EA8AD89C-D71D-4CDE-BFC3-36AC69554E3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76804" name="3 Marcador de número de diapositiva">
            <a:extLst>
              <a:ext uri="{FF2B5EF4-FFF2-40B4-BE49-F238E27FC236}">
                <a16:creationId xmlns:a16="http://schemas.microsoft.com/office/drawing/2014/main" id="{7715C36D-CA7C-492E-AC7E-01AD9D2B23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F9E6254-97C1-4DC2-90AA-FBDFCEADEBEA}" type="slidenum">
              <a:rPr lang="es-ES" altLang="en-US"/>
              <a:pPr eaLnBrk="1" hangingPunct="1"/>
              <a:t>36</a:t>
            </a:fld>
            <a:endParaRPr lang="es-E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1 Marcador de imagen de diapositiva">
            <a:extLst>
              <a:ext uri="{FF2B5EF4-FFF2-40B4-BE49-F238E27FC236}">
                <a16:creationId xmlns:a16="http://schemas.microsoft.com/office/drawing/2014/main" id="{FC7A3B6D-2D29-4820-8394-99997B9DD1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2 Marcador de notas">
            <a:extLst>
              <a:ext uri="{FF2B5EF4-FFF2-40B4-BE49-F238E27FC236}">
                <a16:creationId xmlns:a16="http://schemas.microsoft.com/office/drawing/2014/main" id="{F4D655ED-F084-4A1F-ACF6-38A99F6F2DA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77828" name="3 Marcador de número de diapositiva">
            <a:extLst>
              <a:ext uri="{FF2B5EF4-FFF2-40B4-BE49-F238E27FC236}">
                <a16:creationId xmlns:a16="http://schemas.microsoft.com/office/drawing/2014/main" id="{8BC61ED4-0B48-42AA-B313-FCD805A57E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338F8D7-A8CC-42D7-8D5A-B61CE876D248}" type="slidenum">
              <a:rPr lang="es-ES" altLang="en-US"/>
              <a:pPr eaLnBrk="1" hangingPunct="1"/>
              <a:t>37</a:t>
            </a:fld>
            <a:endParaRPr lang="es-E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75AD6A-300F-4A05-8B6D-D14F9FD7B2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E45D8CE-1BB3-4ADC-A2EC-84692DF628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B72C7F2-74BB-4B4E-8EC1-F698C427C8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166AAC-4738-487E-8545-37C399A5BB7A}" type="slidenum">
              <a:rPr lang="es-ES" altLang="en-US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971468168"/>
      </p:ext>
    </p:extLst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6EB40DB-B8AD-4CEC-B337-B3A7D292E1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82E9635-E35F-4D91-90E5-0974F067FC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584CFC5-993C-4013-A123-69B33C738E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A030B-71B1-424C-B829-9D00E2E16D3B}" type="slidenum">
              <a:rPr lang="es-ES" altLang="en-US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430311889"/>
      </p:ext>
    </p:extLst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8C8A7B-305F-4A37-BD5A-BFEDBDF34B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8A50045-8DA5-45E0-B901-B4CE12333D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9ACE9C3-D375-4870-9D82-4B4343D741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F823FC-FCE0-4A5D-8A90-F04DF7769810}" type="slidenum">
              <a:rPr lang="es-ES" altLang="en-US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175892995"/>
      </p:ext>
    </p:extLst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42081D-C4E8-43D9-81A7-F6BD87F598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A3F639-74D3-4FA7-B7CE-3C53CAD9A3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BB2CFC-F97B-4F0D-9424-49D1884BE0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6D8B40-9D7E-4E94-8EDA-924FC9E034DD}" type="slidenum">
              <a:rPr lang="es-ES" altLang="en-US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395608790"/>
      </p:ext>
    </p:extLst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EEB54EB-F51F-4E20-A8E3-010BF23820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CA5158E-8D64-4A1E-A033-9339EF0E8C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7A31853-1798-4A72-8F2A-6D9ACB81F9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2D255A-F385-44AB-8A2B-36DF345F852A}" type="slidenum">
              <a:rPr lang="es-ES" altLang="en-US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46825111"/>
      </p:ext>
    </p:extLst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DFBEC44-E962-4A88-A872-6EFF9F9C38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0268525-08FB-422B-8344-36E3DFE9D3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68FDE73-DE92-46A6-8F3E-30913E2591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DE3786-0DE0-44D7-8273-C5FED0B1D977}" type="slidenum">
              <a:rPr lang="es-ES" altLang="en-US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905512714"/>
      </p:ext>
    </p:extLst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2719B8A-948E-46F0-AEF5-D8B87BFD18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85B17D3-C6DA-427A-A01A-603652F0F4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00FEE09-024F-451D-9851-87BB2A7334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3ADEB3-7B1C-41A3-9D1E-21D550470D8F}" type="slidenum">
              <a:rPr lang="es-ES" altLang="en-US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198626341"/>
      </p:ext>
    </p:extLst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4694B6-1AE6-49EF-B265-26796D890D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6B6AAD-B6F0-4F9D-9047-E922D0D6D7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F66391-C352-46FE-8DD9-A993242D7E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8F291B-FDE0-4C62-82B9-D03F3364EBFA}" type="slidenum">
              <a:rPr lang="es-ES" altLang="en-US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782569268"/>
      </p:ext>
    </p:extLst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6318C5-8F81-4EDB-ABA0-278460F6B4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2E1953-ADFB-400D-B9CB-E08533AAB7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9CCDFA-E36E-4066-908F-FA06F1DA33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FD31E0-2EE1-4FFD-B70E-DBE55A5852FB}" type="slidenum">
              <a:rPr lang="es-ES" altLang="en-US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551750840"/>
      </p:ext>
    </p:extLst>
  </p:cSld>
  <p:clrMapOvr>
    <a:masterClrMapping/>
  </p:clrMapOvr>
  <p:transition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EAFAEF5-BD4F-4F3D-A5E7-05CA057B48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8C8A08E-BCE7-4669-BCC2-F821808587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3332E6B-69AC-4E4C-B3D9-3676EDBA70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6F6780-16A6-4348-A9C8-6B3D2E42B1B3}" type="slidenum">
              <a:rPr lang="es-ES" altLang="en-US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163474426"/>
      </p:ext>
    </p:extLst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03339A5-99E6-4D6F-94F8-A0C9851A6B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A6BFDAB-9D4E-4333-B9CC-A8ADCD1AC2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002B8E-B050-4EB2-B904-557E8CE476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59DED5-738F-4BD2-BEC7-FD3FF0FF13BA}" type="slidenum">
              <a:rPr lang="es-ES" altLang="en-US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773415504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2257C46-415B-4A8F-942C-615A8E3CEF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cambiar el estilo de título	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F7B3159-F1BC-4375-9AA0-BB66981352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texto del patrón</a:t>
            </a:r>
          </a:p>
          <a:p>
            <a:pPr lvl="1"/>
            <a:r>
              <a:rPr lang="es-ES" altLang="en-US"/>
              <a:t>Segundo nivel</a:t>
            </a:r>
          </a:p>
          <a:p>
            <a:pPr lvl="2"/>
            <a:r>
              <a:rPr lang="es-ES" altLang="en-US"/>
              <a:t>Tercer nivel</a:t>
            </a:r>
          </a:p>
          <a:p>
            <a:pPr lvl="3"/>
            <a:r>
              <a:rPr lang="es-ES" altLang="en-US"/>
              <a:t>Cuarto nivel</a:t>
            </a:r>
          </a:p>
          <a:p>
            <a:pPr lvl="4"/>
            <a:r>
              <a:rPr lang="es-ES" altLang="en-US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67880A6-6E54-4ACE-B4C7-345495B4921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3CA3F0A-AB64-4D41-A6D6-705E8909932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5B71ECF-0F1E-4B2A-8F3A-D8F77A20824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32AA3BD-CBB4-45E6-99F9-BE96AED038DB}" type="slidenum">
              <a:rPr lang="es-ES" altLang="en-US"/>
              <a:pPr/>
              <a:t>‹Nº›</a:t>
            </a:fld>
            <a:endParaRPr lang="es-E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advClick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7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8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9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0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1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2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3.wav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4.wav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5.wav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6.wav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7.wav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8.wav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9.wav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20.wav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1.wav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2.wav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3.wav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audio" Target="../media/audio10.wav"/><Relationship Id="rId18" Type="http://schemas.openxmlformats.org/officeDocument/2006/relationships/image" Target="../media/image8.png"/><Relationship Id="rId3" Type="http://schemas.openxmlformats.org/officeDocument/2006/relationships/audio" Target="../media/audio20.wav"/><Relationship Id="rId21" Type="http://schemas.openxmlformats.org/officeDocument/2006/relationships/audio" Target="../media/audio18.wav"/><Relationship Id="rId7" Type="http://schemas.openxmlformats.org/officeDocument/2006/relationships/audio" Target="../media/audio4.wav"/><Relationship Id="rId12" Type="http://schemas.openxmlformats.org/officeDocument/2006/relationships/image" Target="../media/image5.png"/><Relationship Id="rId17" Type="http://schemas.openxmlformats.org/officeDocument/2006/relationships/audio" Target="../media/audio14.wav"/><Relationship Id="rId25" Type="http://schemas.openxmlformats.org/officeDocument/2006/relationships/audio" Target="../media/audio1.wav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15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audio" Target="../media/audio8.wav"/><Relationship Id="rId24" Type="http://schemas.openxmlformats.org/officeDocument/2006/relationships/image" Target="../media/image12.png"/><Relationship Id="rId5" Type="http://schemas.openxmlformats.org/officeDocument/2006/relationships/audio" Target="../media/audio2.wav"/><Relationship Id="rId15" Type="http://schemas.openxmlformats.org/officeDocument/2006/relationships/audio" Target="../media/audio12.wav"/><Relationship Id="rId23" Type="http://schemas.openxmlformats.org/officeDocument/2006/relationships/audio" Target="../media/audio22.wav"/><Relationship Id="rId10" Type="http://schemas.openxmlformats.org/officeDocument/2006/relationships/image" Target="../media/image4.jpeg"/><Relationship Id="rId19" Type="http://schemas.openxmlformats.org/officeDocument/2006/relationships/audio" Target="../media/audio16.wav"/><Relationship Id="rId4" Type="http://schemas.openxmlformats.org/officeDocument/2006/relationships/image" Target="../media/image13.png"/><Relationship Id="rId9" Type="http://schemas.openxmlformats.org/officeDocument/2006/relationships/audio" Target="../media/audio6.wav"/><Relationship Id="rId14" Type="http://schemas.openxmlformats.org/officeDocument/2006/relationships/image" Target="../media/image6.png"/><Relationship Id="rId22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4.wav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4.jpeg"/><Relationship Id="rId4" Type="http://schemas.openxmlformats.org/officeDocument/2006/relationships/audio" Target="../media/audio7.wav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5.wav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2.png"/><Relationship Id="rId4" Type="http://schemas.openxmlformats.org/officeDocument/2006/relationships/audio" Target="../media/audio3.wav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6.wav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3.png"/><Relationship Id="rId4" Type="http://schemas.openxmlformats.org/officeDocument/2006/relationships/audio" Target="../media/audio5.wav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audio" Target="../media/audio12.wav"/><Relationship Id="rId13" Type="http://schemas.openxmlformats.org/officeDocument/2006/relationships/audio" Target="../media/audio14.wav"/><Relationship Id="rId3" Type="http://schemas.openxmlformats.org/officeDocument/2006/relationships/audio" Target="../media/audio4.wav"/><Relationship Id="rId7" Type="http://schemas.openxmlformats.org/officeDocument/2006/relationships/audio" Target="../media/audio10.wav"/><Relationship Id="rId12" Type="http://schemas.openxmlformats.org/officeDocument/2006/relationships/audio" Target="../media/audio22.wav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2.wav"/><Relationship Id="rId11" Type="http://schemas.openxmlformats.org/officeDocument/2006/relationships/audio" Target="../media/audio6.wav"/><Relationship Id="rId5" Type="http://schemas.openxmlformats.org/officeDocument/2006/relationships/audio" Target="../media/audio18.wav"/><Relationship Id="rId10" Type="http://schemas.openxmlformats.org/officeDocument/2006/relationships/audio" Target="../media/audio20.wav"/><Relationship Id="rId4" Type="http://schemas.openxmlformats.org/officeDocument/2006/relationships/audio" Target="../media/audio8.wav"/><Relationship Id="rId9" Type="http://schemas.openxmlformats.org/officeDocument/2006/relationships/audio" Target="../media/audio16.wav"/><Relationship Id="rId14" Type="http://schemas.openxmlformats.org/officeDocument/2006/relationships/audio" Target="../media/audio1.wav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28.wav"/><Relationship Id="rId5" Type="http://schemas.openxmlformats.org/officeDocument/2006/relationships/audio" Target="../media/audio27.wav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27.wav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audio" Target="../media/audio3.wav"/><Relationship Id="rId4" Type="http://schemas.openxmlformats.org/officeDocument/2006/relationships/audio" Target="../media/audio28.wav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7.wav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audio" Target="../media/audio7.wav"/><Relationship Id="rId4" Type="http://schemas.openxmlformats.org/officeDocument/2006/relationships/audio" Target="../media/audio28.wav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7.wav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audio" Target="../media/audio28.wav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7.wav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audio" Target="../media/audio28.wav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7.wav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audio" Target="../media/audio28.wav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7.wav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audio" Target="../media/audio28.wav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7.wav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audio" Target="../media/audio28.wav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4">
            <a:extLst>
              <a:ext uri="{FF2B5EF4-FFF2-40B4-BE49-F238E27FC236}">
                <a16:creationId xmlns:a16="http://schemas.microsoft.com/office/drawing/2014/main" id="{C42E3C3F-B93C-4803-8093-89E2D12AA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388" y="3284538"/>
            <a:ext cx="44656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n-US" sz="4400">
                <a:solidFill>
                  <a:srgbClr val="800000"/>
                </a:solidFill>
              </a:rPr>
              <a:t>LOS COLORES</a:t>
            </a:r>
          </a:p>
        </p:txBody>
      </p:sp>
      <p:sp useBgFill="1">
        <p:nvSpPr>
          <p:cNvPr id="2051" name="AutoShape 5">
            <a:hlinkClick r:id="" action="ppaction://hlinkshowjump?jump=nextslide" highlightClick="1">
              <a:snd r:embed="rId3" name="camera.wav"/>
            </a:hlinkClick>
            <a:extLst>
              <a:ext uri="{FF2B5EF4-FFF2-40B4-BE49-F238E27FC236}">
                <a16:creationId xmlns:a16="http://schemas.microsoft.com/office/drawing/2014/main" id="{B6F407A1-EB0C-4E98-997D-CDD79FBDF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4911725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2137572-69F4-4632-809E-0E6CCD4F87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81075"/>
            <a:ext cx="8229600" cy="2376488"/>
          </a:xfrm>
        </p:spPr>
        <p:txBody>
          <a:bodyPr/>
          <a:lstStyle/>
          <a:p>
            <a:pPr eaLnBrk="1" hangingPunct="1"/>
            <a:r>
              <a:rPr lang="es-ES" altLang="en-US" sz="8000">
                <a:solidFill>
                  <a:srgbClr val="FF0000"/>
                </a:solidFill>
              </a:rPr>
              <a:t>ROJO</a:t>
            </a:r>
          </a:p>
        </p:txBody>
      </p:sp>
      <p:sp useBgFill="1">
        <p:nvSpPr>
          <p:cNvPr id="3075" name="AutoShape 3">
            <a:hlinkClick r:id="" action="ppaction://noaction" highlightClick="1">
              <a:snd r:embed="rId3" name="ROJO.wav"/>
            </a:hlinkClick>
            <a:extLst>
              <a:ext uri="{FF2B5EF4-FFF2-40B4-BE49-F238E27FC236}">
                <a16:creationId xmlns:a16="http://schemas.microsoft.com/office/drawing/2014/main" id="{00BF7858-394C-4838-ABE1-83E6741F4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5373688"/>
            <a:ext cx="1042988" cy="1042987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 useBgFill="1">
        <p:nvSpPr>
          <p:cNvPr id="134148" name="AutoShape 4">
            <a:hlinkClick r:id="" action="ppaction://hlinkshowjump?jump=nextslide" highlightClick="1">
              <a:snd r:embed="rId4" name="camera.wav"/>
            </a:hlinkClick>
            <a:extLst>
              <a:ext uri="{FF2B5EF4-FFF2-40B4-BE49-F238E27FC236}">
                <a16:creationId xmlns:a16="http://schemas.microsoft.com/office/drawing/2014/main" id="{980D67F7-A192-42E4-AE1C-18050AE72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589588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DE8A9E2-5923-4C3A-82E3-8131E0F1FE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81075"/>
            <a:ext cx="8229600" cy="935038"/>
          </a:xfrm>
        </p:spPr>
        <p:txBody>
          <a:bodyPr/>
          <a:lstStyle/>
          <a:p>
            <a:pPr eaLnBrk="1" hangingPunct="1"/>
            <a:r>
              <a:rPr lang="es-ES" altLang="en-US">
                <a:solidFill>
                  <a:srgbClr val="FF0000"/>
                </a:solidFill>
              </a:rPr>
              <a:t> EL COCHE ES ROJO</a:t>
            </a:r>
          </a:p>
        </p:txBody>
      </p:sp>
      <p:sp useBgFill="1">
        <p:nvSpPr>
          <p:cNvPr id="4099" name="AutoShape 3">
            <a:hlinkClick r:id="" action="ppaction://noaction" highlightClick="1">
              <a:snd r:embed="rId3" name="COCHEROJO.wav"/>
            </a:hlinkClick>
            <a:extLst>
              <a:ext uri="{FF2B5EF4-FFF2-40B4-BE49-F238E27FC236}">
                <a16:creationId xmlns:a16="http://schemas.microsoft.com/office/drawing/2014/main" id="{B8558532-541B-4E80-BD10-CB117A834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5373688"/>
            <a:ext cx="1042988" cy="1042987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4100" name="Picture 5">
            <a:extLst>
              <a:ext uri="{FF2B5EF4-FFF2-40B4-BE49-F238E27FC236}">
                <a16:creationId xmlns:a16="http://schemas.microsoft.com/office/drawing/2014/main" id="{0101E08A-887D-439E-8FFE-ECA7FAC98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133600"/>
            <a:ext cx="5334000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01382" name="AutoShape 6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9FA23700-D879-4E4B-AD76-0692EF452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589588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0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7A8F249-7963-4343-A12A-F9B422B8F0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81075"/>
            <a:ext cx="8229600" cy="2376488"/>
          </a:xfrm>
        </p:spPr>
        <p:txBody>
          <a:bodyPr/>
          <a:lstStyle/>
          <a:p>
            <a:pPr eaLnBrk="1" hangingPunct="1"/>
            <a:r>
              <a:rPr lang="es-ES" altLang="en-US" sz="8000">
                <a:solidFill>
                  <a:srgbClr val="FFFF00"/>
                </a:solidFill>
              </a:rPr>
              <a:t>AMARILLO</a:t>
            </a:r>
          </a:p>
        </p:txBody>
      </p:sp>
      <p:sp useBgFill="1">
        <p:nvSpPr>
          <p:cNvPr id="5123" name="AutoShape 3">
            <a:hlinkClick r:id="" action="ppaction://noaction" highlightClick="1">
              <a:snd r:embed="rId3" name="AMARILLO.wav"/>
            </a:hlinkClick>
            <a:extLst>
              <a:ext uri="{FF2B5EF4-FFF2-40B4-BE49-F238E27FC236}">
                <a16:creationId xmlns:a16="http://schemas.microsoft.com/office/drawing/2014/main" id="{6FD504C3-F4FA-4444-B050-819B57AF4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5373688"/>
            <a:ext cx="1042988" cy="1042987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 useBgFill="1">
        <p:nvSpPr>
          <p:cNvPr id="103428" name="AutoShape 4">
            <a:hlinkClick r:id="" action="ppaction://hlinkshowjump?jump=nextslide" highlightClick="1">
              <a:snd r:embed="rId4" name="camera.wav"/>
            </a:hlinkClick>
            <a:extLst>
              <a:ext uri="{FF2B5EF4-FFF2-40B4-BE49-F238E27FC236}">
                <a16:creationId xmlns:a16="http://schemas.microsoft.com/office/drawing/2014/main" id="{D5F88C32-7019-4A71-8739-8FF17E54D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589588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CAB6FFA-E2A2-4796-8C2E-9A93939DF0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81075"/>
            <a:ext cx="8229600" cy="935038"/>
          </a:xfrm>
        </p:spPr>
        <p:txBody>
          <a:bodyPr/>
          <a:lstStyle/>
          <a:p>
            <a:pPr eaLnBrk="1" hangingPunct="1"/>
            <a:r>
              <a:rPr lang="es-ES" altLang="en-US">
                <a:solidFill>
                  <a:srgbClr val="FFFF00"/>
                </a:solidFill>
              </a:rPr>
              <a:t> EL LIMÓN ES AMARILLO</a:t>
            </a:r>
          </a:p>
        </p:txBody>
      </p:sp>
      <p:sp useBgFill="1">
        <p:nvSpPr>
          <p:cNvPr id="6147" name="AutoShape 3">
            <a:hlinkClick r:id="" action="ppaction://noaction" highlightClick="1">
              <a:snd r:embed="rId3" name="LIMONAMA.wav"/>
            </a:hlinkClick>
            <a:extLst>
              <a:ext uri="{FF2B5EF4-FFF2-40B4-BE49-F238E27FC236}">
                <a16:creationId xmlns:a16="http://schemas.microsoft.com/office/drawing/2014/main" id="{DC5BF653-0072-48B1-974E-1C3B99EB3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5373688"/>
            <a:ext cx="1042988" cy="1042987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6148" name="Picture 6">
            <a:extLst>
              <a:ext uri="{FF2B5EF4-FFF2-40B4-BE49-F238E27FC236}">
                <a16:creationId xmlns:a16="http://schemas.microsoft.com/office/drawing/2014/main" id="{4CE8A46A-526D-42DC-80D7-F536A13C7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533650"/>
            <a:ext cx="3359150" cy="262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04455" name="AutoShape 7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036846D2-366D-4CF9-BD15-514630BC2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589588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04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BE3B952-C0AE-4B7A-803D-94A9A117D4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81075"/>
            <a:ext cx="8229600" cy="2376488"/>
          </a:xfrm>
        </p:spPr>
        <p:txBody>
          <a:bodyPr/>
          <a:lstStyle/>
          <a:p>
            <a:pPr eaLnBrk="1" hangingPunct="1"/>
            <a:r>
              <a:rPr lang="es-ES" altLang="en-US" sz="8000">
                <a:solidFill>
                  <a:srgbClr val="008000"/>
                </a:solidFill>
              </a:rPr>
              <a:t>VERDE</a:t>
            </a:r>
          </a:p>
        </p:txBody>
      </p:sp>
      <p:sp useBgFill="1">
        <p:nvSpPr>
          <p:cNvPr id="7171" name="AutoShape 3">
            <a:hlinkClick r:id="" action="ppaction://noaction" highlightClick="1">
              <a:snd r:embed="rId3" name="VERDE.wav"/>
            </a:hlinkClick>
            <a:extLst>
              <a:ext uri="{FF2B5EF4-FFF2-40B4-BE49-F238E27FC236}">
                <a16:creationId xmlns:a16="http://schemas.microsoft.com/office/drawing/2014/main" id="{DE8D034C-9562-4F9A-9FA4-31BC6BED7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5373688"/>
            <a:ext cx="1042988" cy="1042987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 useBgFill="1">
        <p:nvSpPr>
          <p:cNvPr id="105476" name="AutoShape 4">
            <a:hlinkClick r:id="" action="ppaction://hlinkshowjump?jump=nextslide" highlightClick="1">
              <a:snd r:embed="rId4" name="camera.wav"/>
            </a:hlinkClick>
            <a:extLst>
              <a:ext uri="{FF2B5EF4-FFF2-40B4-BE49-F238E27FC236}">
                <a16:creationId xmlns:a16="http://schemas.microsoft.com/office/drawing/2014/main" id="{A4821767-1E7D-497A-9251-83474038B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589588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05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606191F-F9EC-4168-8147-274447D8D0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81075"/>
            <a:ext cx="8229600" cy="935038"/>
          </a:xfrm>
        </p:spPr>
        <p:txBody>
          <a:bodyPr/>
          <a:lstStyle/>
          <a:p>
            <a:pPr eaLnBrk="1" hangingPunct="1"/>
            <a:r>
              <a:rPr lang="es-ES" altLang="en-US">
                <a:solidFill>
                  <a:srgbClr val="008000"/>
                </a:solidFill>
              </a:rPr>
              <a:t> LA MANZANA ES VERDE</a:t>
            </a:r>
          </a:p>
        </p:txBody>
      </p:sp>
      <p:sp useBgFill="1">
        <p:nvSpPr>
          <p:cNvPr id="8195" name="AutoShape 3">
            <a:hlinkClick r:id="" action="ppaction://noaction" highlightClick="1">
              <a:snd r:embed="rId3" name="MANZVERDE.wav"/>
            </a:hlinkClick>
            <a:extLst>
              <a:ext uri="{FF2B5EF4-FFF2-40B4-BE49-F238E27FC236}">
                <a16:creationId xmlns:a16="http://schemas.microsoft.com/office/drawing/2014/main" id="{2C7145D4-8DCB-400B-80EA-07997918D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5373688"/>
            <a:ext cx="1042988" cy="1042987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8196" name="Picture 5" descr="grannysmith">
            <a:extLst>
              <a:ext uri="{FF2B5EF4-FFF2-40B4-BE49-F238E27FC236}">
                <a16:creationId xmlns:a16="http://schemas.microsoft.com/office/drawing/2014/main" id="{76416481-43FD-4068-9202-6002D8A39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8" b="2142"/>
          <a:stretch>
            <a:fillRect/>
          </a:stretch>
        </p:blipFill>
        <p:spPr bwMode="auto">
          <a:xfrm>
            <a:off x="2916238" y="1844675"/>
            <a:ext cx="3305175" cy="364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06502" name="AutoShape 6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8C1D62B3-0F3B-4387-87EB-703A52B0E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589588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FBE4941-D0B8-4FC7-8425-66ACD32A8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81075"/>
            <a:ext cx="8229600" cy="2376488"/>
          </a:xfrm>
        </p:spPr>
        <p:txBody>
          <a:bodyPr/>
          <a:lstStyle/>
          <a:p>
            <a:pPr eaLnBrk="1" hangingPunct="1"/>
            <a:r>
              <a:rPr lang="es-ES" altLang="en-US" sz="8000">
                <a:solidFill>
                  <a:schemeClr val="accent2"/>
                </a:solidFill>
              </a:rPr>
              <a:t>AZUL</a:t>
            </a:r>
          </a:p>
        </p:txBody>
      </p:sp>
      <p:sp useBgFill="1">
        <p:nvSpPr>
          <p:cNvPr id="9219" name="AutoShape 3">
            <a:hlinkClick r:id="" action="ppaction://noaction" highlightClick="1">
              <a:snd r:embed="rId3" name="AZUL.wav"/>
            </a:hlinkClick>
            <a:extLst>
              <a:ext uri="{FF2B5EF4-FFF2-40B4-BE49-F238E27FC236}">
                <a16:creationId xmlns:a16="http://schemas.microsoft.com/office/drawing/2014/main" id="{B9EA853C-CF5D-4E1C-92B4-654FDDA03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5373688"/>
            <a:ext cx="1042988" cy="1042987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 useBgFill="1">
        <p:nvSpPr>
          <p:cNvPr id="107524" name="AutoShape 4">
            <a:hlinkClick r:id="" action="ppaction://hlinkshowjump?jump=nextslide" highlightClick="1">
              <a:snd r:embed="rId4" name="camera.wav"/>
            </a:hlinkClick>
            <a:extLst>
              <a:ext uri="{FF2B5EF4-FFF2-40B4-BE49-F238E27FC236}">
                <a16:creationId xmlns:a16="http://schemas.microsoft.com/office/drawing/2014/main" id="{3DB3E730-0240-4DDA-B36D-E4FC6FC26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589588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07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43918C4-DD97-437F-8D17-67BC896D4A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81075"/>
            <a:ext cx="8229600" cy="935038"/>
          </a:xfrm>
        </p:spPr>
        <p:txBody>
          <a:bodyPr/>
          <a:lstStyle/>
          <a:p>
            <a:pPr eaLnBrk="1" hangingPunct="1"/>
            <a:r>
              <a:rPr lang="es-ES" altLang="en-US">
                <a:solidFill>
                  <a:schemeClr val="accent2"/>
                </a:solidFill>
              </a:rPr>
              <a:t>EL CUADERNO ES AZUL</a:t>
            </a:r>
          </a:p>
        </p:txBody>
      </p:sp>
      <p:sp useBgFill="1">
        <p:nvSpPr>
          <p:cNvPr id="10243" name="AutoShape 3">
            <a:hlinkClick r:id="" action="ppaction://noaction" highlightClick="1">
              <a:snd r:embed="rId3" name="CUADERAZUL.wav"/>
            </a:hlinkClick>
            <a:extLst>
              <a:ext uri="{FF2B5EF4-FFF2-40B4-BE49-F238E27FC236}">
                <a16:creationId xmlns:a16="http://schemas.microsoft.com/office/drawing/2014/main" id="{E6EEF13F-13F6-4A3E-A7D9-7EA8E76E0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5373688"/>
            <a:ext cx="1042988" cy="1042987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0244" name="Picture 5">
            <a:extLst>
              <a:ext uri="{FF2B5EF4-FFF2-40B4-BE49-F238E27FC236}">
                <a16:creationId xmlns:a16="http://schemas.microsoft.com/office/drawing/2014/main" id="{927149B8-07DA-4707-889D-26F9D1F26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163" y="1844675"/>
            <a:ext cx="2662237" cy="350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08550" name="AutoShape 6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488F06A7-CB46-4AF2-9BC8-47489BC5F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589588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08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5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2D98E48-9EAA-4D16-829D-3B14C6BCB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81075"/>
            <a:ext cx="8229600" cy="2376488"/>
          </a:xfrm>
        </p:spPr>
        <p:txBody>
          <a:bodyPr/>
          <a:lstStyle/>
          <a:p>
            <a:pPr eaLnBrk="1" hangingPunct="1"/>
            <a:r>
              <a:rPr lang="es-ES" altLang="en-US" sz="8000">
                <a:solidFill>
                  <a:srgbClr val="FF9900"/>
                </a:solidFill>
              </a:rPr>
              <a:t>NARANJA</a:t>
            </a:r>
          </a:p>
        </p:txBody>
      </p:sp>
      <p:sp useBgFill="1">
        <p:nvSpPr>
          <p:cNvPr id="11267" name="AutoShape 3">
            <a:hlinkClick r:id="" action="ppaction://noaction" highlightClick="1">
              <a:snd r:embed="rId3" name="NARANJA.wav"/>
            </a:hlinkClick>
            <a:extLst>
              <a:ext uri="{FF2B5EF4-FFF2-40B4-BE49-F238E27FC236}">
                <a16:creationId xmlns:a16="http://schemas.microsoft.com/office/drawing/2014/main" id="{375C2FBF-1142-489B-9C25-29577C19A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5373688"/>
            <a:ext cx="1042988" cy="1042987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 useBgFill="1">
        <p:nvSpPr>
          <p:cNvPr id="109572" name="AutoShape 4">
            <a:hlinkClick r:id="" action="ppaction://hlinkshowjump?jump=nextslide" highlightClick="1">
              <a:snd r:embed="rId4" name="camera.wav"/>
            </a:hlinkClick>
            <a:extLst>
              <a:ext uri="{FF2B5EF4-FFF2-40B4-BE49-F238E27FC236}">
                <a16:creationId xmlns:a16="http://schemas.microsoft.com/office/drawing/2014/main" id="{B1700B32-7863-4A8F-A53D-ED27D1D51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589588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0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8471285-F7C6-4FFD-ADCA-C16453595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81075"/>
            <a:ext cx="8229600" cy="935038"/>
          </a:xfrm>
        </p:spPr>
        <p:txBody>
          <a:bodyPr/>
          <a:lstStyle/>
          <a:p>
            <a:pPr eaLnBrk="1" hangingPunct="1"/>
            <a:r>
              <a:rPr lang="es-ES" altLang="en-US">
                <a:solidFill>
                  <a:srgbClr val="FF9900"/>
                </a:solidFill>
              </a:rPr>
              <a:t> EL BUTANO ES NARANJA</a:t>
            </a:r>
          </a:p>
        </p:txBody>
      </p:sp>
      <p:sp useBgFill="1">
        <p:nvSpPr>
          <p:cNvPr id="12291" name="AutoShape 3">
            <a:hlinkClick r:id="" action="ppaction://noaction" highlightClick="1">
              <a:snd r:embed="rId3" name="BUTANONAR.wav"/>
            </a:hlinkClick>
            <a:extLst>
              <a:ext uri="{FF2B5EF4-FFF2-40B4-BE49-F238E27FC236}">
                <a16:creationId xmlns:a16="http://schemas.microsoft.com/office/drawing/2014/main" id="{6DCD3DF4-8D7E-4119-8B28-670649A87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5373688"/>
            <a:ext cx="1042988" cy="1042987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2292" name="Picture 5">
            <a:extLst>
              <a:ext uri="{FF2B5EF4-FFF2-40B4-BE49-F238E27FC236}">
                <a16:creationId xmlns:a16="http://schemas.microsoft.com/office/drawing/2014/main" id="{11E965C5-9E4A-455D-BBD5-2603F7DD2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916113"/>
            <a:ext cx="2479675" cy="343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10598" name="AutoShape 6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64F83F8C-749D-41E0-A1A1-6D1153FF6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589588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10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E87C595-BB0F-4FBB-BFE2-DEE375E637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81075"/>
            <a:ext cx="8229600" cy="2376488"/>
          </a:xfrm>
        </p:spPr>
        <p:txBody>
          <a:bodyPr/>
          <a:lstStyle/>
          <a:p>
            <a:pPr eaLnBrk="1" hangingPunct="1"/>
            <a:r>
              <a:rPr lang="es-ES" altLang="en-US" sz="8000">
                <a:solidFill>
                  <a:srgbClr val="000000"/>
                </a:solidFill>
              </a:rPr>
              <a:t>NEGRO</a:t>
            </a:r>
          </a:p>
        </p:txBody>
      </p:sp>
      <p:sp useBgFill="1">
        <p:nvSpPr>
          <p:cNvPr id="13315" name="AutoShape 3">
            <a:hlinkClick r:id="" action="ppaction://noaction" highlightClick="1">
              <a:snd r:embed="rId3" name="NEGRO.wav"/>
            </a:hlinkClick>
            <a:extLst>
              <a:ext uri="{FF2B5EF4-FFF2-40B4-BE49-F238E27FC236}">
                <a16:creationId xmlns:a16="http://schemas.microsoft.com/office/drawing/2014/main" id="{58E553AF-9206-4E86-85B4-4D75D9A17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5373688"/>
            <a:ext cx="1042988" cy="1042987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 useBgFill="1">
        <p:nvSpPr>
          <p:cNvPr id="111620" name="AutoShape 4">
            <a:hlinkClick r:id="" action="ppaction://hlinkshowjump?jump=nextslide" highlightClick="1">
              <a:snd r:embed="rId4" name="camera.wav"/>
            </a:hlinkClick>
            <a:extLst>
              <a:ext uri="{FF2B5EF4-FFF2-40B4-BE49-F238E27FC236}">
                <a16:creationId xmlns:a16="http://schemas.microsoft.com/office/drawing/2014/main" id="{D59E9B9F-35D1-407C-A9B3-F57C590F5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589588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1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06D4962-C4B5-4124-8244-E43EB4EB12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81075"/>
            <a:ext cx="8229600" cy="935038"/>
          </a:xfrm>
        </p:spPr>
        <p:txBody>
          <a:bodyPr/>
          <a:lstStyle/>
          <a:p>
            <a:pPr eaLnBrk="1" hangingPunct="1"/>
            <a:r>
              <a:rPr lang="es-ES" altLang="en-US">
                <a:solidFill>
                  <a:srgbClr val="000000"/>
                </a:solidFill>
              </a:rPr>
              <a:t> EL GATO ES NEGRO</a:t>
            </a:r>
          </a:p>
        </p:txBody>
      </p:sp>
      <p:sp useBgFill="1">
        <p:nvSpPr>
          <p:cNvPr id="14339" name="AutoShape 3">
            <a:hlinkClick r:id="" action="ppaction://noaction" highlightClick="1">
              <a:snd r:embed="rId3" name="GATONEGRO.wav"/>
            </a:hlinkClick>
            <a:extLst>
              <a:ext uri="{FF2B5EF4-FFF2-40B4-BE49-F238E27FC236}">
                <a16:creationId xmlns:a16="http://schemas.microsoft.com/office/drawing/2014/main" id="{B33F2798-08EE-434F-AD31-B44FD7944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5373688"/>
            <a:ext cx="1042988" cy="1042987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4340" name="Picture 5">
            <a:extLst>
              <a:ext uri="{FF2B5EF4-FFF2-40B4-BE49-F238E27FC236}">
                <a16:creationId xmlns:a16="http://schemas.microsoft.com/office/drawing/2014/main" id="{F3EA6164-BE26-4C37-AB11-661F8C3E9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363" y="1844675"/>
            <a:ext cx="3290887" cy="359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12646" name="AutoShape 6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4409A1EC-C7F7-446D-865E-E2C5A5E48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589588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1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1858DF1-781B-499B-939C-CBA3D9A6A5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81075"/>
            <a:ext cx="8229600" cy="2376488"/>
          </a:xfrm>
        </p:spPr>
        <p:txBody>
          <a:bodyPr/>
          <a:lstStyle/>
          <a:p>
            <a:pPr eaLnBrk="1" hangingPunct="1"/>
            <a:r>
              <a:rPr lang="es-ES" altLang="en-US" sz="8000">
                <a:solidFill>
                  <a:schemeClr val="bg1"/>
                </a:solidFill>
              </a:rPr>
              <a:t>BLANCO</a:t>
            </a:r>
          </a:p>
        </p:txBody>
      </p:sp>
      <p:sp useBgFill="1">
        <p:nvSpPr>
          <p:cNvPr id="15363" name="AutoShape 3">
            <a:hlinkClick r:id="" action="ppaction://noaction" highlightClick="1">
              <a:snd r:embed="rId3" name="BLANCO.wav"/>
            </a:hlinkClick>
            <a:extLst>
              <a:ext uri="{FF2B5EF4-FFF2-40B4-BE49-F238E27FC236}">
                <a16:creationId xmlns:a16="http://schemas.microsoft.com/office/drawing/2014/main" id="{87B0F612-A6DA-43AD-8CC3-8E4691188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25" y="5373688"/>
            <a:ext cx="1042988" cy="1042987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 useBgFill="1">
        <p:nvSpPr>
          <p:cNvPr id="113668" name="AutoShape 4">
            <a:hlinkClick r:id="" action="ppaction://hlinkshowjump?jump=nextslide" highlightClick="1">
              <a:snd r:embed="rId4" name="camera.wav"/>
            </a:hlinkClick>
            <a:extLst>
              <a:ext uri="{FF2B5EF4-FFF2-40B4-BE49-F238E27FC236}">
                <a16:creationId xmlns:a16="http://schemas.microsoft.com/office/drawing/2014/main" id="{B5C6236E-4227-4BDE-8487-60EF57C01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589588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1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69ECD67-A401-4528-9AD3-C0B6D798B6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81075"/>
            <a:ext cx="8229600" cy="935038"/>
          </a:xfrm>
        </p:spPr>
        <p:txBody>
          <a:bodyPr/>
          <a:lstStyle/>
          <a:p>
            <a:pPr eaLnBrk="1" hangingPunct="1"/>
            <a:r>
              <a:rPr lang="es-ES" altLang="en-US">
                <a:solidFill>
                  <a:schemeClr val="bg1"/>
                </a:solidFill>
              </a:rPr>
              <a:t> EL PLATO ES BLANCO</a:t>
            </a:r>
          </a:p>
        </p:txBody>
      </p:sp>
      <p:sp useBgFill="1">
        <p:nvSpPr>
          <p:cNvPr id="16387" name="AutoShape 3">
            <a:hlinkClick r:id="" action="ppaction://noaction" highlightClick="1">
              <a:snd r:embed="rId3" name="PLATOBLAN.wav"/>
            </a:hlinkClick>
            <a:extLst>
              <a:ext uri="{FF2B5EF4-FFF2-40B4-BE49-F238E27FC236}">
                <a16:creationId xmlns:a16="http://schemas.microsoft.com/office/drawing/2014/main" id="{2CB8E1C8-E490-4292-A69C-287B5E8A6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5373688"/>
            <a:ext cx="1042988" cy="1042987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6388" name="Picture 5">
            <a:extLst>
              <a:ext uri="{FF2B5EF4-FFF2-40B4-BE49-F238E27FC236}">
                <a16:creationId xmlns:a16="http://schemas.microsoft.com/office/drawing/2014/main" id="{BF576C70-C9C6-4529-83F6-5E1A567DD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541588"/>
            <a:ext cx="6096000" cy="255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14694" name="AutoShape 6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D5BA02E8-CA05-4BEE-B34D-F4EA873C7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589588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14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2BFE5BF-25B2-40E6-980E-42AE558A1C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81075"/>
            <a:ext cx="8229600" cy="2376488"/>
          </a:xfrm>
        </p:spPr>
        <p:txBody>
          <a:bodyPr/>
          <a:lstStyle/>
          <a:p>
            <a:pPr eaLnBrk="1" hangingPunct="1"/>
            <a:r>
              <a:rPr lang="es-ES" altLang="en-US" sz="8000">
                <a:solidFill>
                  <a:srgbClr val="996633"/>
                </a:solidFill>
              </a:rPr>
              <a:t>MARRÓN</a:t>
            </a:r>
          </a:p>
        </p:txBody>
      </p:sp>
      <p:sp useBgFill="1">
        <p:nvSpPr>
          <p:cNvPr id="17411" name="AutoShape 3">
            <a:hlinkClick r:id="" action="ppaction://noaction" highlightClick="1">
              <a:snd r:embed="rId3" name="MARRON.wav"/>
            </a:hlinkClick>
            <a:extLst>
              <a:ext uri="{FF2B5EF4-FFF2-40B4-BE49-F238E27FC236}">
                <a16:creationId xmlns:a16="http://schemas.microsoft.com/office/drawing/2014/main" id="{B8042A70-43A9-4514-B194-D87D0794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5373688"/>
            <a:ext cx="1042988" cy="1042987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 useBgFill="1">
        <p:nvSpPr>
          <p:cNvPr id="115716" name="AutoShape 4">
            <a:hlinkClick r:id="" action="ppaction://hlinkshowjump?jump=nextslide" highlightClick="1">
              <a:snd r:embed="rId4" name="camera.wav"/>
            </a:hlinkClick>
            <a:extLst>
              <a:ext uri="{FF2B5EF4-FFF2-40B4-BE49-F238E27FC236}">
                <a16:creationId xmlns:a16="http://schemas.microsoft.com/office/drawing/2014/main" id="{C2788363-3F08-4EC2-8313-96507EF36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589588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15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06D73A3-7E0F-4398-8DAB-0716CF5880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81075"/>
            <a:ext cx="8229600" cy="935038"/>
          </a:xfrm>
        </p:spPr>
        <p:txBody>
          <a:bodyPr/>
          <a:lstStyle/>
          <a:p>
            <a:pPr eaLnBrk="1" hangingPunct="1"/>
            <a:r>
              <a:rPr lang="es-ES" altLang="en-US">
                <a:solidFill>
                  <a:srgbClr val="996633"/>
                </a:solidFill>
              </a:rPr>
              <a:t> EL PERRO ES MARRÓN</a:t>
            </a:r>
          </a:p>
        </p:txBody>
      </p:sp>
      <p:sp useBgFill="1">
        <p:nvSpPr>
          <p:cNvPr id="18435" name="AutoShape 3">
            <a:hlinkClick r:id="" action="ppaction://noaction" highlightClick="1">
              <a:snd r:embed="rId3" name="PERROMAR.wav"/>
            </a:hlinkClick>
            <a:extLst>
              <a:ext uri="{FF2B5EF4-FFF2-40B4-BE49-F238E27FC236}">
                <a16:creationId xmlns:a16="http://schemas.microsoft.com/office/drawing/2014/main" id="{EC7D0899-7CA1-48E0-A6BB-15321EA20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5373688"/>
            <a:ext cx="1042988" cy="1042987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8436" name="Picture 5">
            <a:extLst>
              <a:ext uri="{FF2B5EF4-FFF2-40B4-BE49-F238E27FC236}">
                <a16:creationId xmlns:a16="http://schemas.microsoft.com/office/drawing/2014/main" id="{35C8C991-B3D5-4FF6-8BD2-834D0BD04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243138"/>
            <a:ext cx="3962400" cy="316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16742" name="AutoShape 6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AA3A935B-66D6-40E1-9B07-3D3F2A9FC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589588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E358F57-A5EA-4EDF-98E0-02105BCEE3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81075"/>
            <a:ext cx="8229600" cy="2376488"/>
          </a:xfrm>
        </p:spPr>
        <p:txBody>
          <a:bodyPr/>
          <a:lstStyle/>
          <a:p>
            <a:pPr eaLnBrk="1" hangingPunct="1"/>
            <a:r>
              <a:rPr lang="es-ES" altLang="en-US" sz="8000">
                <a:solidFill>
                  <a:srgbClr val="969696"/>
                </a:solidFill>
              </a:rPr>
              <a:t>GRIS</a:t>
            </a:r>
          </a:p>
        </p:txBody>
      </p:sp>
      <p:sp useBgFill="1">
        <p:nvSpPr>
          <p:cNvPr id="19459" name="AutoShape 3">
            <a:hlinkClick r:id="" action="ppaction://noaction" highlightClick="1">
              <a:snd r:embed="rId3" name="GRIS.wav"/>
            </a:hlinkClick>
            <a:extLst>
              <a:ext uri="{FF2B5EF4-FFF2-40B4-BE49-F238E27FC236}">
                <a16:creationId xmlns:a16="http://schemas.microsoft.com/office/drawing/2014/main" id="{F4698A64-70C7-497B-AE60-2B7BCB131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5373688"/>
            <a:ext cx="1042988" cy="1042987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 useBgFill="1">
        <p:nvSpPr>
          <p:cNvPr id="117764" name="AutoShape 4">
            <a:hlinkClick r:id="" action="ppaction://hlinkshowjump?jump=nextslide" highlightClick="1">
              <a:snd r:embed="rId4" name="camera.wav"/>
            </a:hlinkClick>
            <a:extLst>
              <a:ext uri="{FF2B5EF4-FFF2-40B4-BE49-F238E27FC236}">
                <a16:creationId xmlns:a16="http://schemas.microsoft.com/office/drawing/2014/main" id="{886F0EEB-2942-4500-937B-3921A7529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589588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1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2F97E6A-39F2-4F42-904F-4C7C3F51EA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81075"/>
            <a:ext cx="8229600" cy="935038"/>
          </a:xfrm>
        </p:spPr>
        <p:txBody>
          <a:bodyPr/>
          <a:lstStyle/>
          <a:p>
            <a:pPr eaLnBrk="1" hangingPunct="1"/>
            <a:r>
              <a:rPr lang="es-ES" altLang="en-US">
                <a:solidFill>
                  <a:srgbClr val="969696"/>
                </a:solidFill>
              </a:rPr>
              <a:t> EL OSO ES GRIS</a:t>
            </a:r>
          </a:p>
        </p:txBody>
      </p:sp>
      <p:sp useBgFill="1">
        <p:nvSpPr>
          <p:cNvPr id="20483" name="AutoShape 3">
            <a:hlinkClick r:id="" action="ppaction://noaction" highlightClick="1">
              <a:snd r:embed="rId3" name="OSOGRIS.wav"/>
            </a:hlinkClick>
            <a:extLst>
              <a:ext uri="{FF2B5EF4-FFF2-40B4-BE49-F238E27FC236}">
                <a16:creationId xmlns:a16="http://schemas.microsoft.com/office/drawing/2014/main" id="{8A10E84A-A432-4E0F-832D-763CF3B52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5373688"/>
            <a:ext cx="1042988" cy="1042987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20484" name="Picture 5">
            <a:extLst>
              <a:ext uri="{FF2B5EF4-FFF2-40B4-BE49-F238E27FC236}">
                <a16:creationId xmlns:a16="http://schemas.microsoft.com/office/drawing/2014/main" id="{E31528EE-33B6-408F-99F7-8EF56DA94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844675"/>
            <a:ext cx="3486150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18790" name="AutoShape 6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755E7D1E-1CE6-4190-82C4-AB098C48B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589588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9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9A386E3-E7A2-49F1-AD9B-BC1EB2447E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81075"/>
            <a:ext cx="8229600" cy="2376488"/>
          </a:xfrm>
        </p:spPr>
        <p:txBody>
          <a:bodyPr/>
          <a:lstStyle/>
          <a:p>
            <a:pPr eaLnBrk="1" hangingPunct="1"/>
            <a:r>
              <a:rPr lang="es-ES" altLang="en-US" sz="8000">
                <a:solidFill>
                  <a:srgbClr val="C30D8F"/>
                </a:solidFill>
              </a:rPr>
              <a:t>MORADO</a:t>
            </a:r>
          </a:p>
        </p:txBody>
      </p:sp>
      <p:sp useBgFill="1">
        <p:nvSpPr>
          <p:cNvPr id="21507" name="AutoShape 3">
            <a:hlinkClick r:id="" action="ppaction://noaction" highlightClick="1">
              <a:snd r:embed="rId3" name="MORADO.wav"/>
            </a:hlinkClick>
            <a:extLst>
              <a:ext uri="{FF2B5EF4-FFF2-40B4-BE49-F238E27FC236}">
                <a16:creationId xmlns:a16="http://schemas.microsoft.com/office/drawing/2014/main" id="{83DE249B-6C39-44D4-B5B3-2B7E990B9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5373688"/>
            <a:ext cx="1042988" cy="1042987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 useBgFill="1">
        <p:nvSpPr>
          <p:cNvPr id="119812" name="AutoShape 4">
            <a:hlinkClick r:id="" action="ppaction://hlinkshowjump?jump=nextslide" highlightClick="1">
              <a:snd r:embed="rId4" name="camera.wav"/>
            </a:hlinkClick>
            <a:extLst>
              <a:ext uri="{FF2B5EF4-FFF2-40B4-BE49-F238E27FC236}">
                <a16:creationId xmlns:a16="http://schemas.microsoft.com/office/drawing/2014/main" id="{D664F374-C52E-47C1-9646-61603B324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589588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1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F7E8CF3-F5D5-4080-96F7-2B3DD2F4FB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81075"/>
            <a:ext cx="8229600" cy="935038"/>
          </a:xfrm>
        </p:spPr>
        <p:txBody>
          <a:bodyPr/>
          <a:lstStyle/>
          <a:p>
            <a:pPr eaLnBrk="1" hangingPunct="1"/>
            <a:r>
              <a:rPr lang="es-ES" altLang="en-US">
                <a:solidFill>
                  <a:srgbClr val="C30D8F"/>
                </a:solidFill>
              </a:rPr>
              <a:t> LA CAMIS</a:t>
            </a:r>
            <a:r>
              <a:rPr lang="es-ES_tradnl" altLang="en-US">
                <a:solidFill>
                  <a:srgbClr val="C30D8F"/>
                </a:solidFill>
              </a:rPr>
              <a:t>ETA</a:t>
            </a:r>
            <a:r>
              <a:rPr lang="es-ES" altLang="en-US">
                <a:solidFill>
                  <a:srgbClr val="C30D8F"/>
                </a:solidFill>
              </a:rPr>
              <a:t> ES MORADA</a:t>
            </a:r>
          </a:p>
        </p:txBody>
      </p:sp>
      <p:sp useBgFill="1">
        <p:nvSpPr>
          <p:cNvPr id="22531" name="AutoShape 3">
            <a:hlinkClick r:id="" action="ppaction://noaction" highlightClick="1">
              <a:snd r:embed="rId3" name="CAMISETAMOR.wav"/>
            </a:hlinkClick>
            <a:extLst>
              <a:ext uri="{FF2B5EF4-FFF2-40B4-BE49-F238E27FC236}">
                <a16:creationId xmlns:a16="http://schemas.microsoft.com/office/drawing/2014/main" id="{6B6B4DF8-D270-40E3-9E4E-D9F359867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5373688"/>
            <a:ext cx="1042988" cy="1042987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22532" name="Picture 5">
            <a:extLst>
              <a:ext uri="{FF2B5EF4-FFF2-40B4-BE49-F238E27FC236}">
                <a16:creationId xmlns:a16="http://schemas.microsoft.com/office/drawing/2014/main" id="{AC056B30-470B-45A0-A0CC-E9CF85126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844675"/>
            <a:ext cx="3668713" cy="359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20838" name="AutoShape 6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59381CBA-DD0E-4442-9ED8-77345F8D1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589588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B326D64B-968B-466E-9D2A-6599880C0D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81075"/>
            <a:ext cx="8229600" cy="2376488"/>
          </a:xfrm>
        </p:spPr>
        <p:txBody>
          <a:bodyPr/>
          <a:lstStyle/>
          <a:p>
            <a:pPr eaLnBrk="1" hangingPunct="1"/>
            <a:r>
              <a:rPr lang="es-ES" altLang="en-US" sz="8000">
                <a:solidFill>
                  <a:srgbClr val="FC7A64"/>
                </a:solidFill>
              </a:rPr>
              <a:t>ROSA</a:t>
            </a:r>
          </a:p>
        </p:txBody>
      </p:sp>
      <p:sp useBgFill="1">
        <p:nvSpPr>
          <p:cNvPr id="23555" name="AutoShape 3">
            <a:hlinkClick r:id="" action="ppaction://noaction" highlightClick="1">
              <a:snd r:embed="rId3" name="ROSA.wav"/>
            </a:hlinkClick>
            <a:extLst>
              <a:ext uri="{FF2B5EF4-FFF2-40B4-BE49-F238E27FC236}">
                <a16:creationId xmlns:a16="http://schemas.microsoft.com/office/drawing/2014/main" id="{97DDF406-9DA6-4726-B18A-A3258BAC9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5373688"/>
            <a:ext cx="1042988" cy="1042987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 useBgFill="1">
        <p:nvSpPr>
          <p:cNvPr id="121860" name="AutoShape 4">
            <a:hlinkClick r:id="" action="ppaction://hlinkshowjump?jump=nextslide" highlightClick="1">
              <a:snd r:embed="rId4" name="camera.wav"/>
            </a:hlinkClick>
            <a:extLst>
              <a:ext uri="{FF2B5EF4-FFF2-40B4-BE49-F238E27FC236}">
                <a16:creationId xmlns:a16="http://schemas.microsoft.com/office/drawing/2014/main" id="{4B57EAEF-BFDE-43F4-9B76-4B586108D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589588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414FA28-7D04-4B98-B4C9-554AAEDCBF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81075"/>
            <a:ext cx="8229600" cy="935038"/>
          </a:xfrm>
        </p:spPr>
        <p:txBody>
          <a:bodyPr/>
          <a:lstStyle/>
          <a:p>
            <a:pPr eaLnBrk="1" hangingPunct="1"/>
            <a:r>
              <a:rPr lang="es-ES" altLang="en-US">
                <a:solidFill>
                  <a:srgbClr val="FBA189"/>
                </a:solidFill>
              </a:rPr>
              <a:t> LA FALDA ES ROSA</a:t>
            </a:r>
          </a:p>
        </p:txBody>
      </p:sp>
      <p:sp useBgFill="1">
        <p:nvSpPr>
          <p:cNvPr id="24579" name="AutoShape 3">
            <a:hlinkClick r:id="" action="ppaction://noaction" highlightClick="1">
              <a:snd r:embed="rId3" name="FALDAROSA.wav"/>
            </a:hlinkClick>
            <a:extLst>
              <a:ext uri="{FF2B5EF4-FFF2-40B4-BE49-F238E27FC236}">
                <a16:creationId xmlns:a16="http://schemas.microsoft.com/office/drawing/2014/main" id="{F5F1C84D-CC39-4240-9040-42E7B01C1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5373688"/>
            <a:ext cx="1042988" cy="1042987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24580" name="Picture 5">
            <a:extLst>
              <a:ext uri="{FF2B5EF4-FFF2-40B4-BE49-F238E27FC236}">
                <a16:creationId xmlns:a16="http://schemas.microsoft.com/office/drawing/2014/main" id="{7EAF9573-4898-4475-B770-EF7D14307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989138"/>
            <a:ext cx="3733800" cy="350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22886" name="AutoShape 6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061EECFB-893D-4D1E-A2EB-5D1AA78DE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589588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>
            <a:hlinkHover r:id="" action="ppaction://noaction">
              <a:snd r:embed="rId3" name="MORADO.wav"/>
            </a:hlinkHover>
            <a:extLst>
              <a:ext uri="{FF2B5EF4-FFF2-40B4-BE49-F238E27FC236}">
                <a16:creationId xmlns:a16="http://schemas.microsoft.com/office/drawing/2014/main" id="{5F45DD6D-1134-40F7-9031-29ED8E586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81000"/>
            <a:ext cx="1676400" cy="163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3">
            <a:hlinkHover r:id="" action="ppaction://noaction">
              <a:snd r:embed="rId5" name="ROJO.wav"/>
            </a:hlinkHover>
            <a:extLst>
              <a:ext uri="{FF2B5EF4-FFF2-40B4-BE49-F238E27FC236}">
                <a16:creationId xmlns:a16="http://schemas.microsoft.com/office/drawing/2014/main" id="{2C752CDE-14B9-4406-A5CB-E2EEAFAF9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933950"/>
            <a:ext cx="1981200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Picture 4">
            <a:hlinkHover r:id="" action="ppaction://noaction">
              <a:snd r:embed="rId7" name="AMARILLO.wav"/>
            </a:hlinkHover>
            <a:extLst>
              <a:ext uri="{FF2B5EF4-FFF2-40B4-BE49-F238E27FC236}">
                <a16:creationId xmlns:a16="http://schemas.microsoft.com/office/drawing/2014/main" id="{A6D1B145-CDB8-4D7F-B679-591064C42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52725"/>
            <a:ext cx="2133600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5" descr="grannysmith">
            <a:hlinkHover r:id="" action="ppaction://noaction">
              <a:snd r:embed="rId9" name="VERDE.wav"/>
            </a:hlinkHover>
            <a:extLst>
              <a:ext uri="{FF2B5EF4-FFF2-40B4-BE49-F238E27FC236}">
                <a16:creationId xmlns:a16="http://schemas.microsoft.com/office/drawing/2014/main" id="{5CBE25E6-5F96-4BEB-95DE-B9A0367A0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81000"/>
            <a:ext cx="1600200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6">
            <a:hlinkHover r:id="" action="ppaction://noaction">
              <a:snd r:embed="rId11" name="AZUL.wav"/>
            </a:hlinkHover>
            <a:extLst>
              <a:ext uri="{FF2B5EF4-FFF2-40B4-BE49-F238E27FC236}">
                <a16:creationId xmlns:a16="http://schemas.microsoft.com/office/drawing/2014/main" id="{5FEA0FE0-2300-4736-B697-D87A671F4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2275" y="381000"/>
            <a:ext cx="1554163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7" name="Picture 7">
            <a:hlinkHover r:id="" action="ppaction://noaction">
              <a:snd r:embed="rId13" name="NARANJA.wav"/>
            </a:hlinkHover>
            <a:extLst>
              <a:ext uri="{FF2B5EF4-FFF2-40B4-BE49-F238E27FC236}">
                <a16:creationId xmlns:a16="http://schemas.microsoft.com/office/drawing/2014/main" id="{3E680C61-DF2C-487B-9DA9-AF89F6E11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6813" y="381000"/>
            <a:ext cx="1320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8" name="Picture 8">
            <a:hlinkHover r:id="" action="ppaction://noaction">
              <a:snd r:embed="rId15" name="NEGRO.wav"/>
            </a:hlinkHover>
            <a:extLst>
              <a:ext uri="{FF2B5EF4-FFF2-40B4-BE49-F238E27FC236}">
                <a16:creationId xmlns:a16="http://schemas.microsoft.com/office/drawing/2014/main" id="{3BE0288D-677B-4132-AAE4-0B431061C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688" y="2514600"/>
            <a:ext cx="15351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9" name="Picture 9">
            <a:hlinkHover r:id="" action="ppaction://noaction">
              <a:snd r:embed="rId17" name="BLANCO.wav"/>
            </a:hlinkHover>
            <a:extLst>
              <a:ext uri="{FF2B5EF4-FFF2-40B4-BE49-F238E27FC236}">
                <a16:creationId xmlns:a16="http://schemas.microsoft.com/office/drawing/2014/main" id="{1EBC2732-1354-462D-9B0F-777810C4C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743200"/>
            <a:ext cx="28956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10" name="Picture 10">
            <a:hlinkHover r:id="" action="ppaction://noaction">
              <a:snd r:embed="rId19" name="MARRON.wav"/>
            </a:hlinkHover>
            <a:extLst>
              <a:ext uri="{FF2B5EF4-FFF2-40B4-BE49-F238E27FC236}">
                <a16:creationId xmlns:a16="http://schemas.microsoft.com/office/drawing/2014/main" id="{C1878508-15A4-4068-B6CB-C3A36DE4C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4437063"/>
            <a:ext cx="1828800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11" name="Picture 11">
            <a:hlinkHover r:id="" action="ppaction://noaction">
              <a:snd r:embed="rId21" name="GRIS.wav"/>
            </a:hlinkHover>
            <a:extLst>
              <a:ext uri="{FF2B5EF4-FFF2-40B4-BE49-F238E27FC236}">
                <a16:creationId xmlns:a16="http://schemas.microsoft.com/office/drawing/2014/main" id="{5F72B21A-8BEE-4468-AB89-6C2291AC4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25" y="4572000"/>
            <a:ext cx="1552575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12" name="Picture 12">
            <a:hlinkHover r:id="" action="ppaction://noaction">
              <a:snd r:embed="rId23" name="ROSA.wav"/>
            </a:hlinkHover>
            <a:extLst>
              <a:ext uri="{FF2B5EF4-FFF2-40B4-BE49-F238E27FC236}">
                <a16:creationId xmlns:a16="http://schemas.microsoft.com/office/drawing/2014/main" id="{51675D5D-6100-40AF-ACC4-B51A036A0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437063"/>
            <a:ext cx="1600200" cy="150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23917" name="AutoShape 13">
            <a:hlinkClick r:id="" action="ppaction://hlinkshowjump?jump=nextslide" highlightClick="1">
              <a:snd r:embed="rId25" name="camera.wav"/>
            </a:hlinkClick>
            <a:extLst>
              <a:ext uri="{FF2B5EF4-FFF2-40B4-BE49-F238E27FC236}">
                <a16:creationId xmlns:a16="http://schemas.microsoft.com/office/drawing/2014/main" id="{72252CD2-0814-4BEE-8975-960F4E398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6021388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3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0AE1EA97-4BC7-46E3-8C80-C96BAEE601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549275"/>
            <a:ext cx="8218488" cy="1430338"/>
          </a:xfrm>
        </p:spPr>
        <p:txBody>
          <a:bodyPr/>
          <a:lstStyle/>
          <a:p>
            <a:pPr algn="r" eaLnBrk="1" hangingPunct="1"/>
            <a:r>
              <a:rPr lang="es-ES_tradnl" altLang="en-US" sz="4000">
                <a:solidFill>
                  <a:srgbClr val="009900"/>
                </a:solidFill>
                <a:hlinkMouseOver r:id="" action="ppaction://noaction">
                  <a:snd r:embed="rId3" name="QUECOLMANZA.wav"/>
                </a:hlinkMouseOver>
              </a:rPr>
              <a:t>¿DE QUÉ </a:t>
            </a:r>
            <a:r>
              <a:rPr lang="es-ES_tradnl" altLang="en-US" sz="4000" u="sng">
                <a:solidFill>
                  <a:srgbClr val="009900"/>
                </a:solidFill>
                <a:hlinkMouseOver r:id="" action="ppaction://noaction">
                  <a:snd r:embed="rId3" name="QUECOLMANZA.wav"/>
                </a:hlinkMouseOver>
              </a:rPr>
              <a:t>COLOR </a:t>
            </a:r>
            <a:r>
              <a:rPr lang="es-ES_tradnl" altLang="en-US" sz="4000">
                <a:solidFill>
                  <a:srgbClr val="009900"/>
                </a:solidFill>
                <a:hlinkMouseOver r:id="" action="ppaction://noaction">
                  <a:snd r:embed="rId3" name="QUECOLMANZA.wav"/>
                </a:hlinkMouseOver>
              </a:rPr>
              <a:t>ES </a:t>
            </a:r>
            <a:br>
              <a:rPr lang="es-ES_tradnl" altLang="en-US" sz="4000">
                <a:solidFill>
                  <a:srgbClr val="009900"/>
                </a:solidFill>
                <a:hlinkMouseOver r:id="" action="ppaction://noaction">
                  <a:snd r:embed="rId3" name="QUECOLMANZA.wav"/>
                </a:hlinkMouseOver>
              </a:rPr>
            </a:br>
            <a:r>
              <a:rPr lang="es-ES_tradnl" altLang="en-US" sz="4000">
                <a:solidFill>
                  <a:srgbClr val="009900"/>
                </a:solidFill>
                <a:hlinkMouseOver r:id="" action="ppaction://noaction">
                  <a:snd r:embed="rId3" name="QUECOLMANZA.wav"/>
                </a:hlinkMouseOver>
              </a:rPr>
              <a:t>LA MANZANA?</a:t>
            </a:r>
            <a:endParaRPr lang="es-ES" altLang="en-US" sz="4000">
              <a:solidFill>
                <a:srgbClr val="009900"/>
              </a:solidFill>
            </a:endParaRPr>
          </a:p>
        </p:txBody>
      </p:sp>
      <p:pic>
        <p:nvPicPr>
          <p:cNvPr id="26627" name="Picture 4" descr="grannysmith">
            <a:hlinkHover r:id="" action="ppaction://noaction">
              <a:snd r:embed="rId4" name="MANZVERDE.wav"/>
            </a:hlinkHover>
            <a:extLst>
              <a:ext uri="{FF2B5EF4-FFF2-40B4-BE49-F238E27FC236}">
                <a16:creationId xmlns:a16="http://schemas.microsoft.com/office/drawing/2014/main" id="{E7B93092-34C5-476D-BAD1-008BA62A0F6A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850" y="2205038"/>
            <a:ext cx="3200400" cy="3187700"/>
          </a:xfrm>
        </p:spPr>
      </p:pic>
      <p:sp useBgFill="1">
        <p:nvSpPr>
          <p:cNvPr id="124933" name="AutoShape 5">
            <a:hlinkClick r:id="" action="ppaction://hlinkshowjump?jump=nextslide" highlightClick="1">
              <a:snd r:embed="rId6" name="camera.wav"/>
            </a:hlinkClick>
            <a:extLst>
              <a:ext uri="{FF2B5EF4-FFF2-40B4-BE49-F238E27FC236}">
                <a16:creationId xmlns:a16="http://schemas.microsoft.com/office/drawing/2014/main" id="{CC16FA07-362B-4763-9041-A372855C7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589588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3A02C8C4-0643-430D-97DC-875CC2B76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846138"/>
            <a:ext cx="8229600" cy="1143000"/>
          </a:xfrm>
        </p:spPr>
        <p:txBody>
          <a:bodyPr/>
          <a:lstStyle/>
          <a:p>
            <a:pPr algn="r" eaLnBrk="1" hangingPunct="1"/>
            <a:r>
              <a:rPr lang="es-ES_tradnl" altLang="en-US" sz="4000">
                <a:solidFill>
                  <a:srgbClr val="FF0000"/>
                </a:solidFill>
                <a:hlinkMouseOver r:id="" action="ppaction://noaction">
                  <a:snd r:embed="rId3" name="QUECOLORCOCHE.wav"/>
                </a:hlinkMouseOver>
              </a:rPr>
              <a:t>¿De qué color </a:t>
            </a:r>
            <a:br>
              <a:rPr lang="es-ES_tradnl" altLang="en-US" sz="4000">
                <a:solidFill>
                  <a:srgbClr val="FF0000"/>
                </a:solidFill>
                <a:hlinkMouseOver r:id="" action="ppaction://noaction">
                  <a:snd r:embed="rId3" name="QUECOLORCOCHE.wav"/>
                </a:hlinkMouseOver>
              </a:rPr>
            </a:br>
            <a:r>
              <a:rPr lang="es-ES_tradnl" altLang="en-US" sz="4000">
                <a:solidFill>
                  <a:srgbClr val="FF0000"/>
                </a:solidFill>
                <a:hlinkMouseOver r:id="" action="ppaction://noaction">
                  <a:snd r:embed="rId3" name="QUECOLORCOCHE.wav"/>
                </a:hlinkMouseOver>
              </a:rPr>
              <a:t>es el coche?</a:t>
            </a:r>
            <a:endParaRPr lang="es-ES" altLang="en-US" sz="4000">
              <a:solidFill>
                <a:srgbClr val="FF0000"/>
              </a:solidFill>
            </a:endParaRPr>
          </a:p>
        </p:txBody>
      </p:sp>
      <p:pic>
        <p:nvPicPr>
          <p:cNvPr id="27651" name="Picture 4">
            <a:hlinkHover r:id="" action="ppaction://noaction">
              <a:snd r:embed="rId4" name="COCHEROJO.wav"/>
            </a:hlinkHover>
            <a:extLst>
              <a:ext uri="{FF2B5EF4-FFF2-40B4-BE49-F238E27FC236}">
                <a16:creationId xmlns:a16="http://schemas.microsoft.com/office/drawing/2014/main" id="{62FDC5B6-97A5-4573-82C8-2F9AD7C996EA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4213" y="1916113"/>
            <a:ext cx="4306887" cy="2979737"/>
          </a:xfrm>
        </p:spPr>
      </p:pic>
      <p:sp useBgFill="1">
        <p:nvSpPr>
          <p:cNvPr id="125957" name="AutoShape 5">
            <a:hlinkClick r:id="" action="ppaction://hlinkshowjump?jump=nextslide" highlightClick="1">
              <a:snd r:embed="rId6" name="camera.wav"/>
            </a:hlinkClick>
            <a:extLst>
              <a:ext uri="{FF2B5EF4-FFF2-40B4-BE49-F238E27FC236}">
                <a16:creationId xmlns:a16="http://schemas.microsoft.com/office/drawing/2014/main" id="{3C6214A5-39AC-4CC0-892F-7FAB7FE32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589588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15C2D8D-C51A-4768-AC09-A413031C6D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620713"/>
            <a:ext cx="8229600" cy="1143000"/>
          </a:xfrm>
        </p:spPr>
        <p:txBody>
          <a:bodyPr/>
          <a:lstStyle/>
          <a:p>
            <a:pPr algn="r" eaLnBrk="1" hangingPunct="1"/>
            <a:r>
              <a:rPr lang="es-ES_tradnl" altLang="en-US" sz="4000">
                <a:hlinkMouseOver r:id="" action="ppaction://noaction">
                  <a:snd r:embed="rId3" name="QUECOLORLIMON.wav"/>
                </a:hlinkMouseOver>
              </a:rPr>
              <a:t>¿De qué color </a:t>
            </a:r>
            <a:br>
              <a:rPr lang="es-ES_tradnl" altLang="en-US" sz="4000">
                <a:hlinkMouseOver r:id="" action="ppaction://noaction">
                  <a:snd r:embed="rId3" name="QUECOLORLIMON.wav"/>
                </a:hlinkMouseOver>
              </a:rPr>
            </a:br>
            <a:r>
              <a:rPr lang="es-ES_tradnl" altLang="en-US" sz="4000">
                <a:hlinkMouseOver r:id="" action="ppaction://noaction">
                  <a:snd r:embed="rId3" name="QUECOLORLIMON.wav"/>
                </a:hlinkMouseOver>
              </a:rPr>
              <a:t>es el limón?</a:t>
            </a:r>
            <a:endParaRPr lang="es-ES" altLang="en-US" sz="4000"/>
          </a:p>
        </p:txBody>
      </p:sp>
      <p:pic>
        <p:nvPicPr>
          <p:cNvPr id="28675" name="Picture 6">
            <a:hlinkHover r:id="" action="ppaction://noaction">
              <a:snd r:embed="rId4" name="LIMONAMA.wav"/>
            </a:hlinkHover>
            <a:extLst>
              <a:ext uri="{FF2B5EF4-FFF2-40B4-BE49-F238E27FC236}">
                <a16:creationId xmlns:a16="http://schemas.microsoft.com/office/drawing/2014/main" id="{62AB2C01-A5EE-4AC7-B2E9-5FCCF0AFCE47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700213"/>
            <a:ext cx="3808412" cy="2976562"/>
          </a:xfrm>
        </p:spPr>
      </p:pic>
      <p:sp useBgFill="1">
        <p:nvSpPr>
          <p:cNvPr id="126983" name="AutoShape 7">
            <a:hlinkClick r:id="" action="ppaction://hlinkshowjump?jump=nextslide" highlightClick="1">
              <a:snd r:embed="rId6" name="camera.wav"/>
            </a:hlinkClick>
            <a:extLst>
              <a:ext uri="{FF2B5EF4-FFF2-40B4-BE49-F238E27FC236}">
                <a16:creationId xmlns:a16="http://schemas.microsoft.com/office/drawing/2014/main" id="{496E7B0A-0BD8-4C55-99BE-CFF8668B0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589588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46">
            <a:hlinkClick r:id="" action="ppaction://noaction">
              <a:snd r:embed="rId3" name="AMARILLO.wav"/>
            </a:hlinkClick>
            <a:extLst>
              <a:ext uri="{FF2B5EF4-FFF2-40B4-BE49-F238E27FC236}">
                <a16:creationId xmlns:a16="http://schemas.microsoft.com/office/drawing/2014/main" id="{75C82008-B793-4D97-ACB0-ECE344736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476250"/>
            <a:ext cx="2663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 sz="3600"/>
              <a:t>AMARILLO</a:t>
            </a:r>
          </a:p>
        </p:txBody>
      </p:sp>
      <p:sp>
        <p:nvSpPr>
          <p:cNvPr id="29699" name="Text Box 47">
            <a:hlinkClick r:id="" action="ppaction://noaction">
              <a:snd r:embed="rId4" name="AZUL.wav"/>
            </a:hlinkClick>
            <a:extLst>
              <a:ext uri="{FF2B5EF4-FFF2-40B4-BE49-F238E27FC236}">
                <a16:creationId xmlns:a16="http://schemas.microsoft.com/office/drawing/2014/main" id="{821CA717-6E46-4A02-9710-86E6C109E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1484313"/>
            <a:ext cx="2663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 sz="3600"/>
              <a:t>AZUL</a:t>
            </a:r>
          </a:p>
        </p:txBody>
      </p:sp>
      <p:sp>
        <p:nvSpPr>
          <p:cNvPr id="29700" name="Text Box 48">
            <a:hlinkClick r:id="" action="ppaction://noaction">
              <a:snd r:embed="rId5" name="GRIS.wav"/>
            </a:hlinkClick>
            <a:extLst>
              <a:ext uri="{FF2B5EF4-FFF2-40B4-BE49-F238E27FC236}">
                <a16:creationId xmlns:a16="http://schemas.microsoft.com/office/drawing/2014/main" id="{18C48C5C-5BA7-4D05-B9B7-2020279AE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549275"/>
            <a:ext cx="2663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 sz="3600"/>
              <a:t>GRIS</a:t>
            </a:r>
          </a:p>
        </p:txBody>
      </p:sp>
      <p:sp>
        <p:nvSpPr>
          <p:cNvPr id="29701" name="Text Box 49">
            <a:hlinkClick r:id="" action="ppaction://noaction">
              <a:snd r:embed="rId6" name="ROJO.wav"/>
            </a:hlinkClick>
            <a:extLst>
              <a:ext uri="{FF2B5EF4-FFF2-40B4-BE49-F238E27FC236}">
                <a16:creationId xmlns:a16="http://schemas.microsoft.com/office/drawing/2014/main" id="{12C5EB28-57AF-43B9-A53D-11767B985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2205038"/>
            <a:ext cx="2663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 sz="3600"/>
              <a:t>ROJO</a:t>
            </a:r>
          </a:p>
        </p:txBody>
      </p:sp>
      <p:sp>
        <p:nvSpPr>
          <p:cNvPr id="29702" name="Text Box 50">
            <a:hlinkClick r:id="" action="ppaction://noaction">
              <a:snd r:embed="rId7" name="NARANJA.wav"/>
            </a:hlinkClick>
            <a:extLst>
              <a:ext uri="{FF2B5EF4-FFF2-40B4-BE49-F238E27FC236}">
                <a16:creationId xmlns:a16="http://schemas.microsoft.com/office/drawing/2014/main" id="{DC8F7A2C-8880-489D-AB67-716B9314A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1844675"/>
            <a:ext cx="2663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 sz="3600"/>
              <a:t>NARANJA</a:t>
            </a:r>
          </a:p>
        </p:txBody>
      </p:sp>
      <p:sp>
        <p:nvSpPr>
          <p:cNvPr id="29703" name="Text Box 51">
            <a:hlinkClick r:id="" action="ppaction://noaction">
              <a:snd r:embed="rId8" name="NEGRO.wav"/>
            </a:hlinkClick>
            <a:extLst>
              <a:ext uri="{FF2B5EF4-FFF2-40B4-BE49-F238E27FC236}">
                <a16:creationId xmlns:a16="http://schemas.microsoft.com/office/drawing/2014/main" id="{DA407122-FAC6-4488-AA52-0304794623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2852738"/>
            <a:ext cx="2663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 sz="3600"/>
              <a:t>NEGRO</a:t>
            </a:r>
          </a:p>
        </p:txBody>
      </p:sp>
      <p:sp>
        <p:nvSpPr>
          <p:cNvPr id="29704" name="Text Box 52">
            <a:hlinkClick r:id="" action="ppaction://noaction">
              <a:snd r:embed="rId9" name="MARRON.wav"/>
            </a:hlinkClick>
            <a:extLst>
              <a:ext uri="{FF2B5EF4-FFF2-40B4-BE49-F238E27FC236}">
                <a16:creationId xmlns:a16="http://schemas.microsoft.com/office/drawing/2014/main" id="{ED227757-385A-4B02-B466-B265796DD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4005263"/>
            <a:ext cx="2663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 sz="3600"/>
              <a:t>MARRÓN</a:t>
            </a:r>
          </a:p>
        </p:txBody>
      </p:sp>
      <p:sp>
        <p:nvSpPr>
          <p:cNvPr id="29705" name="Text Box 53">
            <a:hlinkClick r:id="" action="ppaction://noaction">
              <a:snd r:embed="rId10" name="MORADO.wav"/>
            </a:hlinkClick>
            <a:extLst>
              <a:ext uri="{FF2B5EF4-FFF2-40B4-BE49-F238E27FC236}">
                <a16:creationId xmlns:a16="http://schemas.microsoft.com/office/drawing/2014/main" id="{378D16F0-45EC-4AB5-A3AD-BC417EC13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175" y="3068638"/>
            <a:ext cx="2663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 sz="3600"/>
              <a:t>MORADO</a:t>
            </a:r>
          </a:p>
        </p:txBody>
      </p:sp>
      <p:sp>
        <p:nvSpPr>
          <p:cNvPr id="29706" name="Text Box 54">
            <a:hlinkClick r:id="" action="ppaction://noaction">
              <a:snd r:embed="rId11" name="VERDE.wav"/>
            </a:hlinkClick>
            <a:extLst>
              <a:ext uri="{FF2B5EF4-FFF2-40B4-BE49-F238E27FC236}">
                <a16:creationId xmlns:a16="http://schemas.microsoft.com/office/drawing/2014/main" id="{723C1EB0-34A4-4DED-9D3B-968870D1E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644900"/>
            <a:ext cx="2663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 sz="3600"/>
              <a:t>VERDE</a:t>
            </a:r>
          </a:p>
        </p:txBody>
      </p:sp>
      <p:sp>
        <p:nvSpPr>
          <p:cNvPr id="29707" name="Text Box 55">
            <a:hlinkClick r:id="" action="ppaction://noaction">
              <a:snd r:embed="rId12" name="ROSA.wav"/>
            </a:hlinkClick>
            <a:extLst>
              <a:ext uri="{FF2B5EF4-FFF2-40B4-BE49-F238E27FC236}">
                <a16:creationId xmlns:a16="http://schemas.microsoft.com/office/drawing/2014/main" id="{F03BD4B4-2EFD-4C0A-A0C4-18C221532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4652963"/>
            <a:ext cx="2663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 sz="3600"/>
              <a:t>ROSA</a:t>
            </a:r>
          </a:p>
        </p:txBody>
      </p:sp>
      <p:sp>
        <p:nvSpPr>
          <p:cNvPr id="29708" name="Text Box 56">
            <a:hlinkClick r:id="" action="ppaction://noaction">
              <a:snd r:embed="rId13" name="BLANCO.wav"/>
            </a:hlinkClick>
            <a:extLst>
              <a:ext uri="{FF2B5EF4-FFF2-40B4-BE49-F238E27FC236}">
                <a16:creationId xmlns:a16="http://schemas.microsoft.com/office/drawing/2014/main" id="{925FCD16-AD07-43CF-B090-B1DE55633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84763"/>
            <a:ext cx="2663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 sz="3600"/>
              <a:t>BLANCO</a:t>
            </a:r>
          </a:p>
        </p:txBody>
      </p:sp>
      <p:sp useBgFill="1">
        <p:nvSpPr>
          <p:cNvPr id="128057" name="AutoShape 57">
            <a:hlinkClick r:id="" action="ppaction://hlinkshowjump?jump=nextslide" highlightClick="1">
              <a:snd r:embed="rId14" name="camera.wav"/>
            </a:hlinkClick>
            <a:extLst>
              <a:ext uri="{FF2B5EF4-FFF2-40B4-BE49-F238E27FC236}">
                <a16:creationId xmlns:a16="http://schemas.microsoft.com/office/drawing/2014/main" id="{0776C24E-F165-42D9-8A85-1B1931C9F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589588"/>
            <a:ext cx="2808287" cy="6477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8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5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4">
            <a:hlinkHover r:id="" action="ppaction://noaction">
              <a:snd r:embed="rId3" name="LIMONAMA.wav"/>
            </a:hlinkHover>
            <a:extLst>
              <a:ext uri="{FF2B5EF4-FFF2-40B4-BE49-F238E27FC236}">
                <a16:creationId xmlns:a16="http://schemas.microsoft.com/office/drawing/2014/main" id="{21B4FF74-4EAF-4963-B583-48259D14CF96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67000" y="1052513"/>
            <a:ext cx="3808413" cy="2976562"/>
          </a:xfrm>
        </p:spPr>
      </p:pic>
      <p:sp useBgFill="1">
        <p:nvSpPr>
          <p:cNvPr id="30723" name="AutoShape 5">
            <a:hlinkClick r:id="" action="ppaction://noaction" highlightClick="1">
              <a:snd r:embed="rId5" name="voltage.wav"/>
            </a:hlinkClick>
            <a:extLst>
              <a:ext uri="{FF2B5EF4-FFF2-40B4-BE49-F238E27FC236}">
                <a16:creationId xmlns:a16="http://schemas.microsoft.com/office/drawing/2014/main" id="{2A9883D1-E901-4B1F-B05D-89FCB7D0B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373688"/>
            <a:ext cx="3384550" cy="719137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n-US" sz="3600"/>
              <a:t>VERDE</a:t>
            </a:r>
          </a:p>
        </p:txBody>
      </p:sp>
      <p:sp useBgFill="1">
        <p:nvSpPr>
          <p:cNvPr id="30724" name="AutoShape 6">
            <a:hlinkClick r:id="" action="ppaction://hlinkshowjump?jump=nextslide" highlightClick="1">
              <a:snd r:embed="rId6" name="arrow.wav"/>
            </a:hlinkClick>
            <a:extLst>
              <a:ext uri="{FF2B5EF4-FFF2-40B4-BE49-F238E27FC236}">
                <a16:creationId xmlns:a16="http://schemas.microsoft.com/office/drawing/2014/main" id="{F0C91404-931A-4F94-9FA0-D6A82015A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5373688"/>
            <a:ext cx="3384550" cy="719137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n-US" sz="3600"/>
              <a:t>AMARILLO</a:t>
            </a:r>
          </a:p>
        </p:txBody>
      </p:sp>
    </p:spTree>
  </p:cSld>
  <p:clrMapOvr>
    <a:masterClrMapping/>
  </p:clrMapOvr>
  <p:transition advClick="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746" name="AutoShape 2">
            <a:hlinkClick r:id="" action="ppaction://noaction" highlightClick="1">
              <a:snd r:embed="rId3" name="voltage.wav"/>
            </a:hlinkClick>
            <a:extLst>
              <a:ext uri="{FF2B5EF4-FFF2-40B4-BE49-F238E27FC236}">
                <a16:creationId xmlns:a16="http://schemas.microsoft.com/office/drawing/2014/main" id="{61347D27-7D0F-4B07-A0B7-6523E4B3B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5373688"/>
            <a:ext cx="3384550" cy="719137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n-US" sz="3600"/>
              <a:t>AZUL</a:t>
            </a:r>
          </a:p>
        </p:txBody>
      </p:sp>
      <p:sp useBgFill="1">
        <p:nvSpPr>
          <p:cNvPr id="31747" name="AutoShape 3">
            <a:hlinkClick r:id="" action="ppaction://hlinkshowjump?jump=nextslide" highlightClick="1">
              <a:snd r:embed="rId4" name="arrow.wav"/>
            </a:hlinkClick>
            <a:extLst>
              <a:ext uri="{FF2B5EF4-FFF2-40B4-BE49-F238E27FC236}">
                <a16:creationId xmlns:a16="http://schemas.microsoft.com/office/drawing/2014/main" id="{16DB153F-0AB8-4AA1-895C-F02437D91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373688"/>
            <a:ext cx="3384550" cy="719137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n-US" sz="3600"/>
              <a:t>ROJO</a:t>
            </a:r>
          </a:p>
        </p:txBody>
      </p:sp>
      <p:pic>
        <p:nvPicPr>
          <p:cNvPr id="31748" name="Picture 4">
            <a:hlinkHover r:id="" action="ppaction://noaction">
              <a:snd r:embed="rId5" name="COCHEROJO.wav"/>
            </a:hlinkHover>
            <a:extLst>
              <a:ext uri="{FF2B5EF4-FFF2-40B4-BE49-F238E27FC236}">
                <a16:creationId xmlns:a16="http://schemas.microsoft.com/office/drawing/2014/main" id="{D9B8478F-CD55-43E7-B061-ED3674F6D5C7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90800" y="1773238"/>
            <a:ext cx="4306888" cy="2690812"/>
          </a:xfrm>
        </p:spPr>
      </p:pic>
    </p:spTree>
  </p:cSld>
  <p:clrMapOvr>
    <a:masterClrMapping/>
  </p:clrMapOvr>
  <p:transition advClick="0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770" name="AutoShape 2">
            <a:hlinkClick r:id="" action="ppaction://noaction" highlightClick="1">
              <a:snd r:embed="rId3" name="voltage.wav"/>
            </a:hlinkClick>
            <a:extLst>
              <a:ext uri="{FF2B5EF4-FFF2-40B4-BE49-F238E27FC236}">
                <a16:creationId xmlns:a16="http://schemas.microsoft.com/office/drawing/2014/main" id="{BC005EE7-D6FC-4B69-816A-04FEBBFAA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5373688"/>
            <a:ext cx="3384550" cy="719137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n-US" sz="3600"/>
              <a:t>NARANJA</a:t>
            </a:r>
          </a:p>
        </p:txBody>
      </p:sp>
      <p:sp useBgFill="1">
        <p:nvSpPr>
          <p:cNvPr id="32771" name="AutoShape 3">
            <a:hlinkClick r:id="" action="ppaction://hlinkshowjump?jump=nextslide" highlightClick="1">
              <a:snd r:embed="rId4" name="arrow.wav"/>
            </a:hlinkClick>
            <a:extLst>
              <a:ext uri="{FF2B5EF4-FFF2-40B4-BE49-F238E27FC236}">
                <a16:creationId xmlns:a16="http://schemas.microsoft.com/office/drawing/2014/main" id="{AAB6514C-0E5A-474C-9E0E-2B3EEF7D4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373688"/>
            <a:ext cx="3384550" cy="719137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n-US" sz="3600"/>
              <a:t>VERDE</a:t>
            </a:r>
          </a:p>
        </p:txBody>
      </p:sp>
      <p:pic>
        <p:nvPicPr>
          <p:cNvPr id="32772" name="Picture 4" descr="grannysmith">
            <a:hlinkHover r:id="" action="ppaction://noaction">
              <a:snd r:embed="rId5" name="MANZVERDE.wav"/>
            </a:hlinkHover>
            <a:extLst>
              <a:ext uri="{FF2B5EF4-FFF2-40B4-BE49-F238E27FC236}">
                <a16:creationId xmlns:a16="http://schemas.microsoft.com/office/drawing/2014/main" id="{83415987-2AF8-4409-90E1-564E60B2019E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1800" y="1484313"/>
            <a:ext cx="3200400" cy="3187700"/>
          </a:xfrm>
        </p:spPr>
      </p:pic>
    </p:spTree>
  </p:cSld>
  <p:clrMapOvr>
    <a:masterClrMapping/>
  </p:clrMapOvr>
  <p:transition advClick="0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794" name="AutoShape 2">
            <a:hlinkClick r:id="" action="ppaction://noaction" highlightClick="1">
              <a:snd r:embed="rId3" name="voltage.wav"/>
            </a:hlinkClick>
            <a:extLst>
              <a:ext uri="{FF2B5EF4-FFF2-40B4-BE49-F238E27FC236}">
                <a16:creationId xmlns:a16="http://schemas.microsoft.com/office/drawing/2014/main" id="{6D27C7FB-C6C2-42A5-BC5D-F0A1D6778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373688"/>
            <a:ext cx="3384550" cy="719137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n-US" sz="3600"/>
              <a:t>GRIS</a:t>
            </a:r>
          </a:p>
        </p:txBody>
      </p:sp>
      <p:sp useBgFill="1">
        <p:nvSpPr>
          <p:cNvPr id="33795" name="AutoShape 3">
            <a:hlinkClick r:id="" action="ppaction://hlinkshowjump?jump=nextslide" highlightClick="1">
              <a:snd r:embed="rId4" name="arrow.wav"/>
            </a:hlinkClick>
            <a:extLst>
              <a:ext uri="{FF2B5EF4-FFF2-40B4-BE49-F238E27FC236}">
                <a16:creationId xmlns:a16="http://schemas.microsoft.com/office/drawing/2014/main" id="{7DBFC1F1-04AF-40C0-A472-A2EA0FBEE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5373688"/>
            <a:ext cx="3384550" cy="719137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n-US" sz="3600"/>
              <a:t>BLANCO</a:t>
            </a:r>
          </a:p>
        </p:txBody>
      </p:sp>
      <p:pic>
        <p:nvPicPr>
          <p:cNvPr id="33796" name="Picture 4">
            <a:extLst>
              <a:ext uri="{FF2B5EF4-FFF2-40B4-BE49-F238E27FC236}">
                <a16:creationId xmlns:a16="http://schemas.microsoft.com/office/drawing/2014/main" id="{6F6153A6-1F64-46EE-A43F-68CE7D097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060575"/>
            <a:ext cx="6096000" cy="255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818" name="AutoShape 2">
            <a:hlinkClick r:id="" action="ppaction://noaction" highlightClick="1">
              <a:snd r:embed="rId3" name="voltage.wav"/>
            </a:hlinkClick>
            <a:extLst>
              <a:ext uri="{FF2B5EF4-FFF2-40B4-BE49-F238E27FC236}">
                <a16:creationId xmlns:a16="http://schemas.microsoft.com/office/drawing/2014/main" id="{8F6B0034-C3D1-4170-B96B-03228A1B7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5373688"/>
            <a:ext cx="3384550" cy="719137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n-US" sz="3600"/>
              <a:t>BLANCO</a:t>
            </a:r>
          </a:p>
        </p:txBody>
      </p:sp>
      <p:sp useBgFill="1">
        <p:nvSpPr>
          <p:cNvPr id="34819" name="AutoShape 3">
            <a:hlinkClick r:id="" action="ppaction://hlinkshowjump?jump=nextslide" highlightClick="1">
              <a:snd r:embed="rId4" name="arrow.wav"/>
            </a:hlinkClick>
            <a:extLst>
              <a:ext uri="{FF2B5EF4-FFF2-40B4-BE49-F238E27FC236}">
                <a16:creationId xmlns:a16="http://schemas.microsoft.com/office/drawing/2014/main" id="{FAB523B4-4671-4B0A-9F65-786619A9C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373688"/>
            <a:ext cx="3384550" cy="719137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n-US" sz="3600"/>
              <a:t>NEGRO</a:t>
            </a:r>
          </a:p>
        </p:txBody>
      </p:sp>
      <p:pic>
        <p:nvPicPr>
          <p:cNvPr id="34820" name="Picture 4">
            <a:extLst>
              <a:ext uri="{FF2B5EF4-FFF2-40B4-BE49-F238E27FC236}">
                <a16:creationId xmlns:a16="http://schemas.microsoft.com/office/drawing/2014/main" id="{B8BDC74F-1324-47CE-B0BC-FD22749DB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363" y="1052513"/>
            <a:ext cx="3290887" cy="359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842" name="AutoShape 2">
            <a:hlinkClick r:id="" action="ppaction://noaction" highlightClick="1">
              <a:snd r:embed="rId3" name="voltage.wav"/>
            </a:hlinkClick>
            <a:extLst>
              <a:ext uri="{FF2B5EF4-FFF2-40B4-BE49-F238E27FC236}">
                <a16:creationId xmlns:a16="http://schemas.microsoft.com/office/drawing/2014/main" id="{9D28633F-666A-454F-830D-49E1B22B2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373688"/>
            <a:ext cx="3384550" cy="719137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n-US" sz="3600"/>
              <a:t>VERDE</a:t>
            </a:r>
          </a:p>
        </p:txBody>
      </p:sp>
      <p:sp useBgFill="1">
        <p:nvSpPr>
          <p:cNvPr id="35843" name="AutoShape 3">
            <a:hlinkClick r:id="" action="ppaction://hlinkshowjump?jump=nextslide" highlightClick="1">
              <a:snd r:embed="rId4" name="arrow.wav"/>
            </a:hlinkClick>
            <a:extLst>
              <a:ext uri="{FF2B5EF4-FFF2-40B4-BE49-F238E27FC236}">
                <a16:creationId xmlns:a16="http://schemas.microsoft.com/office/drawing/2014/main" id="{A2C46FD9-52C2-4853-9215-55BAEF7C0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5373688"/>
            <a:ext cx="3384550" cy="719137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n-US" sz="3600"/>
              <a:t>AZUL</a:t>
            </a:r>
          </a:p>
        </p:txBody>
      </p:sp>
      <p:pic>
        <p:nvPicPr>
          <p:cNvPr id="35844" name="Picture 4">
            <a:extLst>
              <a:ext uri="{FF2B5EF4-FFF2-40B4-BE49-F238E27FC236}">
                <a16:creationId xmlns:a16="http://schemas.microsoft.com/office/drawing/2014/main" id="{E04FF8D0-5550-4456-ADC7-C3F1A27F6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163" y="981075"/>
            <a:ext cx="2662237" cy="350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866" name="AutoShape 2">
            <a:hlinkClick r:id="" action="ppaction://noaction" highlightClick="1">
              <a:snd r:embed="rId3" name="voltage.wav"/>
            </a:hlinkClick>
            <a:extLst>
              <a:ext uri="{FF2B5EF4-FFF2-40B4-BE49-F238E27FC236}">
                <a16:creationId xmlns:a16="http://schemas.microsoft.com/office/drawing/2014/main" id="{C8B7164C-EFC4-4907-8896-2E88E2DDE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5373688"/>
            <a:ext cx="3384550" cy="719137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n-US" sz="3600"/>
              <a:t>ROJO</a:t>
            </a:r>
          </a:p>
        </p:txBody>
      </p:sp>
      <p:sp useBgFill="1">
        <p:nvSpPr>
          <p:cNvPr id="36867" name="AutoShape 3">
            <a:hlinkClick r:id="" action="ppaction://hlinkshowjump?jump=nextslide" highlightClick="1">
              <a:snd r:embed="rId4" name="arrow.wav"/>
            </a:hlinkClick>
            <a:extLst>
              <a:ext uri="{FF2B5EF4-FFF2-40B4-BE49-F238E27FC236}">
                <a16:creationId xmlns:a16="http://schemas.microsoft.com/office/drawing/2014/main" id="{A821751F-5568-4562-9B03-E87FA5E41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373688"/>
            <a:ext cx="3384550" cy="719137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n-US" sz="3600"/>
              <a:t>NARANJA</a:t>
            </a:r>
          </a:p>
        </p:txBody>
      </p:sp>
      <p:pic>
        <p:nvPicPr>
          <p:cNvPr id="36868" name="Picture 4">
            <a:extLst>
              <a:ext uri="{FF2B5EF4-FFF2-40B4-BE49-F238E27FC236}">
                <a16:creationId xmlns:a16="http://schemas.microsoft.com/office/drawing/2014/main" id="{7836CCC4-4075-442F-BC9F-694DD9863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196975"/>
            <a:ext cx="2479675" cy="343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890" name="AutoShape 2">
            <a:hlinkClick r:id="" action="ppaction://noaction" highlightClick="1">
              <a:snd r:embed="rId3" name="voltage.wav"/>
            </a:hlinkClick>
            <a:extLst>
              <a:ext uri="{FF2B5EF4-FFF2-40B4-BE49-F238E27FC236}">
                <a16:creationId xmlns:a16="http://schemas.microsoft.com/office/drawing/2014/main" id="{D9B80126-2406-448B-A736-A28EE9D96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373688"/>
            <a:ext cx="3384550" cy="719137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n-US" sz="3600"/>
              <a:t>ROJO</a:t>
            </a:r>
          </a:p>
        </p:txBody>
      </p:sp>
      <p:sp useBgFill="1">
        <p:nvSpPr>
          <p:cNvPr id="37891" name="AutoShape 3">
            <a:hlinkClick r:id="" action="ppaction://hlinkshowjump?jump=nextslide" highlightClick="1">
              <a:snd r:embed="rId4" name="arrow.wav"/>
            </a:hlinkClick>
            <a:extLst>
              <a:ext uri="{FF2B5EF4-FFF2-40B4-BE49-F238E27FC236}">
                <a16:creationId xmlns:a16="http://schemas.microsoft.com/office/drawing/2014/main" id="{463C08C2-1FAE-409B-9954-3C8E14D21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5373688"/>
            <a:ext cx="3384550" cy="719137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n-US" sz="3600"/>
              <a:t>MARRÓN</a:t>
            </a:r>
          </a:p>
        </p:txBody>
      </p:sp>
      <p:pic>
        <p:nvPicPr>
          <p:cNvPr id="37892" name="Picture 4">
            <a:extLst>
              <a:ext uri="{FF2B5EF4-FFF2-40B4-BE49-F238E27FC236}">
                <a16:creationId xmlns:a16="http://schemas.microsoft.com/office/drawing/2014/main" id="{CE15C9CC-BDAC-4DFE-A028-498FBDE53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557338"/>
            <a:ext cx="3962400" cy="316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4">
            <a:extLst>
              <a:ext uri="{FF2B5EF4-FFF2-40B4-BE49-F238E27FC236}">
                <a16:creationId xmlns:a16="http://schemas.microsoft.com/office/drawing/2014/main" id="{85524D1B-2EBF-4523-80BD-D43488D57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125538"/>
            <a:ext cx="2376487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n-US" sz="4400">
                <a:solidFill>
                  <a:srgbClr val="FF0000"/>
                </a:solidFill>
              </a:rPr>
              <a:t>ESC   SALIR</a:t>
            </a:r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147</Words>
  <Application>Microsoft Office PowerPoint</Application>
  <PresentationFormat>Presentación en pantalla (4:3)</PresentationFormat>
  <Paragraphs>91</Paragraphs>
  <Slides>37</Slides>
  <Notes>37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38" baseType="lpstr">
      <vt:lpstr>Diseño predeterminado</vt:lpstr>
      <vt:lpstr>Presentación de PowerPoint</vt:lpstr>
      <vt:lpstr>ROJO</vt:lpstr>
      <vt:lpstr> EL COCHE ES ROJO</vt:lpstr>
      <vt:lpstr>AMARILLO</vt:lpstr>
      <vt:lpstr> EL LIMÓN ES AMARILLO</vt:lpstr>
      <vt:lpstr>VERDE</vt:lpstr>
      <vt:lpstr> LA MANZANA ES VERDE</vt:lpstr>
      <vt:lpstr>AZUL</vt:lpstr>
      <vt:lpstr>EL CUADERNO ES AZUL</vt:lpstr>
      <vt:lpstr>NARANJA</vt:lpstr>
      <vt:lpstr> EL BUTANO ES NARANJA</vt:lpstr>
      <vt:lpstr>NEGRO</vt:lpstr>
      <vt:lpstr> EL GATO ES NEGRO</vt:lpstr>
      <vt:lpstr>BLANCO</vt:lpstr>
      <vt:lpstr> EL PLATO ES BLANCO</vt:lpstr>
      <vt:lpstr>MARRÓN</vt:lpstr>
      <vt:lpstr> EL PERRO ES MARRÓN</vt:lpstr>
      <vt:lpstr>GRIS</vt:lpstr>
      <vt:lpstr> EL OSO ES GRIS</vt:lpstr>
      <vt:lpstr>MORADO</vt:lpstr>
      <vt:lpstr> LA CAMISETA ES MORADA</vt:lpstr>
      <vt:lpstr>ROSA</vt:lpstr>
      <vt:lpstr> LA FALDA ES ROSA</vt:lpstr>
      <vt:lpstr>Presentación de PowerPoint</vt:lpstr>
      <vt:lpstr>¿DE QUÉ COLOR ES  LA MANZANA?</vt:lpstr>
      <vt:lpstr>¿De qué color  es el coche?</vt:lpstr>
      <vt:lpstr>¿De qué color  es el limón?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ROJO</dc:title>
  <dc:creator>ALBERTO ABARCA</dc:creator>
  <cp:lastModifiedBy>Usuario de Windows</cp:lastModifiedBy>
  <cp:revision>13</cp:revision>
  <dcterms:created xsi:type="dcterms:W3CDTF">2008-09-17T14:25:49Z</dcterms:created>
  <dcterms:modified xsi:type="dcterms:W3CDTF">2020-05-28T22:11:02Z</dcterms:modified>
</cp:coreProperties>
</file>