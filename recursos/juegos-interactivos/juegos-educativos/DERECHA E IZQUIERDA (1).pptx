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085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007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151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689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581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557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1685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366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89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126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0941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441C0-3AF1-478F-9ED2-9802206A6B4D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29A48-5DB9-48AB-AE4B-F59F3F9545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9546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9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" y="0"/>
            <a:ext cx="913799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59632" y="1628800"/>
            <a:ext cx="60128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Hoy aprenderemos: </a:t>
            </a:r>
            <a:endParaRPr lang="es-ES" sz="54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043609" y="2967335"/>
            <a:ext cx="468052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Derecha e izquierda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8919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10"/>
            <a:ext cx="9249072" cy="684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Resultado de imagen para dibujo de derecha e izquier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340768"/>
            <a:ext cx="6305271" cy="4370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8" descr="Resultado de imagen para mano derech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" name="Picture 10" descr="Resultado de imagen para mano derech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53"/>
          <a:stretch/>
        </p:blipFill>
        <p:spPr bwMode="auto">
          <a:xfrm>
            <a:off x="1655888" y="1340767"/>
            <a:ext cx="1691976" cy="215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esultado de imagen para mano derech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6372200" y="1452829"/>
            <a:ext cx="1584176" cy="19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78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Resultado de imagen para mano derecha e izquierda para niÃ±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4340" name="Picture 4" descr="Resultado de imagen para mano derecha e izquierda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420"/>
            <a:ext cx="4644008" cy="687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556" y="-18968"/>
            <a:ext cx="4391126" cy="687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06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" y="15310"/>
            <a:ext cx="9249072" cy="684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28164" y="1340768"/>
            <a:ext cx="759964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solidFill>
                  <a:schemeClr val="accent4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¿ Quién está a la </a:t>
            </a:r>
            <a:r>
              <a:rPr lang="es-ES" sz="4000" b="1" cap="none" spc="0" dirty="0" smtClean="0">
                <a:ln w="1905"/>
                <a:solidFill>
                  <a:schemeClr val="accent4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derecha del niño?</a:t>
            </a:r>
            <a:endParaRPr lang="es-ES" sz="4000" b="1" cap="none" spc="0" dirty="0">
              <a:ln w="1905"/>
              <a:solidFill>
                <a:schemeClr val="accent4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3316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988840"/>
            <a:ext cx="2088232" cy="382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Resultado de imagen para dibujo perri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492896"/>
            <a:ext cx="2442044" cy="294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665348"/>
            <a:ext cx="1893234" cy="274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034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" y="15310"/>
            <a:ext cx="9249072" cy="684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378402"/>
            <a:ext cx="2957752" cy="382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930436" y="1340768"/>
            <a:ext cx="739510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solidFill>
                  <a:schemeClr val="accent4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¿ Quién está a la </a:t>
            </a:r>
            <a:r>
              <a:rPr lang="es-ES" sz="3600" b="1" cap="none" spc="0" dirty="0" smtClean="0">
                <a:ln w="1905"/>
                <a:solidFill>
                  <a:schemeClr val="accent4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izquierda de la niña?</a:t>
            </a:r>
            <a:endParaRPr lang="es-ES" sz="3600" b="1" cap="none" spc="0" dirty="0">
              <a:ln w="1905"/>
              <a:solidFill>
                <a:schemeClr val="accent4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2294" name="Picture 6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481063"/>
            <a:ext cx="2049587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Resultado de imagen para dibujo de glob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342" y="2325215"/>
            <a:ext cx="1971675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62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" y="15310"/>
            <a:ext cx="9249072" cy="6842690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101859" y="1340768"/>
            <a:ext cx="705225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solidFill>
                  <a:schemeClr val="accent4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¿ Quién está a la </a:t>
            </a:r>
            <a:r>
              <a:rPr lang="es-ES" sz="3600" b="1" cap="none" spc="0" dirty="0" smtClean="0">
                <a:ln w="1905"/>
                <a:solidFill>
                  <a:schemeClr val="accent4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derecha del perro?</a:t>
            </a:r>
            <a:endParaRPr lang="es-ES" sz="3600" b="1" cap="none" spc="0" dirty="0">
              <a:ln w="1905"/>
              <a:solidFill>
                <a:schemeClr val="accent4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266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803" y="2110209"/>
            <a:ext cx="3240360" cy="403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3" t="18745" r="13672" b="21234"/>
          <a:stretch/>
        </p:blipFill>
        <p:spPr bwMode="auto">
          <a:xfrm>
            <a:off x="5724128" y="3003961"/>
            <a:ext cx="2401269" cy="194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Resultado de imagen para dibujo de un niÃ±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1274" name="Picture 10" descr="Resultado de imagen para dibujo de un niÃ±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51" y="2565253"/>
            <a:ext cx="1868057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826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" y="15310"/>
            <a:ext cx="9249072" cy="684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2" descr="Resultado de imagen para dibujo de abejit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4" descr="Resultado de imagen para dibujo de abejita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6" descr="Resultado de imagen para dibujo de abejita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" name="AutoShape 10" descr="Resultado de imagen para dibujo de abejitas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9" name="AutoShape 12" descr="Resultado de imagen para dibujo de abejitas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54" name="Picture 14" descr="Resultado de imagen para dibujo de abejita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380" y="2613197"/>
            <a:ext cx="1445038" cy="140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Resultado de imagen para dibujo de abejita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822" y="3409477"/>
            <a:ext cx="1256027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Resultado de imagen para dibujo de abejit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2241232"/>
            <a:ext cx="1321309" cy="128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Resultado de imagen para dibujo de abejita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483" y="4914370"/>
            <a:ext cx="1256027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Resultado de imagen para dibujo de abejita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933056"/>
            <a:ext cx="1256027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41" r="50000"/>
          <a:stretch/>
        </p:blipFill>
        <p:spPr bwMode="auto">
          <a:xfrm>
            <a:off x="2339752" y="4895958"/>
            <a:ext cx="1264323" cy="124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41" r="50000"/>
          <a:stretch/>
        </p:blipFill>
        <p:spPr bwMode="auto">
          <a:xfrm>
            <a:off x="4080422" y="4841195"/>
            <a:ext cx="1264323" cy="124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8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41" r="50000"/>
          <a:stretch/>
        </p:blipFill>
        <p:spPr bwMode="auto">
          <a:xfrm>
            <a:off x="6859510" y="4198783"/>
            <a:ext cx="1264323" cy="124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8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41" r="50000"/>
          <a:stretch/>
        </p:blipFill>
        <p:spPr bwMode="auto">
          <a:xfrm>
            <a:off x="5344745" y="3371154"/>
            <a:ext cx="1264323" cy="124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8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41" r="50000"/>
          <a:stretch/>
        </p:blipFill>
        <p:spPr bwMode="auto">
          <a:xfrm>
            <a:off x="2515659" y="2959602"/>
            <a:ext cx="1264323" cy="124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1259632" y="1124744"/>
            <a:ext cx="648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Actividad: </a:t>
            </a:r>
            <a:r>
              <a:rPr lang="es-CL" sz="2400" dirty="0" smtClean="0"/>
              <a:t>Observa las abejitas y Marca con ( x) las abejitas que van en </a:t>
            </a:r>
            <a:r>
              <a:rPr lang="es-CL" sz="2400" dirty="0" smtClean="0"/>
              <a:t>hacia la </a:t>
            </a:r>
            <a:r>
              <a:rPr lang="es-CL" sz="2400" dirty="0" smtClean="0"/>
              <a:t> </a:t>
            </a:r>
            <a:r>
              <a:rPr lang="es-CL" sz="2400" b="1" u="sng" dirty="0" smtClean="0">
                <a:solidFill>
                  <a:srgbClr val="FF0000"/>
                </a:solidFill>
              </a:rPr>
              <a:t>DERECHA.</a:t>
            </a:r>
            <a:endParaRPr lang="es-CL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721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0" y="-8593"/>
            <a:ext cx="9126519" cy="686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67544" y="188640"/>
            <a:ext cx="781566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camino debo tomar para llegar a casa?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9220" name="Picture 4" descr="Resultado de imagen para dibujo de cas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87" y="1819920"/>
            <a:ext cx="1765417" cy="196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6" t="10068" r="33884" b="9120"/>
          <a:stretch/>
        </p:blipFill>
        <p:spPr bwMode="auto">
          <a:xfrm>
            <a:off x="3851920" y="5171256"/>
            <a:ext cx="1751321" cy="17008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18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" y="15310"/>
            <a:ext cx="9249072" cy="684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 descr="Resultado de imagen para dibujo de niÃ±o con lup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44" y="1916832"/>
            <a:ext cx="2108779" cy="2108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Llamada de nube"/>
          <p:cNvSpPr/>
          <p:nvPr/>
        </p:nvSpPr>
        <p:spPr>
          <a:xfrm>
            <a:off x="2701993" y="728700"/>
            <a:ext cx="4608512" cy="1944216"/>
          </a:xfrm>
          <a:prstGeom prst="cloudCallout">
            <a:avLst>
              <a:gd name="adj1" fmla="val -48925"/>
              <a:gd name="adj2" fmla="val 4070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000" b="1" dirty="0" smtClean="0"/>
              <a:t>Actividad:  </a:t>
            </a:r>
            <a:r>
              <a:rPr lang="es-CL" sz="2000" dirty="0" smtClean="0"/>
              <a:t>Ayuda a Carlitos a buscar todas las manos </a:t>
            </a:r>
            <a:r>
              <a:rPr lang="es-CL" sz="2000" u="sng" dirty="0" smtClean="0"/>
              <a:t>DERECHA</a:t>
            </a:r>
            <a:r>
              <a:rPr lang="es-CL" sz="2000" dirty="0" smtClean="0"/>
              <a:t> y marca con una ( x)</a:t>
            </a:r>
            <a:endParaRPr lang="es-CL" sz="2000" dirty="0"/>
          </a:p>
        </p:txBody>
      </p:sp>
      <p:pic>
        <p:nvPicPr>
          <p:cNvPr id="7" name="Picture 12" descr="Resultado de imagen para mano derech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6228183" y="3859258"/>
            <a:ext cx="1489751" cy="181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Resultado de imagen para mano derech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1627380" y="4149081"/>
            <a:ext cx="1359243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Resultado de imagen para mano derech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6717138" y="2200211"/>
            <a:ext cx="1489751" cy="181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Resultado de imagen para mano derech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53"/>
          <a:stretch/>
        </p:blipFill>
        <p:spPr bwMode="auto">
          <a:xfrm>
            <a:off x="3347864" y="2852935"/>
            <a:ext cx="1280120" cy="162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Resultado de imagen para mano derecha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53"/>
          <a:stretch/>
        </p:blipFill>
        <p:spPr bwMode="auto">
          <a:xfrm>
            <a:off x="3460343" y="4653136"/>
            <a:ext cx="1167641" cy="1486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Resultado de imagen para mano derech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53"/>
          <a:stretch/>
        </p:blipFill>
        <p:spPr bwMode="auto">
          <a:xfrm>
            <a:off x="5006248" y="3052615"/>
            <a:ext cx="1221935" cy="155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Resultado de imagen para mano derecha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53"/>
          <a:stretch/>
        </p:blipFill>
        <p:spPr bwMode="auto">
          <a:xfrm>
            <a:off x="4799662" y="4796355"/>
            <a:ext cx="1055162" cy="134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78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" y="15310"/>
            <a:ext cx="9249072" cy="684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 descr="Resultado de imagen para dibujo  de arb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780928"/>
            <a:ext cx="3001279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971600" y="1196752"/>
            <a:ext cx="72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Dibuja en </a:t>
            </a:r>
            <a:r>
              <a:rPr lang="es-CL" sz="2400" b="1" u="sng" dirty="0" smtClean="0"/>
              <a:t>el lado derecho una pelota </a:t>
            </a:r>
            <a:r>
              <a:rPr lang="es-CL" sz="2400" dirty="0" smtClean="0"/>
              <a:t>y en el lado </a:t>
            </a:r>
            <a:r>
              <a:rPr lang="es-CL" sz="2400" b="1" u="sng" dirty="0" smtClean="0"/>
              <a:t>izquierdo un niño. </a:t>
            </a:r>
            <a:endParaRPr lang="es-CL" sz="2400" b="1" u="sng" dirty="0"/>
          </a:p>
        </p:txBody>
      </p:sp>
    </p:spTree>
    <p:extLst>
      <p:ext uri="{BB962C8B-B14F-4D97-AF65-F5344CB8AC3E}">
        <p14:creationId xmlns:p14="http://schemas.microsoft.com/office/powerpoint/2010/main" val="31656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99</Words>
  <Application>Microsoft Office PowerPoint</Application>
  <PresentationFormat>Presentación en pantalla (4:3)</PresentationFormat>
  <Paragraphs>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13</cp:revision>
  <dcterms:created xsi:type="dcterms:W3CDTF">2019-04-05T18:58:07Z</dcterms:created>
  <dcterms:modified xsi:type="dcterms:W3CDTF">2019-06-18T01:59:50Z</dcterms:modified>
</cp:coreProperties>
</file>