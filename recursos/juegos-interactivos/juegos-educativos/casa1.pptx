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2" r:id="rId16"/>
  </p:sldIdLst>
  <p:sldSz cx="9144000" cy="6858000" type="screen4x3"/>
  <p:notesSz cx="6858000" cy="9144000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58" d="100"/>
          <a:sy n="58" d="100"/>
        </p:scale>
        <p:origin x="-125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>
            <a:extLst>
              <a:ext uri="{FF2B5EF4-FFF2-40B4-BE49-F238E27FC236}">
                <a16:creationId xmlns:a16="http://schemas.microsoft.com/office/drawing/2014/main" id="{C1133D1A-0B75-4341-AE1E-019A2412C8D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2 Marcador de fecha">
            <a:extLst>
              <a:ext uri="{FF2B5EF4-FFF2-40B4-BE49-F238E27FC236}">
                <a16:creationId xmlns:a16="http://schemas.microsoft.com/office/drawing/2014/main" id="{82D8B4F6-4983-4669-AD11-CFC5CD094EB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fld id="{C75497F3-ADEA-47CD-8C38-1C794580A258}" type="datetimeFigureOut">
              <a:rPr lang="es-ES"/>
              <a:pPr>
                <a:defRPr/>
              </a:pPr>
              <a:t>28/05/2020</a:t>
            </a:fld>
            <a:endParaRPr lang="es-ES"/>
          </a:p>
        </p:txBody>
      </p:sp>
      <p:sp>
        <p:nvSpPr>
          <p:cNvPr id="4" name="3 Marcador de imagen de diapositiva">
            <a:extLst>
              <a:ext uri="{FF2B5EF4-FFF2-40B4-BE49-F238E27FC236}">
                <a16:creationId xmlns:a16="http://schemas.microsoft.com/office/drawing/2014/main" id="{F1BBA709-6783-4410-AC55-EDEC527EF4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ES" noProof="0"/>
          </a:p>
        </p:txBody>
      </p:sp>
      <p:sp>
        <p:nvSpPr>
          <p:cNvPr id="5" name="4 Marcador de notas">
            <a:extLst>
              <a:ext uri="{FF2B5EF4-FFF2-40B4-BE49-F238E27FC236}">
                <a16:creationId xmlns:a16="http://schemas.microsoft.com/office/drawing/2014/main" id="{99C1A1EA-3447-40C5-92F6-0F95AF87EC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6" name="5 Marcador de pie de página">
            <a:extLst>
              <a:ext uri="{FF2B5EF4-FFF2-40B4-BE49-F238E27FC236}">
                <a16:creationId xmlns:a16="http://schemas.microsoft.com/office/drawing/2014/main" id="{CBF7A66B-5F2F-4ABE-B450-B694F2E7978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6 Marcador de número de diapositiva">
            <a:extLst>
              <a:ext uri="{FF2B5EF4-FFF2-40B4-BE49-F238E27FC236}">
                <a16:creationId xmlns:a16="http://schemas.microsoft.com/office/drawing/2014/main" id="{D838684F-8B58-477E-83A2-9081FE36B4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E90DDC8-C4A4-4550-99D1-00AD80941298}" type="slidenum">
              <a:rPr lang="es-ES" altLang="es-ES"/>
              <a:pPr/>
              <a:t>‹Nº›</a:t>
            </a:fld>
            <a:endParaRPr lang="es-ES" alt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1 Marcador de imagen de diapositiva">
            <a:extLst>
              <a:ext uri="{FF2B5EF4-FFF2-40B4-BE49-F238E27FC236}">
                <a16:creationId xmlns:a16="http://schemas.microsoft.com/office/drawing/2014/main" id="{4D834D5C-6E96-4900-A096-DCC80E97ADB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2 Marcador de notas">
            <a:extLst>
              <a:ext uri="{FF2B5EF4-FFF2-40B4-BE49-F238E27FC236}">
                <a16:creationId xmlns:a16="http://schemas.microsoft.com/office/drawing/2014/main" id="{AF0385F1-B40F-4047-A407-795AAB7AFCF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18436" name="3 Marcador de número de diapositiva">
            <a:extLst>
              <a:ext uri="{FF2B5EF4-FFF2-40B4-BE49-F238E27FC236}">
                <a16:creationId xmlns:a16="http://schemas.microsoft.com/office/drawing/2014/main" id="{2E6871EA-A7E8-4312-A643-B9BCD71525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0BEB94C-659C-4E40-88CE-13395177C10E}" type="slidenum">
              <a:rPr lang="es-ES" altLang="es-ES"/>
              <a:pPr eaLnBrk="1" hangingPunct="1"/>
              <a:t>1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1 Marcador de imagen de diapositiva">
            <a:extLst>
              <a:ext uri="{FF2B5EF4-FFF2-40B4-BE49-F238E27FC236}">
                <a16:creationId xmlns:a16="http://schemas.microsoft.com/office/drawing/2014/main" id="{1FEBD182-CB55-4970-8855-BF97A776D53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2 Marcador de notas">
            <a:extLst>
              <a:ext uri="{FF2B5EF4-FFF2-40B4-BE49-F238E27FC236}">
                <a16:creationId xmlns:a16="http://schemas.microsoft.com/office/drawing/2014/main" id="{39D5924E-3C39-4339-B454-2E88B87A5DC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19460" name="3 Marcador de número de diapositiva">
            <a:extLst>
              <a:ext uri="{FF2B5EF4-FFF2-40B4-BE49-F238E27FC236}">
                <a16:creationId xmlns:a16="http://schemas.microsoft.com/office/drawing/2014/main" id="{95120A8E-8691-4707-9AF7-B5A8E9715B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9A7E851-3A5D-4769-9BA6-692DD97303DF}" type="slidenum">
              <a:rPr lang="es-ES" altLang="es-ES"/>
              <a:pPr eaLnBrk="1" hangingPunct="1"/>
              <a:t>2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1 Marcador de imagen de diapositiva">
            <a:extLst>
              <a:ext uri="{FF2B5EF4-FFF2-40B4-BE49-F238E27FC236}">
                <a16:creationId xmlns:a16="http://schemas.microsoft.com/office/drawing/2014/main" id="{650582BF-85BD-44F6-AB38-BB96071702F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2 Marcador de notas">
            <a:extLst>
              <a:ext uri="{FF2B5EF4-FFF2-40B4-BE49-F238E27FC236}">
                <a16:creationId xmlns:a16="http://schemas.microsoft.com/office/drawing/2014/main" id="{A6A04852-9E47-4F98-89DE-38C35DAE452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20484" name="3 Marcador de número de diapositiva">
            <a:extLst>
              <a:ext uri="{FF2B5EF4-FFF2-40B4-BE49-F238E27FC236}">
                <a16:creationId xmlns:a16="http://schemas.microsoft.com/office/drawing/2014/main" id="{30871458-2EF6-454F-91BC-3B0506618A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965978F-8864-429F-B2F8-445C58550EB7}" type="slidenum">
              <a:rPr lang="es-ES" altLang="es-ES"/>
              <a:pPr eaLnBrk="1" hangingPunct="1"/>
              <a:t>3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1 Marcador de imagen de diapositiva">
            <a:extLst>
              <a:ext uri="{FF2B5EF4-FFF2-40B4-BE49-F238E27FC236}">
                <a16:creationId xmlns:a16="http://schemas.microsoft.com/office/drawing/2014/main" id="{C876E00F-EEB2-4BC4-8E88-E9C6B76EDAE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2 Marcador de notas">
            <a:extLst>
              <a:ext uri="{FF2B5EF4-FFF2-40B4-BE49-F238E27FC236}">
                <a16:creationId xmlns:a16="http://schemas.microsoft.com/office/drawing/2014/main" id="{3C504AE7-1DA2-4FAA-8332-0BF77B3BB8D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21508" name="3 Marcador de número de diapositiva">
            <a:extLst>
              <a:ext uri="{FF2B5EF4-FFF2-40B4-BE49-F238E27FC236}">
                <a16:creationId xmlns:a16="http://schemas.microsoft.com/office/drawing/2014/main" id="{A6204C36-E0C5-4F97-8716-B8D57A3D1F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0E18572-DC3D-4E81-87E8-121755F45980}" type="slidenum">
              <a:rPr lang="es-ES" altLang="es-ES"/>
              <a:pPr eaLnBrk="1" hangingPunct="1"/>
              <a:t>4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1 Marcador de imagen de diapositiva">
            <a:extLst>
              <a:ext uri="{FF2B5EF4-FFF2-40B4-BE49-F238E27FC236}">
                <a16:creationId xmlns:a16="http://schemas.microsoft.com/office/drawing/2014/main" id="{19403682-DBF3-4B7C-B10E-5BE6248DE37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2 Marcador de notas">
            <a:extLst>
              <a:ext uri="{FF2B5EF4-FFF2-40B4-BE49-F238E27FC236}">
                <a16:creationId xmlns:a16="http://schemas.microsoft.com/office/drawing/2014/main" id="{C276E90A-D054-499F-94A5-0FD651E3064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22532" name="3 Marcador de número de diapositiva">
            <a:extLst>
              <a:ext uri="{FF2B5EF4-FFF2-40B4-BE49-F238E27FC236}">
                <a16:creationId xmlns:a16="http://schemas.microsoft.com/office/drawing/2014/main" id="{D5C8837F-2B51-43D8-86C5-AAEFD277D3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EA42AAE-A0D8-4703-AD05-B50EBAE472B5}" type="slidenum">
              <a:rPr lang="es-ES" altLang="es-ES"/>
              <a:pPr eaLnBrk="1" hangingPunct="1"/>
              <a:t>5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1 Marcador de imagen de diapositiva">
            <a:extLst>
              <a:ext uri="{FF2B5EF4-FFF2-40B4-BE49-F238E27FC236}">
                <a16:creationId xmlns:a16="http://schemas.microsoft.com/office/drawing/2014/main" id="{E470372F-639E-4F96-9986-8F5D9502386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2 Marcador de notas">
            <a:extLst>
              <a:ext uri="{FF2B5EF4-FFF2-40B4-BE49-F238E27FC236}">
                <a16:creationId xmlns:a16="http://schemas.microsoft.com/office/drawing/2014/main" id="{4A8D28CF-53D2-4B94-84A4-EF0A00D9833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23556" name="3 Marcador de número de diapositiva">
            <a:extLst>
              <a:ext uri="{FF2B5EF4-FFF2-40B4-BE49-F238E27FC236}">
                <a16:creationId xmlns:a16="http://schemas.microsoft.com/office/drawing/2014/main" id="{A7E61906-4207-4A3A-BA43-9243584EFB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68930CB-7AB6-4501-9BED-CFC03452873C}" type="slidenum">
              <a:rPr lang="es-ES" altLang="es-ES"/>
              <a:pPr eaLnBrk="1" hangingPunct="1"/>
              <a:t>6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1 Marcador de imagen de diapositiva">
            <a:extLst>
              <a:ext uri="{FF2B5EF4-FFF2-40B4-BE49-F238E27FC236}">
                <a16:creationId xmlns:a16="http://schemas.microsoft.com/office/drawing/2014/main" id="{162410F9-08A2-4BA6-9BDB-C5011C07EA1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2 Marcador de notas">
            <a:extLst>
              <a:ext uri="{FF2B5EF4-FFF2-40B4-BE49-F238E27FC236}">
                <a16:creationId xmlns:a16="http://schemas.microsoft.com/office/drawing/2014/main" id="{F5C31D93-5256-433E-8B6F-CDA3503EBEE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24580" name="3 Marcador de número de diapositiva">
            <a:extLst>
              <a:ext uri="{FF2B5EF4-FFF2-40B4-BE49-F238E27FC236}">
                <a16:creationId xmlns:a16="http://schemas.microsoft.com/office/drawing/2014/main" id="{50843859-3FBE-4C6B-A98B-F6B404BF00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0C4EA14-561E-4E17-81E9-E024CC8720F2}" type="slidenum">
              <a:rPr lang="es-ES" altLang="es-ES"/>
              <a:pPr eaLnBrk="1" hangingPunct="1"/>
              <a:t>7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1 Marcador de imagen de diapositiva">
            <a:extLst>
              <a:ext uri="{FF2B5EF4-FFF2-40B4-BE49-F238E27FC236}">
                <a16:creationId xmlns:a16="http://schemas.microsoft.com/office/drawing/2014/main" id="{A1B97A21-E833-415F-9DD0-007C80218F3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2 Marcador de notas">
            <a:extLst>
              <a:ext uri="{FF2B5EF4-FFF2-40B4-BE49-F238E27FC236}">
                <a16:creationId xmlns:a16="http://schemas.microsoft.com/office/drawing/2014/main" id="{AF02032B-4B24-4BEF-83B5-9EF9B9052CB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25604" name="3 Marcador de número de diapositiva">
            <a:extLst>
              <a:ext uri="{FF2B5EF4-FFF2-40B4-BE49-F238E27FC236}">
                <a16:creationId xmlns:a16="http://schemas.microsoft.com/office/drawing/2014/main" id="{6B64F5EF-5D40-48E8-A0FB-EF925EC196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100B867-AFE3-470C-A7F1-281A3A37078A}" type="slidenum">
              <a:rPr lang="es-ES" altLang="es-ES"/>
              <a:pPr eaLnBrk="1" hangingPunct="1"/>
              <a:t>8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1 Marcador de imagen de diapositiva">
            <a:extLst>
              <a:ext uri="{FF2B5EF4-FFF2-40B4-BE49-F238E27FC236}">
                <a16:creationId xmlns:a16="http://schemas.microsoft.com/office/drawing/2014/main" id="{3925194E-4A37-4436-B48A-1F4D9C56091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2 Marcador de notas">
            <a:extLst>
              <a:ext uri="{FF2B5EF4-FFF2-40B4-BE49-F238E27FC236}">
                <a16:creationId xmlns:a16="http://schemas.microsoft.com/office/drawing/2014/main" id="{B42FA835-7B75-4C0A-A99C-A5A8B2ED0D9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26628" name="3 Marcador de número de diapositiva">
            <a:extLst>
              <a:ext uri="{FF2B5EF4-FFF2-40B4-BE49-F238E27FC236}">
                <a16:creationId xmlns:a16="http://schemas.microsoft.com/office/drawing/2014/main" id="{C9D33840-A121-4ABF-888F-66D7F60749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00FEB15-5D00-426D-BB3D-63342F0B83BD}" type="slidenum">
              <a:rPr lang="es-ES" altLang="es-ES"/>
              <a:pPr eaLnBrk="1" hangingPunct="1"/>
              <a:t>9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1 Marcador de imagen de diapositiva">
            <a:extLst>
              <a:ext uri="{FF2B5EF4-FFF2-40B4-BE49-F238E27FC236}">
                <a16:creationId xmlns:a16="http://schemas.microsoft.com/office/drawing/2014/main" id="{025BB720-1E95-4309-B92E-17283CBBA99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2 Marcador de notas">
            <a:extLst>
              <a:ext uri="{FF2B5EF4-FFF2-40B4-BE49-F238E27FC236}">
                <a16:creationId xmlns:a16="http://schemas.microsoft.com/office/drawing/2014/main" id="{4B815CB5-EE4B-4D83-B03B-AAAD1126D1F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27652" name="3 Marcador de número de diapositiva">
            <a:extLst>
              <a:ext uri="{FF2B5EF4-FFF2-40B4-BE49-F238E27FC236}">
                <a16:creationId xmlns:a16="http://schemas.microsoft.com/office/drawing/2014/main" id="{C801079A-5A74-4AF3-A9E4-AE1D1D9CF2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289870D-1FC4-45B4-B5C8-94CB52BACFC4}" type="slidenum">
              <a:rPr lang="es-ES" altLang="es-ES"/>
              <a:pPr eaLnBrk="1" hangingPunct="1"/>
              <a:t>10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1 Marcador de imagen de diapositiva">
            <a:extLst>
              <a:ext uri="{FF2B5EF4-FFF2-40B4-BE49-F238E27FC236}">
                <a16:creationId xmlns:a16="http://schemas.microsoft.com/office/drawing/2014/main" id="{1E9EB1F5-B726-473F-9996-65CC639447E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2 Marcador de notas">
            <a:extLst>
              <a:ext uri="{FF2B5EF4-FFF2-40B4-BE49-F238E27FC236}">
                <a16:creationId xmlns:a16="http://schemas.microsoft.com/office/drawing/2014/main" id="{4FA9CEDA-E96A-4EB0-B448-95C10494EE0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28676" name="3 Marcador de número de diapositiva">
            <a:extLst>
              <a:ext uri="{FF2B5EF4-FFF2-40B4-BE49-F238E27FC236}">
                <a16:creationId xmlns:a16="http://schemas.microsoft.com/office/drawing/2014/main" id="{B9DDCDDD-A844-4018-B62E-5B1A4DD76D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2DE8666-172E-4BE8-8234-8818857E5161}" type="slidenum">
              <a:rPr lang="es-ES" altLang="es-ES"/>
              <a:pPr eaLnBrk="1" hangingPunct="1"/>
              <a:t>11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1 Marcador de imagen de diapositiva">
            <a:extLst>
              <a:ext uri="{FF2B5EF4-FFF2-40B4-BE49-F238E27FC236}">
                <a16:creationId xmlns:a16="http://schemas.microsoft.com/office/drawing/2014/main" id="{1A9D839A-EC07-4A9E-B268-62A924DE952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2 Marcador de notas">
            <a:extLst>
              <a:ext uri="{FF2B5EF4-FFF2-40B4-BE49-F238E27FC236}">
                <a16:creationId xmlns:a16="http://schemas.microsoft.com/office/drawing/2014/main" id="{17311619-9F49-49C3-B711-A73829CDD30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29700" name="3 Marcador de número de diapositiva">
            <a:extLst>
              <a:ext uri="{FF2B5EF4-FFF2-40B4-BE49-F238E27FC236}">
                <a16:creationId xmlns:a16="http://schemas.microsoft.com/office/drawing/2014/main" id="{DF0BD454-10E6-4B1E-96BF-CD08312F9C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3B93B42-55D9-431D-A222-230207CDC22D}" type="slidenum">
              <a:rPr lang="es-ES" altLang="es-ES"/>
              <a:pPr eaLnBrk="1" hangingPunct="1"/>
              <a:t>12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1 Marcador de imagen de diapositiva">
            <a:extLst>
              <a:ext uri="{FF2B5EF4-FFF2-40B4-BE49-F238E27FC236}">
                <a16:creationId xmlns:a16="http://schemas.microsoft.com/office/drawing/2014/main" id="{F56BB8D5-3455-4BAB-A1BD-67404F3F873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2 Marcador de notas">
            <a:extLst>
              <a:ext uri="{FF2B5EF4-FFF2-40B4-BE49-F238E27FC236}">
                <a16:creationId xmlns:a16="http://schemas.microsoft.com/office/drawing/2014/main" id="{28624123-7A0F-4499-8C08-1FEE7CFD496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30724" name="3 Marcador de número de diapositiva">
            <a:extLst>
              <a:ext uri="{FF2B5EF4-FFF2-40B4-BE49-F238E27FC236}">
                <a16:creationId xmlns:a16="http://schemas.microsoft.com/office/drawing/2014/main" id="{20D97E2C-18D4-4E89-9877-C8DCF63573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B9783FF-CEC4-4EBF-930E-4DE64D74A23D}" type="slidenum">
              <a:rPr lang="es-ES" altLang="es-ES"/>
              <a:pPr eaLnBrk="1" hangingPunct="1"/>
              <a:t>13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1 Marcador de imagen de diapositiva">
            <a:extLst>
              <a:ext uri="{FF2B5EF4-FFF2-40B4-BE49-F238E27FC236}">
                <a16:creationId xmlns:a16="http://schemas.microsoft.com/office/drawing/2014/main" id="{7002EB68-44A1-446F-A716-A16293E1554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2 Marcador de notas">
            <a:extLst>
              <a:ext uri="{FF2B5EF4-FFF2-40B4-BE49-F238E27FC236}">
                <a16:creationId xmlns:a16="http://schemas.microsoft.com/office/drawing/2014/main" id="{79017EA9-8C81-423D-85DF-1E57C320B4F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31748" name="3 Marcador de número de diapositiva">
            <a:extLst>
              <a:ext uri="{FF2B5EF4-FFF2-40B4-BE49-F238E27FC236}">
                <a16:creationId xmlns:a16="http://schemas.microsoft.com/office/drawing/2014/main" id="{13FB6CDE-E2A1-423A-A5FB-3C8C462A1F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E0B53D0-B416-4987-AE85-D27D80977FBC}" type="slidenum">
              <a:rPr lang="es-ES" altLang="es-ES"/>
              <a:pPr eaLnBrk="1" hangingPunct="1"/>
              <a:t>14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1 Marcador de imagen de diapositiva">
            <a:extLst>
              <a:ext uri="{FF2B5EF4-FFF2-40B4-BE49-F238E27FC236}">
                <a16:creationId xmlns:a16="http://schemas.microsoft.com/office/drawing/2014/main" id="{93402CFB-F57B-45DC-A934-C54E50266E5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2 Marcador de notas">
            <a:extLst>
              <a:ext uri="{FF2B5EF4-FFF2-40B4-BE49-F238E27FC236}">
                <a16:creationId xmlns:a16="http://schemas.microsoft.com/office/drawing/2014/main" id="{5ABB27EB-4FF8-40DB-B6E3-E59755FE34C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32772" name="3 Marcador de número de diapositiva">
            <a:extLst>
              <a:ext uri="{FF2B5EF4-FFF2-40B4-BE49-F238E27FC236}">
                <a16:creationId xmlns:a16="http://schemas.microsoft.com/office/drawing/2014/main" id="{DB1C507A-2712-4298-9703-54765FA81D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9F4BFBA-CC0A-4D5A-8D1B-49795F6FFCD4}" type="slidenum">
              <a:rPr lang="es-ES" altLang="es-ES"/>
              <a:pPr eaLnBrk="1" hangingPunct="1"/>
              <a:t>15</a:t>
            </a:fld>
            <a:endParaRPr lang="es-ES" altLang="es-E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CAC1816-DB91-43D4-AB31-27DC20FC8E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A93C4CE-DFD9-4C78-B709-C5E7E35BD5A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52B7CD5-DCCC-4C42-90DD-D3D06A3EDA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BBC44D2-1533-454E-90EC-896A3A7DF562}" type="slidenum">
              <a:rPr lang="es-ES" altLang="es-ES"/>
              <a:pPr/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850087326"/>
      </p:ext>
    </p:extLst>
  </p:cSld>
  <p:clrMapOvr>
    <a:masterClrMapping/>
  </p:clrMapOvr>
  <p:transition advClick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4093080-8DF0-42F6-9CAB-8A8E196C39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099C93B-657E-4B03-9D6F-97EF4C6F56E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A0F4E24-B3AA-4280-8B28-0E2F41520E6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2D16098-4EC3-413D-AFFD-7D9DC108CC5C}" type="slidenum">
              <a:rPr lang="es-ES" altLang="es-ES"/>
              <a:pPr/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1771537711"/>
      </p:ext>
    </p:extLst>
  </p:cSld>
  <p:clrMapOvr>
    <a:masterClrMapping/>
  </p:clrMapOvr>
  <p:transition advClick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5CC6039-CF6A-4881-880D-7FF50D4658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265716E-5369-48BB-81E0-7BDADC912C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9890158-7792-44BE-B3F5-89B49849EC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4ECA699-86F2-45E3-B02D-DB2DC540870E}" type="slidenum">
              <a:rPr lang="es-ES" altLang="es-ES"/>
              <a:pPr/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674174630"/>
      </p:ext>
    </p:extLst>
  </p:cSld>
  <p:clrMapOvr>
    <a:masterClrMapping/>
  </p:clrMapOvr>
  <p:transition advClick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B86479-9208-4BFD-A8E0-6FE96C98D5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58607E-E1AA-4BB9-B3CA-8584B82ED9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2492F7-4121-4611-99D5-DB85D53A133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AACEA8-1F46-487D-812C-9A8356968A28}" type="slidenum">
              <a:rPr lang="es-ES" altLang="es-ES"/>
              <a:pPr/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132944099"/>
      </p:ext>
    </p:extLst>
  </p:cSld>
  <p:clrMapOvr>
    <a:masterClrMapping/>
  </p:clrMapOvr>
  <p:transition advClick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386F352-C242-438A-AA7D-5F0B1660F24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44A8AFD8-E4E8-402A-B719-35444E33BC5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7773C57-2547-4530-8811-6A5B7739265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995D790-8551-451B-AA8A-49B309D02343}" type="slidenum">
              <a:rPr lang="es-ES" altLang="es-ES"/>
              <a:pPr/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349666848"/>
      </p:ext>
    </p:extLst>
  </p:cSld>
  <p:clrMapOvr>
    <a:masterClrMapping/>
  </p:clrMapOvr>
  <p:transition advClick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EA128565-3DC9-48ED-8368-196C793CA18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E125881-EC9E-4E80-9B97-05975E4B1F3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3D307C1-AC78-4B80-B557-862FC7E9CE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B19F201-AF15-46CC-A9C7-61084EBB6C1E}" type="slidenum">
              <a:rPr lang="es-ES" altLang="es-ES"/>
              <a:pPr/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834907180"/>
      </p:ext>
    </p:extLst>
  </p:cSld>
  <p:clrMapOvr>
    <a:masterClrMapping/>
  </p:clrMapOvr>
  <p:transition advClick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F60CBA76-54F2-452F-ABE1-7CC74DDCBC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83F521F-4185-4D9C-920C-B86359C8E1D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21FB723-97A5-4CF3-B008-8B5947914D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C25B500-4346-485D-9897-D7FF59454808}" type="slidenum">
              <a:rPr lang="es-ES" altLang="es-ES"/>
              <a:pPr/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3594620608"/>
      </p:ext>
    </p:extLst>
  </p:cSld>
  <p:clrMapOvr>
    <a:masterClrMapping/>
  </p:clrMapOvr>
  <p:transition advClick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ADAD6B-DB94-4DE0-B912-A8D96C34DF4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AD41B0-D5D3-44BB-BF63-866D93A17A6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E5B81E-12B5-44C0-BBD1-18495A44CA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20C89D-98F6-42B3-867C-71AC6E5D2548}" type="slidenum">
              <a:rPr lang="es-ES" altLang="es-ES"/>
              <a:pPr/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4052201091"/>
      </p:ext>
    </p:extLst>
  </p:cSld>
  <p:clrMapOvr>
    <a:masterClrMapping/>
  </p:clrMapOvr>
  <p:transition advClick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0F739D-1503-44D6-9961-16AB521C766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E0E9A8-7855-4290-B2C3-F09E39882CB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01B6F4-57B7-47C0-9453-E7A196669F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A52A720-2CC0-47C0-90EA-F64287DE30EE}" type="slidenum">
              <a:rPr lang="es-ES" altLang="es-ES"/>
              <a:pPr/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1127196196"/>
      </p:ext>
    </p:extLst>
  </p:cSld>
  <p:clrMapOvr>
    <a:masterClrMapping/>
  </p:clrMapOvr>
  <p:transition advClick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5E72D92-FE2F-42B3-A46D-D2A61232BAA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E3D37F7-14AD-4E3E-A9A4-D2FF07CE5A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7E5F0D-7EE0-44FB-8D5A-5E1812FFFE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537D22-2F85-43D0-9E81-AEE1BA94ADEE}" type="slidenum">
              <a:rPr lang="es-ES" altLang="es-ES"/>
              <a:pPr/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3656074823"/>
      </p:ext>
    </p:extLst>
  </p:cSld>
  <p:clrMapOvr>
    <a:masterClrMapping/>
  </p:clrMapOvr>
  <p:transition advClick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582A2E6-496C-4FCF-873C-7ED37786204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452B0B5-792F-43E5-A790-59E409898CC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0BAF0A5-DBAD-4781-A094-4500DC4E41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0938D78-E7FB-4CCB-BDE6-00BA3A6E3A82}" type="slidenum">
              <a:rPr lang="es-ES" altLang="es-ES"/>
              <a:pPr/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3190040376"/>
      </p:ext>
    </p:extLst>
  </p:cSld>
  <p:clrMapOvr>
    <a:masterClrMapping/>
  </p:clrMapOvr>
  <p:transition advClick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1615DF2B-64C1-4F31-A979-3DB6C1342E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ES"/>
              <a:t>Haga clic para cambiar el estilo de título	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8DA0E14F-AA5E-49CF-9E2E-EC37F81338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ES"/>
              <a:t>Haga clic para modificar el estilo de texto del patrón</a:t>
            </a:r>
          </a:p>
          <a:p>
            <a:pPr lvl="1"/>
            <a:r>
              <a:rPr lang="es-ES" altLang="es-ES"/>
              <a:t>Segundo nivel</a:t>
            </a:r>
          </a:p>
          <a:p>
            <a:pPr lvl="2"/>
            <a:r>
              <a:rPr lang="es-ES" altLang="es-ES"/>
              <a:t>Tercer nivel</a:t>
            </a:r>
          </a:p>
          <a:p>
            <a:pPr lvl="3"/>
            <a:r>
              <a:rPr lang="es-ES" altLang="es-ES"/>
              <a:t>Cuarto nivel</a:t>
            </a:r>
          </a:p>
          <a:p>
            <a:pPr lvl="4"/>
            <a:r>
              <a:rPr lang="es-ES" altLang="es-ES"/>
              <a:t>Quinto nivel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18803F2-E3C0-4B24-9FF5-BADD97023FA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D33809A-18B1-422E-B7FE-8AA097A6EE0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27047F5-85F7-4ED9-BF98-6FA037A3CFF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8A3E9DB0-3304-427F-A475-F27096483941}" type="slidenum">
              <a:rPr lang="es-ES" altLang="es-ES"/>
              <a:pPr/>
              <a:t>‹Nº›</a:t>
            </a:fld>
            <a:endParaRPr lang="es-ES" alt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advClick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audio" Target="../media/audio2.wav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audio" Target="../media/audio2.wav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audio" Target="../media/audio2.wav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5.wav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audio" Target="../media/audio2.wav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6.wav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audio" Target="../media/audio2.wav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7.wav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audio" Target="../media/audio2.wav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8.wav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audio" Target="../media/audio2.wav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9.wav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audio" Target="../media/audio2.wav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0.wav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audio" Target="../media/audio2.wav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1.wav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audio" Target="../media/audio2.wav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2.wav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audio" Target="../media/audio2.wav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3.wav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5" Type="http://schemas.openxmlformats.org/officeDocument/2006/relationships/audio" Target="../media/audio2.wav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4.wav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audio" Target="../media/audio2.wav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7" Type="http://schemas.openxmlformats.org/officeDocument/2006/relationships/audio" Target="../media/audio2.wav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oleObject" Target="../embeddings/oleObject1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83DF18EF-46C2-4AFE-B044-AC110394DE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s-ES"/>
              <a:t>MESA</a:t>
            </a:r>
          </a:p>
        </p:txBody>
      </p:sp>
      <p:pic>
        <p:nvPicPr>
          <p:cNvPr id="3075" name="Picture 7">
            <a:hlinkClick r:id="" action="ppaction://noaction">
              <a:snd r:embed="rId3" name="mesa.wav"/>
            </a:hlinkClick>
            <a:extLst>
              <a:ext uri="{FF2B5EF4-FFF2-40B4-BE49-F238E27FC236}">
                <a16:creationId xmlns:a16="http://schemas.microsoft.com/office/drawing/2014/main" id="{35646E11-ECCB-4912-BC3C-9A8F7A4B1F65}"/>
              </a:ext>
            </a:extLst>
          </p:cNvPr>
          <p:cNvPicPr>
            <a:picLocks noChangeAspect="1" noChangeArrowheads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11413" y="1420813"/>
            <a:ext cx="4608512" cy="3724275"/>
          </a:xfrm>
        </p:spPr>
      </p:pic>
      <p:sp useBgFill="1">
        <p:nvSpPr>
          <p:cNvPr id="3076" name="AutoShape 8">
            <a:hlinkClick r:id="" action="ppaction://hlinkshowjump?jump=nextslide" highlightClick="1">
              <a:snd r:embed="rId5" name="camera.wav"/>
            </a:hlinkClick>
            <a:extLst>
              <a:ext uri="{FF2B5EF4-FFF2-40B4-BE49-F238E27FC236}">
                <a16:creationId xmlns:a16="http://schemas.microsoft.com/office/drawing/2014/main" id="{807372A7-5A88-41B9-9445-9C6B433187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5734050"/>
            <a:ext cx="3384550" cy="6477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>
            <a:extLst>
              <a:ext uri="{FF2B5EF4-FFF2-40B4-BE49-F238E27FC236}">
                <a16:creationId xmlns:a16="http://schemas.microsoft.com/office/drawing/2014/main" id="{86D494B8-5990-4B61-813B-33781E2A43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s-ES"/>
              <a:t>ENCHUFE</a:t>
            </a:r>
          </a:p>
        </p:txBody>
      </p:sp>
      <p:pic>
        <p:nvPicPr>
          <p:cNvPr id="4099" name="Picture 7">
            <a:hlinkClick r:id="" action="ppaction://noaction">
              <a:snd r:embed="rId3" name="enchufe.wav"/>
            </a:hlinkClick>
            <a:extLst>
              <a:ext uri="{FF2B5EF4-FFF2-40B4-BE49-F238E27FC236}">
                <a16:creationId xmlns:a16="http://schemas.microsoft.com/office/drawing/2014/main" id="{571A8BA5-F5B4-4282-9E7E-BD9BEC925203}"/>
              </a:ext>
            </a:extLst>
          </p:cNvPr>
          <p:cNvPicPr>
            <a:picLocks noChangeAspect="1" noChangeArrowheads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171825" y="1557338"/>
            <a:ext cx="2984500" cy="3744912"/>
          </a:xfrm>
        </p:spPr>
      </p:pic>
      <p:sp useBgFill="1">
        <p:nvSpPr>
          <p:cNvPr id="4100" name="AutoShape 8">
            <a:hlinkClick r:id="" action="ppaction://hlinkshowjump?jump=nextslide" highlightClick="1">
              <a:snd r:embed="rId5" name="camera.wav"/>
            </a:hlinkClick>
            <a:extLst>
              <a:ext uri="{FF2B5EF4-FFF2-40B4-BE49-F238E27FC236}">
                <a16:creationId xmlns:a16="http://schemas.microsoft.com/office/drawing/2014/main" id="{E0A94CB0-E69F-4CD7-8B24-7D24A0BEDB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5734050"/>
            <a:ext cx="3384550" cy="6477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>
            <a:extLst>
              <a:ext uri="{FF2B5EF4-FFF2-40B4-BE49-F238E27FC236}">
                <a16:creationId xmlns:a16="http://schemas.microsoft.com/office/drawing/2014/main" id="{5BF0E09A-76AE-4F3A-9971-6F4414F252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90550" y="773113"/>
            <a:ext cx="8229600" cy="1143000"/>
          </a:xfrm>
        </p:spPr>
        <p:txBody>
          <a:bodyPr/>
          <a:lstStyle/>
          <a:p>
            <a:pPr eaLnBrk="1" hangingPunct="1"/>
            <a:r>
              <a:rPr lang="es-ES" altLang="es-ES"/>
              <a:t>SILLA</a:t>
            </a:r>
          </a:p>
        </p:txBody>
      </p:sp>
      <p:pic>
        <p:nvPicPr>
          <p:cNvPr id="5123" name="Picture 7">
            <a:hlinkClick r:id="" action="ppaction://noaction">
              <a:snd r:embed="rId3" name="silla.wav"/>
            </a:hlinkClick>
            <a:extLst>
              <a:ext uri="{FF2B5EF4-FFF2-40B4-BE49-F238E27FC236}">
                <a16:creationId xmlns:a16="http://schemas.microsoft.com/office/drawing/2014/main" id="{FA014C85-BF28-4868-9772-AAD2ED4E77A1}"/>
              </a:ext>
            </a:extLst>
          </p:cNvPr>
          <p:cNvPicPr>
            <a:picLocks noChangeAspect="1" noChangeArrowheads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740150" y="2205038"/>
            <a:ext cx="1911350" cy="3024187"/>
          </a:xfrm>
        </p:spPr>
      </p:pic>
      <p:sp useBgFill="1">
        <p:nvSpPr>
          <p:cNvPr id="5124" name="AutoShape 8">
            <a:hlinkClick r:id="" action="ppaction://hlinkshowjump?jump=nextslide" highlightClick="1">
              <a:snd r:embed="rId5" name="camera.wav"/>
            </a:hlinkClick>
            <a:extLst>
              <a:ext uri="{FF2B5EF4-FFF2-40B4-BE49-F238E27FC236}">
                <a16:creationId xmlns:a16="http://schemas.microsoft.com/office/drawing/2014/main" id="{2F029E18-9428-4E50-BDB3-644CE7EBA6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5734050"/>
            <a:ext cx="3384550" cy="6477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>
            <a:extLst>
              <a:ext uri="{FF2B5EF4-FFF2-40B4-BE49-F238E27FC236}">
                <a16:creationId xmlns:a16="http://schemas.microsoft.com/office/drawing/2014/main" id="{CD6A19AF-F9CB-437E-9889-A1CFA9E64F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773113"/>
            <a:ext cx="8229600" cy="1143000"/>
          </a:xfrm>
        </p:spPr>
        <p:txBody>
          <a:bodyPr/>
          <a:lstStyle/>
          <a:p>
            <a:pPr eaLnBrk="1" hangingPunct="1"/>
            <a:r>
              <a:rPr lang="es-ES" altLang="es-ES"/>
              <a:t>CAMA</a:t>
            </a:r>
          </a:p>
        </p:txBody>
      </p:sp>
      <p:pic>
        <p:nvPicPr>
          <p:cNvPr id="6147" name="Picture 7">
            <a:hlinkClick r:id="" action="ppaction://noaction">
              <a:snd r:embed="rId3" name="cama.wav"/>
            </a:hlinkClick>
            <a:extLst>
              <a:ext uri="{FF2B5EF4-FFF2-40B4-BE49-F238E27FC236}">
                <a16:creationId xmlns:a16="http://schemas.microsoft.com/office/drawing/2014/main" id="{010E8126-42A6-4506-BC65-C61F53897D93}"/>
              </a:ext>
            </a:extLst>
          </p:cNvPr>
          <p:cNvPicPr>
            <a:picLocks noChangeAspect="1" noChangeArrowheads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124200" y="2276475"/>
            <a:ext cx="3319463" cy="2700338"/>
          </a:xfrm>
        </p:spPr>
      </p:pic>
      <p:sp useBgFill="1">
        <p:nvSpPr>
          <p:cNvPr id="6148" name="AutoShape 8">
            <a:hlinkClick r:id="" action="ppaction://hlinkshowjump?jump=nextslide" highlightClick="1">
              <a:snd r:embed="rId5" name="camera.wav"/>
            </a:hlinkClick>
            <a:extLst>
              <a:ext uri="{FF2B5EF4-FFF2-40B4-BE49-F238E27FC236}">
                <a16:creationId xmlns:a16="http://schemas.microsoft.com/office/drawing/2014/main" id="{0269001A-20BA-4DAA-8D4C-AE4A1429F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5734050"/>
            <a:ext cx="3384550" cy="6477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4">
            <a:extLst>
              <a:ext uri="{FF2B5EF4-FFF2-40B4-BE49-F238E27FC236}">
                <a16:creationId xmlns:a16="http://schemas.microsoft.com/office/drawing/2014/main" id="{1DA42DFC-4A4A-40AA-A3E1-016F8187D8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90550" y="274638"/>
            <a:ext cx="8229600" cy="1143000"/>
          </a:xfrm>
        </p:spPr>
        <p:txBody>
          <a:bodyPr/>
          <a:lstStyle/>
          <a:p>
            <a:pPr eaLnBrk="1" hangingPunct="1"/>
            <a:r>
              <a:rPr lang="es-ES" altLang="es-ES"/>
              <a:t>ARMARIO</a:t>
            </a:r>
          </a:p>
        </p:txBody>
      </p:sp>
      <p:pic>
        <p:nvPicPr>
          <p:cNvPr id="7171" name="Picture 7">
            <a:hlinkClick r:id="" action="ppaction://noaction">
              <a:snd r:embed="rId3" name="armario.wav"/>
            </a:hlinkClick>
            <a:extLst>
              <a:ext uri="{FF2B5EF4-FFF2-40B4-BE49-F238E27FC236}">
                <a16:creationId xmlns:a16="http://schemas.microsoft.com/office/drawing/2014/main" id="{60953B30-8E2D-46DB-BD55-1C445715C348}"/>
              </a:ext>
            </a:extLst>
          </p:cNvPr>
          <p:cNvPicPr>
            <a:picLocks noChangeAspect="1" noChangeArrowheads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35375" y="1412875"/>
            <a:ext cx="2274888" cy="4176713"/>
          </a:xfrm>
        </p:spPr>
      </p:pic>
      <p:sp useBgFill="1">
        <p:nvSpPr>
          <p:cNvPr id="7172" name="AutoShape 8">
            <a:hlinkClick r:id="" action="ppaction://hlinkshowjump?jump=nextslide" highlightClick="1">
              <a:snd r:embed="rId5" name="camera.wav"/>
            </a:hlinkClick>
            <a:extLst>
              <a:ext uri="{FF2B5EF4-FFF2-40B4-BE49-F238E27FC236}">
                <a16:creationId xmlns:a16="http://schemas.microsoft.com/office/drawing/2014/main" id="{49CAA88F-5E22-491C-B642-367AA16800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5734050"/>
            <a:ext cx="3384550" cy="6477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4">
            <a:extLst>
              <a:ext uri="{FF2B5EF4-FFF2-40B4-BE49-F238E27FC236}">
                <a16:creationId xmlns:a16="http://schemas.microsoft.com/office/drawing/2014/main" id="{6B2B5D28-8FDF-4877-ADF0-6DBF3497E6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709738"/>
            <a:ext cx="8229600" cy="1143000"/>
          </a:xfrm>
        </p:spPr>
        <p:txBody>
          <a:bodyPr/>
          <a:lstStyle/>
          <a:p>
            <a:pPr eaLnBrk="1" hangingPunct="1"/>
            <a:r>
              <a:rPr lang="es-ES" altLang="es-ES"/>
              <a:t>PLATO</a:t>
            </a:r>
          </a:p>
        </p:txBody>
      </p:sp>
      <p:pic>
        <p:nvPicPr>
          <p:cNvPr id="8195" name="Picture 7">
            <a:hlinkClick r:id="" action="ppaction://noaction">
              <a:snd r:embed="rId3" name="PLATOS.wav"/>
            </a:hlinkClick>
            <a:extLst>
              <a:ext uri="{FF2B5EF4-FFF2-40B4-BE49-F238E27FC236}">
                <a16:creationId xmlns:a16="http://schemas.microsoft.com/office/drawing/2014/main" id="{B4B0262A-B7C8-4E82-8F24-44DB792698F9}"/>
              </a:ext>
            </a:extLst>
          </p:cNvPr>
          <p:cNvPicPr>
            <a:picLocks noChangeAspect="1" noChangeArrowheads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16238" y="3143250"/>
            <a:ext cx="3600450" cy="1509713"/>
          </a:xfrm>
        </p:spPr>
      </p:pic>
      <p:sp useBgFill="1">
        <p:nvSpPr>
          <p:cNvPr id="8196" name="AutoShape 8">
            <a:hlinkClick r:id="" action="ppaction://hlinkshowjump?jump=nextslide" highlightClick="1">
              <a:snd r:embed="rId5" name="camera.wav"/>
            </a:hlinkClick>
            <a:extLst>
              <a:ext uri="{FF2B5EF4-FFF2-40B4-BE49-F238E27FC236}">
                <a16:creationId xmlns:a16="http://schemas.microsoft.com/office/drawing/2014/main" id="{08368A9A-93FB-432B-B0FF-F2EA5197C9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5734050"/>
            <a:ext cx="3384550" cy="6477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4">
            <a:extLst>
              <a:ext uri="{FF2B5EF4-FFF2-40B4-BE49-F238E27FC236}">
                <a16:creationId xmlns:a16="http://schemas.microsoft.com/office/drawing/2014/main" id="{C6BFF284-7151-4995-A1B5-8B37EA5748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s-ES"/>
              <a:t>CUCHARA</a:t>
            </a:r>
          </a:p>
        </p:txBody>
      </p:sp>
      <p:pic>
        <p:nvPicPr>
          <p:cNvPr id="9219" name="Picture 7">
            <a:hlinkClick r:id="" action="ppaction://noaction">
              <a:snd r:embed="rId3" name="cuchara.wav"/>
            </a:hlinkClick>
            <a:extLst>
              <a:ext uri="{FF2B5EF4-FFF2-40B4-BE49-F238E27FC236}">
                <a16:creationId xmlns:a16="http://schemas.microsoft.com/office/drawing/2014/main" id="{42920CF7-A5DB-4217-A7FA-52E21696D320}"/>
              </a:ext>
            </a:extLst>
          </p:cNvPr>
          <p:cNvPicPr>
            <a:picLocks noChangeAspect="1" noChangeArrowheads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03575" y="1890713"/>
            <a:ext cx="3076575" cy="2798762"/>
          </a:xfrm>
        </p:spPr>
      </p:pic>
      <p:sp useBgFill="1">
        <p:nvSpPr>
          <p:cNvPr id="9220" name="AutoShape 8">
            <a:hlinkClick r:id="" action="ppaction://hlinkshowjump?jump=nextslide" highlightClick="1">
              <a:snd r:embed="rId5" name="camera.wav"/>
            </a:hlinkClick>
            <a:extLst>
              <a:ext uri="{FF2B5EF4-FFF2-40B4-BE49-F238E27FC236}">
                <a16:creationId xmlns:a16="http://schemas.microsoft.com/office/drawing/2014/main" id="{ED5609B9-226C-4322-AA3D-0769484F28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5734050"/>
            <a:ext cx="3384550" cy="6477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4">
            <a:extLst>
              <a:ext uri="{FF2B5EF4-FFF2-40B4-BE49-F238E27FC236}">
                <a16:creationId xmlns:a16="http://schemas.microsoft.com/office/drawing/2014/main" id="{0D533388-BD1B-49B7-B2D1-C9956FE52C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s-ES"/>
              <a:t>TENEDOR</a:t>
            </a:r>
          </a:p>
        </p:txBody>
      </p:sp>
      <p:pic>
        <p:nvPicPr>
          <p:cNvPr id="10243" name="Picture 7">
            <a:hlinkClick r:id="" action="ppaction://noaction">
              <a:snd r:embed="rId3" name="tenedor.wav"/>
            </a:hlinkClick>
            <a:extLst>
              <a:ext uri="{FF2B5EF4-FFF2-40B4-BE49-F238E27FC236}">
                <a16:creationId xmlns:a16="http://schemas.microsoft.com/office/drawing/2014/main" id="{6D838921-7169-4907-B5DF-4CA6C171CF26}"/>
              </a:ext>
            </a:extLst>
          </p:cNvPr>
          <p:cNvPicPr>
            <a:picLocks noChangeAspect="1" noChangeArrowheads="1"/>
          </p:cNvPicPr>
          <p:nvPr>
            <p:ph sz="half" idx="1"/>
          </p:nvPr>
        </p:nvPicPr>
        <p:blipFill>
          <a:blip r:embed="rId4">
            <a:lum bright="10000" contras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21038" y="2011363"/>
            <a:ext cx="2935287" cy="2890837"/>
          </a:xfrm>
        </p:spPr>
      </p:pic>
      <p:sp useBgFill="1">
        <p:nvSpPr>
          <p:cNvPr id="10244" name="AutoShape 8">
            <a:hlinkClick r:id="" action="ppaction://hlinkshowjump?jump=nextslide" highlightClick="1">
              <a:snd r:embed="rId5" name="camera.wav"/>
            </a:hlinkClick>
            <a:extLst>
              <a:ext uri="{FF2B5EF4-FFF2-40B4-BE49-F238E27FC236}">
                <a16:creationId xmlns:a16="http://schemas.microsoft.com/office/drawing/2014/main" id="{F93E9C9E-6391-4A6C-B501-0D5C11D1B8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5734050"/>
            <a:ext cx="3384550" cy="6477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4">
            <a:extLst>
              <a:ext uri="{FF2B5EF4-FFF2-40B4-BE49-F238E27FC236}">
                <a16:creationId xmlns:a16="http://schemas.microsoft.com/office/drawing/2014/main" id="{CCE62925-0842-4EA0-8772-230F8625D8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s-ES"/>
              <a:t>CUCHILLO</a:t>
            </a:r>
          </a:p>
        </p:txBody>
      </p:sp>
      <p:pic>
        <p:nvPicPr>
          <p:cNvPr id="11267" name="Picture 7">
            <a:hlinkClick r:id="" action="ppaction://noaction">
              <a:snd r:embed="rId3" name="cuchillo.wav"/>
            </a:hlinkClick>
            <a:extLst>
              <a:ext uri="{FF2B5EF4-FFF2-40B4-BE49-F238E27FC236}">
                <a16:creationId xmlns:a16="http://schemas.microsoft.com/office/drawing/2014/main" id="{274EEC21-C053-4413-8D8E-428D2AFEB242}"/>
              </a:ext>
            </a:extLst>
          </p:cNvPr>
          <p:cNvPicPr>
            <a:picLocks noChangeAspect="1" noChangeArrowheads="1"/>
          </p:cNvPicPr>
          <p:nvPr>
            <p:ph sz="half" idx="1"/>
          </p:nvPr>
        </p:nvPicPr>
        <p:blipFill>
          <a:blip r:embed="rId4">
            <a:lum bright="14000" contras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68613" y="1844675"/>
            <a:ext cx="3432175" cy="3343275"/>
          </a:xfrm>
        </p:spPr>
      </p:pic>
      <p:sp useBgFill="1">
        <p:nvSpPr>
          <p:cNvPr id="11268" name="AutoShape 8">
            <a:hlinkClick r:id="" action="ppaction://hlinkshowjump?jump=nextslide" highlightClick="1">
              <a:snd r:embed="rId5" name="camera.wav"/>
            </a:hlinkClick>
            <a:extLst>
              <a:ext uri="{FF2B5EF4-FFF2-40B4-BE49-F238E27FC236}">
                <a16:creationId xmlns:a16="http://schemas.microsoft.com/office/drawing/2014/main" id="{9208113C-EA62-4580-AD31-E5FFBB3B6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5734050"/>
            <a:ext cx="3384550" cy="6477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>
            <a:extLst>
              <a:ext uri="{FF2B5EF4-FFF2-40B4-BE49-F238E27FC236}">
                <a16:creationId xmlns:a16="http://schemas.microsoft.com/office/drawing/2014/main" id="{B0CB1098-34EF-4ED0-9BBF-5F8519D183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s-ES"/>
              <a:t>NEVERA</a:t>
            </a:r>
          </a:p>
        </p:txBody>
      </p:sp>
      <p:pic>
        <p:nvPicPr>
          <p:cNvPr id="12291" name="Picture 9">
            <a:hlinkClick r:id="" action="ppaction://noaction">
              <a:snd r:embed="rId3" name="nevera.wav"/>
            </a:hlinkClick>
            <a:extLst>
              <a:ext uri="{FF2B5EF4-FFF2-40B4-BE49-F238E27FC236}">
                <a16:creationId xmlns:a16="http://schemas.microsoft.com/office/drawing/2014/main" id="{A46C6C08-3A67-4CA7-A6FF-D2EE284770F6}"/>
              </a:ext>
            </a:extLst>
          </p:cNvPr>
          <p:cNvPicPr>
            <a:picLocks noChangeAspect="1" noChangeArrowheads="1"/>
          </p:cNvPicPr>
          <p:nvPr>
            <p:ph sz="half" idx="1"/>
          </p:nvPr>
        </p:nvPicPr>
        <p:blipFill>
          <a:blip r:embed="rId4">
            <a:lum contrast="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97150" y="1412875"/>
            <a:ext cx="3846513" cy="4032250"/>
          </a:xfrm>
        </p:spPr>
      </p:pic>
      <p:sp useBgFill="1">
        <p:nvSpPr>
          <p:cNvPr id="12292" name="AutoShape 10">
            <a:hlinkClick r:id="" action="ppaction://hlinkshowjump?jump=nextslide" highlightClick="1">
              <a:snd r:embed="rId5" name="camera.wav"/>
            </a:hlinkClick>
            <a:extLst>
              <a:ext uri="{FF2B5EF4-FFF2-40B4-BE49-F238E27FC236}">
                <a16:creationId xmlns:a16="http://schemas.microsoft.com/office/drawing/2014/main" id="{B5CC3DC9-CAD6-47E1-8161-693B10CF33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5734050"/>
            <a:ext cx="3384550" cy="6477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4">
            <a:extLst>
              <a:ext uri="{FF2B5EF4-FFF2-40B4-BE49-F238E27FC236}">
                <a16:creationId xmlns:a16="http://schemas.microsoft.com/office/drawing/2014/main" id="{DCC5766D-8F04-425D-86EC-13B822A0CF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917575"/>
            <a:ext cx="8229600" cy="1143000"/>
          </a:xfrm>
        </p:spPr>
        <p:txBody>
          <a:bodyPr/>
          <a:lstStyle/>
          <a:p>
            <a:pPr eaLnBrk="1" hangingPunct="1"/>
            <a:r>
              <a:rPr lang="es-ES" altLang="es-ES"/>
              <a:t>GRIFO</a:t>
            </a:r>
          </a:p>
        </p:txBody>
      </p:sp>
      <p:pic>
        <p:nvPicPr>
          <p:cNvPr id="13315" name="Picture 7">
            <a:hlinkClick r:id="" action="ppaction://noaction">
              <a:snd r:embed="rId3" name="grifo.wav"/>
            </a:hlinkClick>
            <a:extLst>
              <a:ext uri="{FF2B5EF4-FFF2-40B4-BE49-F238E27FC236}">
                <a16:creationId xmlns:a16="http://schemas.microsoft.com/office/drawing/2014/main" id="{24728C33-97E8-460E-82F4-08D3894E8C93}"/>
              </a:ext>
            </a:extLst>
          </p:cNvPr>
          <p:cNvPicPr>
            <a:picLocks noChangeAspect="1" noChangeArrowheads="1"/>
          </p:cNvPicPr>
          <p:nvPr>
            <p:ph sz="half" idx="1"/>
          </p:nvPr>
        </p:nvPicPr>
        <p:blipFill>
          <a:blip r:embed="rId4">
            <a:lum contrast="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87713" y="2336800"/>
            <a:ext cx="2724150" cy="2395538"/>
          </a:xfrm>
        </p:spPr>
      </p:pic>
      <p:sp useBgFill="1">
        <p:nvSpPr>
          <p:cNvPr id="13316" name="AutoShape 8">
            <a:hlinkClick r:id="" action="ppaction://hlinkshowjump?jump=nextslide" highlightClick="1">
              <a:snd r:embed="rId5" name="camera.wav"/>
            </a:hlinkClick>
            <a:extLst>
              <a:ext uri="{FF2B5EF4-FFF2-40B4-BE49-F238E27FC236}">
                <a16:creationId xmlns:a16="http://schemas.microsoft.com/office/drawing/2014/main" id="{0802A830-DE5A-414F-81EB-68DEB71053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675" y="5734050"/>
            <a:ext cx="3384550" cy="6477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4">
            <a:extLst>
              <a:ext uri="{FF2B5EF4-FFF2-40B4-BE49-F238E27FC236}">
                <a16:creationId xmlns:a16="http://schemas.microsoft.com/office/drawing/2014/main" id="{D95C8734-B130-4164-84CB-2D6F374197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90550" y="274638"/>
            <a:ext cx="8229600" cy="1143000"/>
          </a:xfrm>
        </p:spPr>
        <p:txBody>
          <a:bodyPr/>
          <a:lstStyle/>
          <a:p>
            <a:pPr eaLnBrk="1" hangingPunct="1"/>
            <a:r>
              <a:rPr lang="es-ES" altLang="es-ES"/>
              <a:t>LAVABO</a:t>
            </a:r>
          </a:p>
        </p:txBody>
      </p:sp>
      <p:pic>
        <p:nvPicPr>
          <p:cNvPr id="14339" name="Picture 7">
            <a:hlinkClick r:id="" action="ppaction://noaction">
              <a:snd r:embed="rId3" name="lavabo.wav"/>
            </a:hlinkClick>
            <a:extLst>
              <a:ext uri="{FF2B5EF4-FFF2-40B4-BE49-F238E27FC236}">
                <a16:creationId xmlns:a16="http://schemas.microsoft.com/office/drawing/2014/main" id="{F3DC5E6B-A1E4-4690-BAFF-0384DE460BC7}"/>
              </a:ext>
            </a:extLst>
          </p:cNvPr>
          <p:cNvPicPr>
            <a:picLocks noChangeAspect="1" noChangeArrowheads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41638" y="1484313"/>
            <a:ext cx="3502025" cy="3889375"/>
          </a:xfrm>
        </p:spPr>
      </p:pic>
      <p:sp useBgFill="1">
        <p:nvSpPr>
          <p:cNvPr id="14340" name="AutoShape 8">
            <a:hlinkClick r:id="" action="ppaction://hlinkshowjump?jump=nextslide" highlightClick="1">
              <a:snd r:embed="rId5" name="camera.wav"/>
            </a:hlinkClick>
            <a:extLst>
              <a:ext uri="{FF2B5EF4-FFF2-40B4-BE49-F238E27FC236}">
                <a16:creationId xmlns:a16="http://schemas.microsoft.com/office/drawing/2014/main" id="{254D5035-DACF-46D9-82E6-ED88329B60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675" y="5734050"/>
            <a:ext cx="3384550" cy="6477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4">
            <a:extLst>
              <a:ext uri="{FF2B5EF4-FFF2-40B4-BE49-F238E27FC236}">
                <a16:creationId xmlns:a16="http://schemas.microsoft.com/office/drawing/2014/main" id="{62901FFA-A41D-4DEB-8974-12215FF7E3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s-ES"/>
              <a:t>VENTANA</a:t>
            </a:r>
          </a:p>
        </p:txBody>
      </p:sp>
      <p:pic>
        <p:nvPicPr>
          <p:cNvPr id="15363" name="Picture 7">
            <a:hlinkClick r:id="" action="ppaction://noaction">
              <a:snd r:embed="rId3" name="ventana.wav"/>
            </a:hlinkClick>
            <a:extLst>
              <a:ext uri="{FF2B5EF4-FFF2-40B4-BE49-F238E27FC236}">
                <a16:creationId xmlns:a16="http://schemas.microsoft.com/office/drawing/2014/main" id="{9E2F2CD8-E928-4810-8E13-480B09621943}"/>
              </a:ext>
            </a:extLst>
          </p:cNvPr>
          <p:cNvPicPr>
            <a:picLocks noChangeAspect="1" noChangeArrowheads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00338" y="1773238"/>
            <a:ext cx="3887787" cy="3668712"/>
          </a:xfrm>
        </p:spPr>
      </p:pic>
      <p:sp useBgFill="1">
        <p:nvSpPr>
          <p:cNvPr id="15364" name="AutoShape 8">
            <a:hlinkClick r:id="" action="ppaction://hlinkshowjump?jump=nextslide" highlightClick="1">
              <a:snd r:embed="rId5" name="camera.wav"/>
            </a:hlinkClick>
            <a:extLst>
              <a:ext uri="{FF2B5EF4-FFF2-40B4-BE49-F238E27FC236}">
                <a16:creationId xmlns:a16="http://schemas.microsoft.com/office/drawing/2014/main" id="{FCE906F6-A2CD-4AA4-B3F2-F58C69296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675" y="5734050"/>
            <a:ext cx="3384550" cy="6477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4">
            <a:extLst>
              <a:ext uri="{FF2B5EF4-FFF2-40B4-BE49-F238E27FC236}">
                <a16:creationId xmlns:a16="http://schemas.microsoft.com/office/drawing/2014/main" id="{8817AB72-2354-4687-A360-7D8DD13330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s-ES"/>
              <a:t>PUERTA</a:t>
            </a:r>
          </a:p>
        </p:txBody>
      </p:sp>
      <p:graphicFrame>
        <p:nvGraphicFramePr>
          <p:cNvPr id="1026" name="Object 6">
            <a:hlinkClick r:id="" action="ppaction://ole?verb=0"/>
            <a:extLst>
              <a:ext uri="{FF2B5EF4-FFF2-40B4-BE49-F238E27FC236}">
                <a16:creationId xmlns:a16="http://schemas.microsoft.com/office/drawing/2014/main" id="{E1485560-AE31-494B-8560-335FF87D48F9}"/>
              </a:ext>
            </a:extLst>
          </p:cNvPr>
          <p:cNvGraphicFramePr>
            <a:graphicFrameLocks noChangeAspect="1"/>
          </p:cNvGraphicFramePr>
          <p:nvPr>
            <p:ph sz="half" idx="2"/>
          </p:nvPr>
        </p:nvGraphicFramePr>
        <p:xfrm>
          <a:off x="6515100" y="4867275"/>
          <a:ext cx="57785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Doc. de Grabadora de sonidos" r:id="rId4" imgW="304520" imgH="304520" progId="SoundRec">
                  <p:embed/>
                </p:oleObj>
              </mc:Choice>
              <mc:Fallback>
                <p:oleObj name="Doc. de Grabadora de sonidos" r:id="rId4" imgW="304520" imgH="304520" progId="SoundRec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5100" y="4867275"/>
                        <a:ext cx="577850" cy="577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8" name="Picture 7">
            <a:extLst>
              <a:ext uri="{FF2B5EF4-FFF2-40B4-BE49-F238E27FC236}">
                <a16:creationId xmlns:a16="http://schemas.microsoft.com/office/drawing/2014/main" id="{25AC00F9-8020-4C9C-AF9C-EFF20DCA2359}"/>
              </a:ext>
            </a:extLst>
          </p:cNvPr>
          <p:cNvPicPr>
            <a:picLocks noChangeAspect="1" noChangeArrowheads="1"/>
          </p:cNvPicPr>
          <p:nvPr>
            <p:ph sz="half" idx="1"/>
          </p:nvPr>
        </p:nvPicPr>
        <p:blipFill>
          <a:blip r:embed="rId6">
            <a:lum bright="12000" contras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76600" y="1412875"/>
            <a:ext cx="2921000" cy="4032250"/>
          </a:xfrm>
          <a:noFill/>
        </p:spPr>
      </p:pic>
      <p:sp useBgFill="1">
        <p:nvSpPr>
          <p:cNvPr id="1029" name="AutoShape 8">
            <a:hlinkClick r:id="" action="ppaction://hlinkshowjump?jump=nextslide" highlightClick="1">
              <a:snd r:embed="rId7" name="camera.wav"/>
            </a:hlinkClick>
            <a:extLst>
              <a:ext uri="{FF2B5EF4-FFF2-40B4-BE49-F238E27FC236}">
                <a16:creationId xmlns:a16="http://schemas.microsoft.com/office/drawing/2014/main" id="{17D10962-F1B3-40FD-B83F-91FE61975C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5734050"/>
            <a:ext cx="3384550" cy="6477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4">
            <a:extLst>
              <a:ext uri="{FF2B5EF4-FFF2-40B4-BE49-F238E27FC236}">
                <a16:creationId xmlns:a16="http://schemas.microsoft.com/office/drawing/2014/main" id="{CEFEB88A-C5A8-45B6-AC90-37AC3EB25B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1125538"/>
            <a:ext cx="446563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altLang="es-ES" sz="4000"/>
              <a:t>esc   salir</a:t>
            </a:r>
          </a:p>
        </p:txBody>
      </p:sp>
    </p:spTree>
  </p:cSld>
  <p:clrMapOvr>
    <a:masterClrMapping/>
  </p:clrMapOvr>
  <p:transition advClick="0"/>
</p:sld>
</file>

<file path=ppt/theme/theme1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31</Words>
  <Application>Microsoft Office PowerPoint</Application>
  <PresentationFormat>Presentación en pantalla (4:3)</PresentationFormat>
  <Paragraphs>30</Paragraphs>
  <Slides>15</Slides>
  <Notes>15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6" baseType="lpstr">
      <vt:lpstr>Diseño predeterminado</vt:lpstr>
      <vt:lpstr>MESA</vt:lpstr>
      <vt:lpstr>ENCHUFE</vt:lpstr>
      <vt:lpstr>SILLA</vt:lpstr>
      <vt:lpstr>CAMA</vt:lpstr>
      <vt:lpstr>ARMARIO</vt:lpstr>
      <vt:lpstr>PLATO</vt:lpstr>
      <vt:lpstr>CUCHARA</vt:lpstr>
      <vt:lpstr>TENEDOR</vt:lpstr>
      <vt:lpstr>CUCHILLO</vt:lpstr>
      <vt:lpstr>NEVERA</vt:lpstr>
      <vt:lpstr>GRIFO</vt:lpstr>
      <vt:lpstr>LAVABO</vt:lpstr>
      <vt:lpstr>VENTANA</vt:lpstr>
      <vt:lpstr>PUERTA</vt:lpstr>
      <vt:lpstr>Presentación de PowerPoint</vt:lpstr>
    </vt:vector>
  </TitlesOfParts>
  <Company>dga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MESA</dc:title>
  <dc:creator>ALBERTO ABARCA</dc:creator>
  <cp:lastModifiedBy>Usuario de Windows</cp:lastModifiedBy>
  <cp:revision>8</cp:revision>
  <dcterms:created xsi:type="dcterms:W3CDTF">2008-06-02T10:40:14Z</dcterms:created>
  <dcterms:modified xsi:type="dcterms:W3CDTF">2020-05-28T21:56:37Z</dcterms:modified>
</cp:coreProperties>
</file>