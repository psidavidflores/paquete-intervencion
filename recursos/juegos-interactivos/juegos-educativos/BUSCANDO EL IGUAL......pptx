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6" r:id="rId3"/>
    <p:sldId id="257" r:id="rId4"/>
    <p:sldId id="258" r:id="rId5"/>
    <p:sldId id="264" r:id="rId6"/>
    <p:sldId id="259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717-E2A3-4C46-8155-8DF11AC818F3}" type="datetimeFigureOut">
              <a:rPr lang="es-CL" smtClean="0"/>
              <a:t>26-03-2019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38E1-76A7-4802-A901-84A765FF2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7500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717-E2A3-4C46-8155-8DF11AC818F3}" type="datetimeFigureOut">
              <a:rPr lang="es-CL" smtClean="0"/>
              <a:t>26-03-2019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38E1-76A7-4802-A901-84A765FF2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5522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717-E2A3-4C46-8155-8DF11AC818F3}" type="datetimeFigureOut">
              <a:rPr lang="es-CL" smtClean="0"/>
              <a:t>26-03-2019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38E1-76A7-4802-A901-84A765FF2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2800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717-E2A3-4C46-8155-8DF11AC818F3}" type="datetimeFigureOut">
              <a:rPr lang="es-CL" smtClean="0"/>
              <a:t>26-03-2019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38E1-76A7-4802-A901-84A765FF2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72318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717-E2A3-4C46-8155-8DF11AC818F3}" type="datetimeFigureOut">
              <a:rPr lang="es-CL" smtClean="0"/>
              <a:t>26-03-2019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38E1-76A7-4802-A901-84A765FF2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67283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717-E2A3-4C46-8155-8DF11AC818F3}" type="datetimeFigureOut">
              <a:rPr lang="es-CL" smtClean="0"/>
              <a:t>26-03-2019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38E1-76A7-4802-A901-84A765FF2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813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717-E2A3-4C46-8155-8DF11AC818F3}" type="datetimeFigureOut">
              <a:rPr lang="es-CL" smtClean="0"/>
              <a:t>26-03-2019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38E1-76A7-4802-A901-84A765FF2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2894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717-E2A3-4C46-8155-8DF11AC818F3}" type="datetimeFigureOut">
              <a:rPr lang="es-CL" smtClean="0"/>
              <a:t>26-03-2019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38E1-76A7-4802-A901-84A765FF2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734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717-E2A3-4C46-8155-8DF11AC818F3}" type="datetimeFigureOut">
              <a:rPr lang="es-CL" smtClean="0"/>
              <a:t>26-03-2019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38E1-76A7-4802-A901-84A765FF2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0003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717-E2A3-4C46-8155-8DF11AC818F3}" type="datetimeFigureOut">
              <a:rPr lang="es-CL" smtClean="0"/>
              <a:t>26-03-2019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38E1-76A7-4802-A901-84A765FF2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2310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A717-E2A3-4C46-8155-8DF11AC818F3}" type="datetimeFigureOut">
              <a:rPr lang="es-CL" smtClean="0"/>
              <a:t>26-03-2019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D38E1-76A7-4802-A901-84A765FF2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31215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9A717-E2A3-4C46-8155-8DF11AC818F3}" type="datetimeFigureOut">
              <a:rPr lang="es-CL" smtClean="0"/>
              <a:t>26-03-2019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D38E1-76A7-4802-A901-84A765FF2D5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012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ultado de imagen para fondo de niÃ±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1450"/>
            <a:ext cx="9036496" cy="6752817"/>
          </a:xfrm>
          <a:prstGeom prst="rect">
            <a:avLst/>
          </a:prstGeom>
          <a:noFill/>
          <a:ln w="76200">
            <a:solidFill>
              <a:srgbClr val="7030A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3105978" y="188640"/>
            <a:ext cx="5574539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7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Lenguaje oral:</a:t>
            </a:r>
            <a:endParaRPr lang="es-ES" sz="7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251520" y="5608953"/>
            <a:ext cx="8182048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Buscando los iguales</a:t>
            </a:r>
            <a:endParaRPr lang="es-ES" sz="60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9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Resultado de imagen para dibujo de niÃ±o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2" r="10704"/>
          <a:stretch/>
        </p:blipFill>
        <p:spPr bwMode="auto">
          <a:xfrm>
            <a:off x="989027" y="2280529"/>
            <a:ext cx="2787907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Llamada ovalada"/>
          <p:cNvSpPr/>
          <p:nvPr/>
        </p:nvSpPr>
        <p:spPr>
          <a:xfrm>
            <a:off x="2627784" y="1196752"/>
            <a:ext cx="5112568" cy="1872208"/>
          </a:xfrm>
          <a:prstGeom prst="wedgeEllipseCallout">
            <a:avLst>
              <a:gd name="adj1" fmla="val -40345"/>
              <a:gd name="adj2" fmla="val 69900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 smtClean="0"/>
              <a:t>Hoy vamos a unir con una línea todos los dibujos iguales. </a:t>
            </a:r>
          </a:p>
          <a:p>
            <a:pPr algn="ctr"/>
            <a:r>
              <a:rPr lang="es-CL" dirty="0" smtClean="0"/>
              <a:t>! Vamos tú puedes!</a:t>
            </a:r>
            <a:endParaRPr lang="es-CL" dirty="0"/>
          </a:p>
        </p:txBody>
      </p:sp>
      <p:pic>
        <p:nvPicPr>
          <p:cNvPr id="8" name="Picture 4" descr="Resultado de imagen para dibujo de niÃ±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2" r="10704"/>
          <a:stretch/>
        </p:blipFill>
        <p:spPr bwMode="auto">
          <a:xfrm>
            <a:off x="3776934" y="3634997"/>
            <a:ext cx="1626792" cy="2000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Resultado de imagen para dibujo de niÃ±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2" r="10704"/>
          <a:stretch/>
        </p:blipFill>
        <p:spPr bwMode="auto">
          <a:xfrm>
            <a:off x="6123788" y="3665623"/>
            <a:ext cx="1626792" cy="2000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8" descr="Resultado de imagen para signo igual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2058" name="Picture 10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338" y="4053913"/>
            <a:ext cx="1224300" cy="122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547664" y="476672"/>
            <a:ext cx="2952327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4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</a:rPr>
              <a:t>A jugar:</a:t>
            </a:r>
            <a:endParaRPr lang="es-ES" sz="4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766832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6" name="Picture 2" descr="Resultado de imagen para dibujo de perrit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186163"/>
            <a:ext cx="1300924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perrit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259" y="4273726"/>
            <a:ext cx="1300924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Resultado de imagen para dibujo de caraco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373" y="1799514"/>
            <a:ext cx="1800200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para dibujo de caracol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077072"/>
            <a:ext cx="1665470" cy="1665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Resultado de imagen para dibujo de gatit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7454" y="1820830"/>
            <a:ext cx="1380345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Resultado de imagen para dibujo de gatit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6881" y="4045705"/>
            <a:ext cx="1380345" cy="1728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2" name="Picture 8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109" y="1965705"/>
            <a:ext cx="1283007" cy="1608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563" y="4189721"/>
            <a:ext cx="1283007" cy="1608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529831" y="872972"/>
            <a:ext cx="52338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Todos juntitos</a:t>
            </a:r>
            <a:endParaRPr lang="es-ES" sz="5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29831" y="872972"/>
            <a:ext cx="52338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Todos juntitos</a:t>
            </a:r>
            <a:endParaRPr lang="es-ES" sz="5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10242" name="Picture 2" descr="Resultado de imagen para dibujo de pajarito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132856"/>
            <a:ext cx="2298127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pajarito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936" y="4292567"/>
            <a:ext cx="2298127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4434" y="4376438"/>
            <a:ext cx="1838502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539" y="2492367"/>
            <a:ext cx="1838502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2492367"/>
            <a:ext cx="1824304" cy="144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magen relacionad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539" y="4376438"/>
            <a:ext cx="1824304" cy="144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769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285983" y="872972"/>
            <a:ext cx="572150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Une con el igual</a:t>
            </a:r>
            <a:endParaRPr lang="es-ES" sz="5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4098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67" y="2347642"/>
            <a:ext cx="1149062" cy="114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n relacionad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990" y="4509191"/>
            <a:ext cx="1149062" cy="114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67" y="3946294"/>
            <a:ext cx="1410618" cy="1410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346363"/>
            <a:ext cx="1410618" cy="1410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Resultado de imagen para dibujos de numero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76"/>
          <a:stretch/>
        </p:blipFill>
        <p:spPr bwMode="auto">
          <a:xfrm>
            <a:off x="3009376" y="2611627"/>
            <a:ext cx="1137357" cy="1305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947" y="2431038"/>
            <a:ext cx="1640786" cy="166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661" y="4250294"/>
            <a:ext cx="1640786" cy="1666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Resultado de imagen para dibujos de numero 3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76"/>
          <a:stretch/>
        </p:blipFill>
        <p:spPr bwMode="auto">
          <a:xfrm>
            <a:off x="5960736" y="4305804"/>
            <a:ext cx="1137357" cy="1305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549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29831" y="872972"/>
            <a:ext cx="52338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Todos juntitos</a:t>
            </a:r>
            <a:endParaRPr lang="es-ES" sz="5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9218" name="Picture 2" descr="Resultado de imagen para dibujo de vocal 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29" b="31219"/>
          <a:stretch/>
        </p:blipFill>
        <p:spPr bwMode="auto">
          <a:xfrm>
            <a:off x="1259632" y="2249714"/>
            <a:ext cx="5937256" cy="87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vocal 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29" r="76088" b="31219"/>
          <a:stretch/>
        </p:blipFill>
        <p:spPr bwMode="auto">
          <a:xfrm>
            <a:off x="3691887" y="4996602"/>
            <a:ext cx="1240153" cy="87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n para dibujo de vocal 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93" t="38929" r="58200" b="31219"/>
          <a:stretch/>
        </p:blipFill>
        <p:spPr bwMode="auto">
          <a:xfrm>
            <a:off x="7020272" y="4349280"/>
            <a:ext cx="866504" cy="87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Resultado de imagen para dibujo de vocal 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45" t="38929" r="43843" b="31219"/>
          <a:stretch/>
        </p:blipFill>
        <p:spPr bwMode="auto">
          <a:xfrm>
            <a:off x="5360212" y="4711729"/>
            <a:ext cx="856344" cy="87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Resultado de imagen para dibujo de vocal 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97" t="39563" r="22201" b="30585"/>
          <a:stretch/>
        </p:blipFill>
        <p:spPr bwMode="auto">
          <a:xfrm>
            <a:off x="2680780" y="4276301"/>
            <a:ext cx="1151438" cy="87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sultado de imagen para dibujo de vocal 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266" t="38929" b="31219"/>
          <a:stretch/>
        </p:blipFill>
        <p:spPr bwMode="auto">
          <a:xfrm>
            <a:off x="1115616" y="4561173"/>
            <a:ext cx="1127220" cy="87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40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29831" y="872972"/>
            <a:ext cx="52338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Todos juntitos</a:t>
            </a:r>
            <a:endParaRPr lang="es-ES" sz="5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8196" name="Picture 4" descr="Resultado de imagen para dibujo de sombrero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72" y="2461104"/>
            <a:ext cx="2109474" cy="165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Resultado de imagen para dibujo de sombrero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080" y="4481704"/>
            <a:ext cx="2109474" cy="1652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746" y="2471813"/>
            <a:ext cx="2082134" cy="163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97" y="4040449"/>
            <a:ext cx="2082134" cy="163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5942" y="2490164"/>
            <a:ext cx="1441659" cy="123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2" name="Picture 10" descr="Imagen relacionad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0" t="22621" r="6576" b="22486"/>
          <a:stretch/>
        </p:blipFill>
        <p:spPr bwMode="auto">
          <a:xfrm>
            <a:off x="4990554" y="4671713"/>
            <a:ext cx="1579549" cy="1023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Imagen relacionad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0" t="22621" r="6576" b="22486"/>
          <a:stretch/>
        </p:blipFill>
        <p:spPr bwMode="auto">
          <a:xfrm>
            <a:off x="6516216" y="2772771"/>
            <a:ext cx="1579549" cy="1023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Imagen relacionada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019" y="4300466"/>
            <a:ext cx="1175357" cy="100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256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29831" y="872972"/>
            <a:ext cx="52338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Todos juntitos</a:t>
            </a:r>
            <a:endParaRPr lang="es-ES" sz="5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7170" name="Picture 2" descr="Resultado de imagen para dibujo de aut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204864"/>
            <a:ext cx="1688098" cy="132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auto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228" y="4381026"/>
            <a:ext cx="1688098" cy="132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77" b="22238"/>
          <a:stretch/>
        </p:blipFill>
        <p:spPr bwMode="auto">
          <a:xfrm>
            <a:off x="899631" y="4293096"/>
            <a:ext cx="1873231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n relacionada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77" b="22238"/>
          <a:stretch/>
        </p:blipFill>
        <p:spPr bwMode="auto">
          <a:xfrm>
            <a:off x="3039305" y="2375080"/>
            <a:ext cx="1873231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Imagen relacionad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2124283"/>
            <a:ext cx="1934294" cy="151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381026"/>
            <a:ext cx="1786830" cy="1399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16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1529831" y="872972"/>
            <a:ext cx="52338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oper Black" pitchFamily="18" charset="0"/>
              </a:rPr>
              <a:t>Todos juntitos</a:t>
            </a:r>
            <a:endParaRPr lang="es-ES" sz="5400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oper Black" pitchFamily="18" charset="0"/>
            </a:endParaRPr>
          </a:p>
        </p:txBody>
      </p:sp>
      <p:pic>
        <p:nvPicPr>
          <p:cNvPr id="6146" name="Picture 2" descr="Resultado de imagen para dibujo de f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744924"/>
            <a:ext cx="1746577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Resultado de imagen para dibujo de f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829" y="4464260"/>
            <a:ext cx="1746577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209" y="2575280"/>
            <a:ext cx="1476620" cy="137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Imagen relacionad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926" y="4365104"/>
            <a:ext cx="1476620" cy="1374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Resultado de imagen para dibujo de flo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646" y="2575280"/>
            <a:ext cx="1423978" cy="132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 descr="Resultado de imagen para dibujo de flo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5668" y="4464260"/>
            <a:ext cx="1423978" cy="1325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624" y="2424659"/>
            <a:ext cx="1585816" cy="147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Imagen relacionad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6024" y="4211834"/>
            <a:ext cx="1585816" cy="1475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0559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42</Words>
  <Application>Microsoft Office PowerPoint</Application>
  <PresentationFormat>Presentación en pantalla (4:3)</PresentationFormat>
  <Paragraphs>12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8</cp:revision>
  <dcterms:created xsi:type="dcterms:W3CDTF">2019-03-26T23:57:58Z</dcterms:created>
  <dcterms:modified xsi:type="dcterms:W3CDTF">2019-03-27T02:29:30Z</dcterms:modified>
</cp:coreProperties>
</file>