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653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188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337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671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147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010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166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950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820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923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11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9E6BD-D33D-4437-A80D-2D61D6758AB0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4E2FC-8AB9-49C0-937B-8E8718AB40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712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6" name="Picture 2" descr="Resultado de imagen para fondos infanti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83" y="0"/>
            <a:ext cx="9147983" cy="6858000"/>
          </a:xfrm>
          <a:prstGeom prst="rect">
            <a:avLst/>
          </a:prstGeom>
          <a:noFill/>
          <a:ln w="76200">
            <a:solidFill>
              <a:srgbClr val="7030A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491880" y="2204864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latin typeface="Constantia" pitchFamily="18" charset="0"/>
              </a:rPr>
              <a:t>Ámbito:  </a:t>
            </a:r>
            <a:r>
              <a:rPr lang="es-CL" sz="3200" dirty="0" smtClean="0">
                <a:latin typeface="Constantia" pitchFamily="18" charset="0"/>
              </a:rPr>
              <a:t>Lenguaje Integral </a:t>
            </a:r>
          </a:p>
          <a:p>
            <a:r>
              <a:rPr lang="es-CL" sz="3200" b="1" dirty="0" smtClean="0">
                <a:latin typeface="Constantia" pitchFamily="18" charset="0"/>
              </a:rPr>
              <a:t>Núcleo:  </a:t>
            </a:r>
            <a:r>
              <a:rPr lang="es-CL" sz="3200" dirty="0" smtClean="0">
                <a:latin typeface="Constantia" pitchFamily="18" charset="0"/>
              </a:rPr>
              <a:t>Lenguaje Verbal </a:t>
            </a:r>
            <a:endParaRPr lang="es-CL" sz="3200" dirty="0">
              <a:latin typeface="Constantia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317" y="116632"/>
            <a:ext cx="528176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Prediciendo el tipo de texto. 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21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1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Resultado de imagen para dibujo de niÃ±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64053"/>
            <a:ext cx="2596341" cy="302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2051720" y="692696"/>
            <a:ext cx="5902630" cy="2160240"/>
          </a:xfrm>
          <a:prstGeom prst="cloudCallout">
            <a:avLst>
              <a:gd name="adj1" fmla="val -31630"/>
              <a:gd name="adj2" fmla="val 59513"/>
            </a:avLst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Objetivo de aprendizaje:  </a:t>
            </a:r>
            <a:r>
              <a:rPr lang="es-CL" dirty="0" smtClean="0">
                <a:solidFill>
                  <a:schemeClr val="tx1"/>
                </a:solidFill>
              </a:rPr>
              <a:t>Comprender textos literarios y no literarios, a partir de la escucha atenta, describiendo información y realizando progresivamente inferencias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61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5" y="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0" name="Picture 10" descr="Resultado de imagen para dibujo de ro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905" y="1859339"/>
            <a:ext cx="2356956" cy="343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2051720" y="586046"/>
            <a:ext cx="590465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Poema: Rosita Mía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5372" name="Picture 12" descr="Resultado de imagen para dibujo de pergamino antigu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5" y="1166703"/>
            <a:ext cx="4094057" cy="48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958855" y="1859339"/>
            <a:ext cx="234026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400" dirty="0" smtClean="0"/>
              <a:t>Rosita mía, Rosita de mi corazón </a:t>
            </a:r>
          </a:p>
          <a:p>
            <a:r>
              <a:rPr lang="es-CL" sz="1400" dirty="0" smtClean="0"/>
              <a:t>Eres el viento que sopla en mi corazón. </a:t>
            </a:r>
          </a:p>
          <a:p>
            <a:endParaRPr lang="es-CL" sz="1400" dirty="0" smtClean="0"/>
          </a:p>
          <a:p>
            <a:r>
              <a:rPr lang="es-CL" sz="1400" dirty="0" smtClean="0"/>
              <a:t>Rosita Mía, Rosita de mi corazón yo te amo con todo mi corazón.  </a:t>
            </a:r>
          </a:p>
          <a:p>
            <a:endParaRPr lang="es-CL" sz="1400" dirty="0" smtClean="0"/>
          </a:p>
          <a:p>
            <a:r>
              <a:rPr lang="es-CL" sz="1400" dirty="0" smtClean="0"/>
              <a:t>Rosa, Rosita, rosón te dedico  éste poema que ésta hecho con mucho amor. </a:t>
            </a:r>
          </a:p>
          <a:p>
            <a:endParaRPr lang="es-CL" sz="1400" dirty="0" smtClean="0"/>
          </a:p>
        </p:txBody>
      </p:sp>
      <p:sp>
        <p:nvSpPr>
          <p:cNvPr id="17" name="16 Estrella de 10 puntas"/>
          <p:cNvSpPr/>
          <p:nvPr/>
        </p:nvSpPr>
        <p:spPr>
          <a:xfrm>
            <a:off x="6516216" y="956206"/>
            <a:ext cx="2232248" cy="1536786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  <p:sp>
        <p:nvSpPr>
          <p:cNvPr id="18" name="17 Estrella de 10 puntas"/>
          <p:cNvSpPr/>
          <p:nvPr/>
        </p:nvSpPr>
        <p:spPr>
          <a:xfrm>
            <a:off x="6657889" y="5095140"/>
            <a:ext cx="2594631" cy="1752809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Quién habrá escrito ese texto?</a:t>
            </a:r>
            <a:endParaRPr lang="es-CL" dirty="0"/>
          </a:p>
        </p:txBody>
      </p:sp>
      <p:sp>
        <p:nvSpPr>
          <p:cNvPr id="19" name="18 Estrella de 10 puntas"/>
          <p:cNvSpPr/>
          <p:nvPr/>
        </p:nvSpPr>
        <p:spPr>
          <a:xfrm>
            <a:off x="7056276" y="2856828"/>
            <a:ext cx="1980220" cy="1652292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Para que sirve 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157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Resultado de imagen para rece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4744"/>
            <a:ext cx="4836358" cy="45365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strella de 10 puntas"/>
          <p:cNvSpPr/>
          <p:nvPr/>
        </p:nvSpPr>
        <p:spPr>
          <a:xfrm>
            <a:off x="6039397" y="855651"/>
            <a:ext cx="2060996" cy="1493230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  <p:sp>
        <p:nvSpPr>
          <p:cNvPr id="8" name="7 Estrella de 10 puntas"/>
          <p:cNvSpPr/>
          <p:nvPr/>
        </p:nvSpPr>
        <p:spPr>
          <a:xfrm>
            <a:off x="6300192" y="2492896"/>
            <a:ext cx="1872209" cy="1501971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Cómo lo sabes? </a:t>
            </a:r>
            <a:endParaRPr lang="es-CL" dirty="0"/>
          </a:p>
        </p:txBody>
      </p:sp>
      <p:sp>
        <p:nvSpPr>
          <p:cNvPr id="9" name="8 Estrella de 10 puntas"/>
          <p:cNvSpPr/>
          <p:nvPr/>
        </p:nvSpPr>
        <p:spPr>
          <a:xfrm>
            <a:off x="5807959" y="4293097"/>
            <a:ext cx="2004402" cy="1440160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Para qué sirve 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3575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 descr="Resultado de imagen para rima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7" t="8339" r="10356" b="11719"/>
          <a:stretch/>
        </p:blipFill>
        <p:spPr bwMode="auto">
          <a:xfrm>
            <a:off x="1115616" y="1075664"/>
            <a:ext cx="4106111" cy="471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Estrella de 10 puntas"/>
          <p:cNvSpPr/>
          <p:nvPr/>
        </p:nvSpPr>
        <p:spPr>
          <a:xfrm>
            <a:off x="5076056" y="4660776"/>
            <a:ext cx="2232248" cy="1432520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Por qué crees tú que el pollito tenía frío?</a:t>
            </a:r>
            <a:endParaRPr lang="es-CL" dirty="0"/>
          </a:p>
        </p:txBody>
      </p:sp>
      <p:sp>
        <p:nvSpPr>
          <p:cNvPr id="9" name="8 Estrella de 10 puntas"/>
          <p:cNvSpPr/>
          <p:nvPr/>
        </p:nvSpPr>
        <p:spPr>
          <a:xfrm>
            <a:off x="5472927" y="2756311"/>
            <a:ext cx="2518625" cy="1648544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¿Para qué sirve?</a:t>
            </a:r>
            <a:endParaRPr lang="es-CL" dirty="0"/>
          </a:p>
        </p:txBody>
      </p:sp>
      <p:sp>
        <p:nvSpPr>
          <p:cNvPr id="10" name="9 Estrella de 10 puntas"/>
          <p:cNvSpPr/>
          <p:nvPr/>
        </p:nvSpPr>
        <p:spPr>
          <a:xfrm>
            <a:off x="5145721" y="884103"/>
            <a:ext cx="2594631" cy="1752809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0860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 descr="Resultado de imagen para carta para preesc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5" t="5406" r="18323" b="2422"/>
          <a:stretch/>
        </p:blipFill>
        <p:spPr bwMode="auto">
          <a:xfrm>
            <a:off x="827584" y="1326469"/>
            <a:ext cx="4617814" cy="421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5292080" y="692696"/>
            <a:ext cx="2880320" cy="1872208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  <p:sp>
        <p:nvSpPr>
          <p:cNvPr id="7" name="6 Estrella de 10 puntas"/>
          <p:cNvSpPr/>
          <p:nvPr/>
        </p:nvSpPr>
        <p:spPr>
          <a:xfrm>
            <a:off x="5580112" y="2610093"/>
            <a:ext cx="2880320" cy="1872208"/>
          </a:xfrm>
          <a:prstGeom prst="star10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Para que sirve éste tipo de texto?</a:t>
            </a:r>
            <a:endParaRPr lang="es-CL" dirty="0"/>
          </a:p>
        </p:txBody>
      </p:sp>
      <p:sp>
        <p:nvSpPr>
          <p:cNvPr id="8" name="7 Estrella de 10 puntas"/>
          <p:cNvSpPr/>
          <p:nvPr/>
        </p:nvSpPr>
        <p:spPr>
          <a:xfrm>
            <a:off x="4860032" y="4601995"/>
            <a:ext cx="2880320" cy="1872208"/>
          </a:xfrm>
          <a:prstGeom prst="star10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Dónde enviamos las cartas?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2556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 descr="Resultado de imagen para cuento breve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4" y="-25896"/>
            <a:ext cx="9112665" cy="6883896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107504" y="0"/>
            <a:ext cx="2592288" cy="1556792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  <p:sp>
        <p:nvSpPr>
          <p:cNvPr id="7" name="6 Estrella de 10 puntas"/>
          <p:cNvSpPr/>
          <p:nvPr/>
        </p:nvSpPr>
        <p:spPr>
          <a:xfrm>
            <a:off x="0" y="1888054"/>
            <a:ext cx="2555776" cy="1612954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Cómo se llama el título? </a:t>
            </a:r>
            <a:endParaRPr lang="es-CL" dirty="0"/>
          </a:p>
        </p:txBody>
      </p:sp>
      <p:sp>
        <p:nvSpPr>
          <p:cNvPr id="8" name="7 Estrella de 10 puntas"/>
          <p:cNvSpPr/>
          <p:nvPr/>
        </p:nvSpPr>
        <p:spPr>
          <a:xfrm>
            <a:off x="107504" y="3933056"/>
            <a:ext cx="2448272" cy="1584176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¿De qué se trata el tema?</a:t>
            </a:r>
            <a:endParaRPr lang="es-CL" dirty="0"/>
          </a:p>
        </p:txBody>
      </p:sp>
      <p:sp>
        <p:nvSpPr>
          <p:cNvPr id="9" name="8 Estrella de 10 puntas"/>
          <p:cNvSpPr/>
          <p:nvPr/>
        </p:nvSpPr>
        <p:spPr>
          <a:xfrm>
            <a:off x="2699792" y="5345832"/>
            <a:ext cx="2232248" cy="1512168"/>
          </a:xfrm>
          <a:prstGeom prst="star10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Conoces otro tipo de texto?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2717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3974"/>
            <a:ext cx="9192161" cy="567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323528" y="5949280"/>
            <a:ext cx="8820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¿ Qué tipo de texto es?   ¿ Por qué el gato quiere ser como el amo?  ¿ Haz visto alguno</a:t>
            </a:r>
            <a:r>
              <a:rPr lang="es-CL" b="1" dirty="0" smtClean="0"/>
              <a:t>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216294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6" y="29879"/>
            <a:ext cx="4932575" cy="682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strella de 10 puntas"/>
          <p:cNvSpPr/>
          <p:nvPr/>
        </p:nvSpPr>
        <p:spPr>
          <a:xfrm>
            <a:off x="5292080" y="332656"/>
            <a:ext cx="2880320" cy="1872208"/>
          </a:xfrm>
          <a:prstGeom prst="star10">
            <a:avLst/>
          </a:prstGeom>
          <a:ln w="571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Qué tipo de texto es?</a:t>
            </a:r>
            <a:endParaRPr lang="es-CL" dirty="0"/>
          </a:p>
        </p:txBody>
      </p:sp>
      <p:sp>
        <p:nvSpPr>
          <p:cNvPr id="7" name="6 Estrella de 10 puntas"/>
          <p:cNvSpPr/>
          <p:nvPr/>
        </p:nvSpPr>
        <p:spPr>
          <a:xfrm>
            <a:off x="5580112" y="2357264"/>
            <a:ext cx="2880320" cy="1872208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 Para que sirve?</a:t>
            </a:r>
            <a:endParaRPr lang="es-CL" dirty="0"/>
          </a:p>
        </p:txBody>
      </p:sp>
      <p:sp>
        <p:nvSpPr>
          <p:cNvPr id="8" name="7 Estrella de 10 puntas"/>
          <p:cNvSpPr/>
          <p:nvPr/>
        </p:nvSpPr>
        <p:spPr>
          <a:xfrm>
            <a:off x="5292080" y="4509120"/>
            <a:ext cx="2880320" cy="1872208"/>
          </a:xfrm>
          <a:prstGeom prst="star10">
            <a:avLst/>
          </a:prstGeom>
          <a:ln w="571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¿Dónde puedo encontrarlo?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0722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Resultado de imagen para carta para niÃ±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2" t="5370" r="19113" b="3216"/>
          <a:stretch/>
        </p:blipFill>
        <p:spPr bwMode="auto">
          <a:xfrm>
            <a:off x="1763688" y="1700807"/>
            <a:ext cx="5616624" cy="429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358943" y="620688"/>
            <a:ext cx="24261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La carta</a:t>
            </a:r>
            <a:endParaRPr lang="es-E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847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Resultado de imagen para biografia para niÃ±os de gabriela mistr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000" y="980728"/>
            <a:ext cx="6144682" cy="46085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51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2" descr="Resultado de imagen para rimas para niÃ±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9302" r="5768" b="7470"/>
          <a:stretch/>
        </p:blipFill>
        <p:spPr bwMode="auto">
          <a:xfrm>
            <a:off x="1619672" y="1665828"/>
            <a:ext cx="6362813" cy="399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3581032" y="620688"/>
            <a:ext cx="24400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La Rima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350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0"/>
            <a:ext cx="9252520" cy="685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Resultado de imagen para aviso publicitario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007"/>
          <a:stretch/>
        </p:blipFill>
        <p:spPr bwMode="auto">
          <a:xfrm>
            <a:off x="1829718" y="1772816"/>
            <a:ext cx="5262562" cy="407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444063" y="692696"/>
            <a:ext cx="22493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Afiche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455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244</Words>
  <Application>Microsoft Office PowerPoint</Application>
  <PresentationFormat>Presentación en pantalla (4:3)</PresentationFormat>
  <Paragraphs>34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2019-04-12T21:12:21Z</dcterms:created>
  <dcterms:modified xsi:type="dcterms:W3CDTF">2019-06-19T00:02:54Z</dcterms:modified>
</cp:coreProperties>
</file>