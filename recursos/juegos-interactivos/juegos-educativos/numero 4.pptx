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79" autoAdjust="0"/>
    <p:restoredTop sz="94660"/>
  </p:normalViewPr>
  <p:slideViewPr>
    <p:cSldViewPr>
      <p:cViewPr varScale="1">
        <p:scale>
          <a:sx n="69" d="100"/>
          <a:sy n="69" d="100"/>
        </p:scale>
        <p:origin x="-13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71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0881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265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762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4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279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749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79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015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130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860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C3847-7A8E-4751-B433-BABACC8DA21E}" type="datetimeFigureOut">
              <a:rPr lang="es-CL" smtClean="0"/>
              <a:t>18-06-2019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CF6D5-5A5B-49EA-B84C-0B9FAF137D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483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8" y="-35350"/>
            <a:ext cx="9131812" cy="6893349"/>
          </a:xfrm>
          <a:prstGeom prst="rect">
            <a:avLst/>
          </a:prstGeom>
          <a:noFill/>
          <a:ln w="762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589055" y="2967335"/>
            <a:ext cx="39658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Hoy aprenderemos: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483768" y="3861048"/>
            <a:ext cx="12153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Nº </a:t>
            </a:r>
            <a:endParaRPr lang="es-CL" sz="54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2052" name="Picture 4" descr="Resultado de imagen para dibujo numero  4 col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4" r="28744"/>
          <a:stretch/>
        </p:blipFill>
        <p:spPr bwMode="auto">
          <a:xfrm>
            <a:off x="4225635" y="3861048"/>
            <a:ext cx="942109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47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6" t="13996" r="14285" b="11529"/>
          <a:stretch/>
        </p:blipFill>
        <p:spPr bwMode="auto">
          <a:xfrm>
            <a:off x="1512737" y="2245090"/>
            <a:ext cx="2771231" cy="306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8" b="17060"/>
          <a:stretch/>
        </p:blipFill>
        <p:spPr bwMode="auto">
          <a:xfrm>
            <a:off x="4139952" y="2242943"/>
            <a:ext cx="1728192" cy="117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8" b="17060"/>
          <a:stretch/>
        </p:blipFill>
        <p:spPr bwMode="auto">
          <a:xfrm>
            <a:off x="4614517" y="3624754"/>
            <a:ext cx="1627584" cy="110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8" b="17060"/>
          <a:stretch/>
        </p:blipFill>
        <p:spPr bwMode="auto">
          <a:xfrm>
            <a:off x="5868144" y="2245090"/>
            <a:ext cx="2126693" cy="144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Imagen relacionad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18" b="17060"/>
          <a:stretch/>
        </p:blipFill>
        <p:spPr bwMode="auto">
          <a:xfrm>
            <a:off x="6052109" y="4374690"/>
            <a:ext cx="1944216" cy="131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252028" y="980728"/>
            <a:ext cx="27249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Número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15907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 descr="Resultado de imagen para numero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8" t="17836" r="13482" b="12984"/>
          <a:stretch/>
        </p:blipFill>
        <p:spPr bwMode="auto">
          <a:xfrm>
            <a:off x="1619672" y="2420888"/>
            <a:ext cx="2578790" cy="324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036" y="195458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462" y="4082396"/>
            <a:ext cx="1927101" cy="192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009" y="185848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161" y="4082396"/>
            <a:ext cx="1911973" cy="191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259632" y="1196752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Cuenta los dinosaurios.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8053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 descr="Resultado de imagen para dibujo de numero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636912"/>
            <a:ext cx="1934478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971600" y="1268760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600" b="1" dirty="0" smtClean="0"/>
              <a:t>Actividad: </a:t>
            </a:r>
            <a:r>
              <a:rPr lang="es-CL" sz="3600" dirty="0" smtClean="0"/>
              <a:t>Encierra 4 elementos </a:t>
            </a:r>
            <a:endParaRPr lang="es-CL" sz="3600" dirty="0"/>
          </a:p>
        </p:txBody>
      </p:sp>
      <p:pic>
        <p:nvPicPr>
          <p:cNvPr id="7172" name="Picture 4" descr="Resultado de imagen para dibujo de peces tierno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b="13951"/>
          <a:stretch/>
        </p:blipFill>
        <p:spPr bwMode="auto">
          <a:xfrm>
            <a:off x="3554150" y="2662064"/>
            <a:ext cx="2275520" cy="167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peces tierno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b="13951"/>
          <a:stretch/>
        </p:blipFill>
        <p:spPr bwMode="auto">
          <a:xfrm>
            <a:off x="5874136" y="2420888"/>
            <a:ext cx="1981495" cy="1455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peces tierno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b="13951"/>
          <a:stretch/>
        </p:blipFill>
        <p:spPr bwMode="auto">
          <a:xfrm>
            <a:off x="3537560" y="4308764"/>
            <a:ext cx="2275520" cy="167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peces tierno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b="13951"/>
          <a:stretch/>
        </p:blipFill>
        <p:spPr bwMode="auto">
          <a:xfrm>
            <a:off x="5580112" y="3883773"/>
            <a:ext cx="1872208" cy="1375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de peces tierno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9" b="13951"/>
          <a:stretch/>
        </p:blipFill>
        <p:spPr bwMode="auto">
          <a:xfrm>
            <a:off x="7020272" y="4725645"/>
            <a:ext cx="1699456" cy="124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03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 descr="Resultado de imagen para numero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8" t="18101" r="16346" b="15380"/>
          <a:stretch/>
        </p:blipFill>
        <p:spPr bwMode="auto">
          <a:xfrm>
            <a:off x="1331640" y="2640747"/>
            <a:ext cx="2549236" cy="311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Elipse"/>
          <p:cNvSpPr/>
          <p:nvPr/>
        </p:nvSpPr>
        <p:spPr>
          <a:xfrm>
            <a:off x="3880876" y="2204864"/>
            <a:ext cx="4160828" cy="3786871"/>
          </a:xfrm>
          <a:prstGeom prst="ellipse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5 CuadroTexto"/>
          <p:cNvSpPr txBox="1"/>
          <p:nvPr/>
        </p:nvSpPr>
        <p:spPr>
          <a:xfrm>
            <a:off x="1259632" y="1196752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smtClean="0"/>
              <a:t>Actividad: Dibuja 4 elementos al interior del círculo.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027671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15531" r="9623" b="23742"/>
          <a:stretch/>
        </p:blipFill>
        <p:spPr bwMode="auto">
          <a:xfrm>
            <a:off x="2026032" y="2693042"/>
            <a:ext cx="1274619" cy="139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15531" r="9623" b="23742"/>
          <a:stretch/>
        </p:blipFill>
        <p:spPr bwMode="auto">
          <a:xfrm>
            <a:off x="971600" y="4375763"/>
            <a:ext cx="1274619" cy="139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15531" r="9623" b="23742"/>
          <a:stretch/>
        </p:blipFill>
        <p:spPr bwMode="auto">
          <a:xfrm>
            <a:off x="3785561" y="4679033"/>
            <a:ext cx="1274619" cy="139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15531" r="9623" b="23742"/>
          <a:stretch/>
        </p:blipFill>
        <p:spPr bwMode="auto">
          <a:xfrm>
            <a:off x="4973782" y="2688315"/>
            <a:ext cx="1274619" cy="139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15531" r="9623" b="23742"/>
          <a:stretch/>
        </p:blipFill>
        <p:spPr bwMode="auto">
          <a:xfrm>
            <a:off x="6865493" y="4365104"/>
            <a:ext cx="1274619" cy="139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para numero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1" t="11124" r="21065" b="9197"/>
          <a:stretch/>
        </p:blipFill>
        <p:spPr bwMode="auto">
          <a:xfrm>
            <a:off x="3591597" y="2996239"/>
            <a:ext cx="1136073" cy="164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numero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1" t="11124" r="21065" b="9197"/>
          <a:stretch/>
        </p:blipFill>
        <p:spPr bwMode="auto">
          <a:xfrm>
            <a:off x="5292080" y="4437112"/>
            <a:ext cx="1136073" cy="164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sultado de imagen para numero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1" t="11124" r="21065" b="9197"/>
          <a:stretch/>
        </p:blipFill>
        <p:spPr bwMode="auto">
          <a:xfrm>
            <a:off x="2455524" y="4365104"/>
            <a:ext cx="1136073" cy="164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Resultado de imagen para numero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1" t="11124" r="21065" b="9197"/>
          <a:stretch/>
        </p:blipFill>
        <p:spPr bwMode="auto">
          <a:xfrm>
            <a:off x="6428153" y="2688315"/>
            <a:ext cx="1136073" cy="164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259632" y="1412776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 </a:t>
            </a:r>
            <a:r>
              <a:rPr lang="es-CL" dirty="0" smtClean="0"/>
              <a:t>Marca con una ( x) los números  4.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3512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7" t="15531" r="9623" b="23742"/>
          <a:stretch/>
        </p:blipFill>
        <p:spPr bwMode="auto">
          <a:xfrm>
            <a:off x="7047364" y="4509120"/>
            <a:ext cx="1341060" cy="147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2112659" y="1052736"/>
            <a:ext cx="52248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Encierra 4 perros.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8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658" y="1976066"/>
            <a:ext cx="2038350" cy="223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930" y="1987332"/>
            <a:ext cx="2038350" cy="223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189" y="1987332"/>
            <a:ext cx="2038350" cy="223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96" y="4212273"/>
            <a:ext cx="203835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839" y="4325185"/>
            <a:ext cx="203835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90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331640" y="1196752"/>
            <a:ext cx="682802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Dibuja muchos números 4</a:t>
            </a:r>
            <a:endParaRPr lang="es-ES" sz="4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6303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2" t="5590" r="23476" b="5423"/>
          <a:stretch/>
        </p:blipFill>
        <p:spPr bwMode="auto">
          <a:xfrm>
            <a:off x="1619673" y="2275035"/>
            <a:ext cx="1656184" cy="187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2" t="5590" r="23476" b="5423"/>
          <a:stretch/>
        </p:blipFill>
        <p:spPr bwMode="auto">
          <a:xfrm>
            <a:off x="3419872" y="2204864"/>
            <a:ext cx="1780090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2" t="5590" r="23476" b="5423"/>
          <a:stretch/>
        </p:blipFill>
        <p:spPr bwMode="auto">
          <a:xfrm>
            <a:off x="1259632" y="4221088"/>
            <a:ext cx="1491355" cy="168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2" t="5590" r="23476" b="5423"/>
          <a:stretch/>
        </p:blipFill>
        <p:spPr bwMode="auto">
          <a:xfrm>
            <a:off x="3275857" y="4271425"/>
            <a:ext cx="1491355" cy="168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5005" y="1281221"/>
            <a:ext cx="786080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Cuenta cuántos ratoncitos  y selecciona el número </a:t>
            </a:r>
            <a:endParaRPr lang="es-E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0" t="3985" r="2698" b="71118"/>
          <a:stretch/>
        </p:blipFill>
        <p:spPr bwMode="auto">
          <a:xfrm>
            <a:off x="6206722" y="4150916"/>
            <a:ext cx="1621096" cy="180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000" b="66861"/>
          <a:stretch/>
        </p:blipFill>
        <p:spPr bwMode="auto">
          <a:xfrm>
            <a:off x="6372200" y="1961529"/>
            <a:ext cx="1651700" cy="218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163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17148" r="18956" b="14767"/>
          <a:stretch/>
        </p:blipFill>
        <p:spPr bwMode="auto">
          <a:xfrm>
            <a:off x="1475656" y="2204864"/>
            <a:ext cx="2152748" cy="181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17148" r="18956" b="14767"/>
          <a:stretch/>
        </p:blipFill>
        <p:spPr bwMode="auto">
          <a:xfrm>
            <a:off x="1259632" y="4019441"/>
            <a:ext cx="2152748" cy="181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17148" r="18956" b="14767"/>
          <a:stretch/>
        </p:blipFill>
        <p:spPr bwMode="auto">
          <a:xfrm>
            <a:off x="3412380" y="4203564"/>
            <a:ext cx="2152748" cy="181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17148" r="18956" b="14767"/>
          <a:stretch/>
        </p:blipFill>
        <p:spPr bwMode="auto">
          <a:xfrm>
            <a:off x="3641902" y="2338288"/>
            <a:ext cx="2152748" cy="181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17148" r="18956" b="14767"/>
          <a:stretch/>
        </p:blipFill>
        <p:spPr bwMode="auto">
          <a:xfrm>
            <a:off x="5807257" y="4128635"/>
            <a:ext cx="2152748" cy="181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2" t="17148" r="18956" b="14767"/>
          <a:stretch/>
        </p:blipFill>
        <p:spPr bwMode="auto">
          <a:xfrm>
            <a:off x="5807257" y="2346137"/>
            <a:ext cx="2152748" cy="181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43608" y="1124744"/>
            <a:ext cx="7056783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Encierra 4 gatitos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364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-1"/>
            <a:ext cx="9274224" cy="697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Resultado de imagen para dibujo de cerdit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7" r="10573" b="9403"/>
          <a:stretch/>
        </p:blipFill>
        <p:spPr bwMode="auto">
          <a:xfrm>
            <a:off x="1979712" y="1720362"/>
            <a:ext cx="1946682" cy="21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dibujo de cerdit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7" t="7222" r="8926" b="10259"/>
          <a:stretch/>
        </p:blipFill>
        <p:spPr bwMode="auto">
          <a:xfrm>
            <a:off x="1691680" y="3951106"/>
            <a:ext cx="2108908" cy="201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99592" y="1197142"/>
            <a:ext cx="770480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Cuántos cerditos me faltan para completar los 4?</a:t>
            </a:r>
            <a:endParaRPr lang="es-ES" sz="2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056" name="Picture 8" descr="Resultado de imagen para signo pregunt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383" y="2132855"/>
            <a:ext cx="2658605" cy="394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859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67</Words>
  <Application>Microsoft Office PowerPoint</Application>
  <PresentationFormat>Presentación en pantalla (4:3)</PresentationFormat>
  <Paragraphs>12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11</cp:revision>
  <dcterms:created xsi:type="dcterms:W3CDTF">2019-05-07T16:32:53Z</dcterms:created>
  <dcterms:modified xsi:type="dcterms:W3CDTF">2019-06-19T01:55:19Z</dcterms:modified>
</cp:coreProperties>
</file>