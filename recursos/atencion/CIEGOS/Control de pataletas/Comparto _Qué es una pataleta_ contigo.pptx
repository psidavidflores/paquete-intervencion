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9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9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00B4FF4-365D-4580-AE64-2F3335B0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una pataleta?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3856C358-09C5-431A-B8B9-E5548B477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497310" y="2833157"/>
            <a:ext cx="5665642" cy="10726179"/>
          </a:xfrm>
        </p:spPr>
      </p:sp>
      <p:pic>
        <p:nvPicPr>
          <p:cNvPr id="1026" name="Imagen 3" descr="mamahijo (13)">
            <a:extLst>
              <a:ext uri="{FF2B5EF4-FFF2-40B4-BE49-F238E27FC236}">
                <a16:creationId xmlns:a16="http://schemas.microsoft.com/office/drawing/2014/main" id="{614EA22D-39B3-41EA-BE53-D331E7329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156" y="1693333"/>
            <a:ext cx="3605188" cy="360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85099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E69F9-3DC8-4DF4-AC15-97A2F38C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¿Por qué los niños y las niñas hacen pataletas? 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3977BCCB-FD13-4CBC-A722-EDC29750A84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705" r="14705"/>
          <a:stretch>
            <a:fillRect/>
          </a:stretch>
        </p:blipFill>
        <p:spPr>
          <a:xfrm>
            <a:off x="6932184" y="1918570"/>
            <a:ext cx="2132304" cy="302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05526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8423C-B712-4D49-8C01-A1C93327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¿Cómo controlar una pataleta?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14291CE-E163-44E6-B24B-4119DED92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989" y="2029411"/>
            <a:ext cx="36766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88269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3126D2A-638B-404D-BEB7-E720C452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significa “Manejo respetuoso de las pataletas?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FE686E-1645-4353-B3CF-723D315F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453" y="3537876"/>
            <a:ext cx="4114433" cy="258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67097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C1FC973-7AC5-44B7-9AD9-75E336D14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6592912" cy="494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8BCA717-CA9D-4F20-96D0-20FAFF606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1147762"/>
            <a:ext cx="6353761" cy="47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98CBA44-37D1-40BD-AACB-6FF8C1C5B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301" y="787790"/>
            <a:ext cx="3716216" cy="557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8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</TotalTime>
  <Words>33</Words>
  <Application>Microsoft Office PowerPoint</Application>
  <PresentationFormat>Panorámica</PresentationFormat>
  <Paragraphs>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Sala de reuniones Ion</vt:lpstr>
      <vt:lpstr>¿Qué es una pataleta?</vt:lpstr>
      <vt:lpstr>¿Por qué los niños y las niñas hacen pataletas? </vt:lpstr>
      <vt:lpstr>¿Cómo controlar una pataleta? </vt:lpstr>
      <vt:lpstr>¿Qué significa “Manejo respetuoso de las pataletas?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es una pataleta?</dc:title>
  <dc:creator>Camila Espinoza Riquelme</dc:creator>
  <cp:lastModifiedBy>Luis Parra Sanchez</cp:lastModifiedBy>
  <cp:revision>3</cp:revision>
  <dcterms:created xsi:type="dcterms:W3CDTF">2017-11-28T15:35:43Z</dcterms:created>
  <dcterms:modified xsi:type="dcterms:W3CDTF">2021-04-25T23:12:45Z</dcterms:modified>
</cp:coreProperties>
</file>