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49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466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41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791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432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876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955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01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804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37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608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285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6" y="398187"/>
            <a:ext cx="4363140" cy="5805196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398187"/>
            <a:ext cx="4353897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5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7" y="398187"/>
            <a:ext cx="4353897" cy="5805196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398187"/>
            <a:ext cx="4353897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7" y="398187"/>
            <a:ext cx="4353897" cy="5805196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398187"/>
            <a:ext cx="4353897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6" y="398188"/>
            <a:ext cx="4363140" cy="5805194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398187"/>
            <a:ext cx="4353897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7" y="398187"/>
            <a:ext cx="4353897" cy="5805196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398187"/>
            <a:ext cx="4353897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6" y="1119215"/>
            <a:ext cx="4363140" cy="4363140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51" y="1123836"/>
            <a:ext cx="4353897" cy="43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1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30" y="398187"/>
            <a:ext cx="4281332" cy="5805196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333" y="398187"/>
            <a:ext cx="4281332" cy="580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41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Presentación en pantalla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6</cp:revision>
  <dcterms:created xsi:type="dcterms:W3CDTF">2018-04-18T18:42:13Z</dcterms:created>
  <dcterms:modified xsi:type="dcterms:W3CDTF">2018-04-18T19:25:00Z</dcterms:modified>
</cp:coreProperties>
</file>