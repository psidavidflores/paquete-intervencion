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50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742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45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551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779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79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668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64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50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87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242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6078-D851-4F04-8D8A-B8F99BEF0AF3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E294A-309D-4168-BD61-0C89E7DF67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692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39336"/>
            <a:ext cx="8640960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96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6" cy="5952661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0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0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08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3366"/>
            <a:ext cx="4464495" cy="595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0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03366"/>
            <a:ext cx="4464495" cy="59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081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Presentación en pantalla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Angela jiji</cp:lastModifiedBy>
  <cp:revision>4</cp:revision>
  <dcterms:created xsi:type="dcterms:W3CDTF">2018-04-18T18:30:05Z</dcterms:created>
  <dcterms:modified xsi:type="dcterms:W3CDTF">2018-04-18T18:55:48Z</dcterms:modified>
</cp:coreProperties>
</file>