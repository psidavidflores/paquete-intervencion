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1386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AAAA4-41A8-4A8C-A646-864C7F76CC4B}" type="datetimeFigureOut">
              <a:rPr lang="es-CL" smtClean="0"/>
              <a:t>19-04-2019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A3884-647C-4301-8794-8577D3CB4E1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44869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AAAA4-41A8-4A8C-A646-864C7F76CC4B}" type="datetimeFigureOut">
              <a:rPr lang="es-CL" smtClean="0"/>
              <a:t>19-04-2019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A3884-647C-4301-8794-8577D3CB4E1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5928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AAAA4-41A8-4A8C-A646-864C7F76CC4B}" type="datetimeFigureOut">
              <a:rPr lang="es-CL" smtClean="0"/>
              <a:t>19-04-2019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A3884-647C-4301-8794-8577D3CB4E1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09885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AAAA4-41A8-4A8C-A646-864C7F76CC4B}" type="datetimeFigureOut">
              <a:rPr lang="es-CL" smtClean="0"/>
              <a:t>19-04-2019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A3884-647C-4301-8794-8577D3CB4E1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60482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AAAA4-41A8-4A8C-A646-864C7F76CC4B}" type="datetimeFigureOut">
              <a:rPr lang="es-CL" smtClean="0"/>
              <a:t>19-04-2019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A3884-647C-4301-8794-8577D3CB4E1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54226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AAAA4-41A8-4A8C-A646-864C7F76CC4B}" type="datetimeFigureOut">
              <a:rPr lang="es-CL" smtClean="0"/>
              <a:t>19-04-2019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A3884-647C-4301-8794-8577D3CB4E1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17078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AAAA4-41A8-4A8C-A646-864C7F76CC4B}" type="datetimeFigureOut">
              <a:rPr lang="es-CL" smtClean="0"/>
              <a:t>19-04-2019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A3884-647C-4301-8794-8577D3CB4E1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85950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AAAA4-41A8-4A8C-A646-864C7F76CC4B}" type="datetimeFigureOut">
              <a:rPr lang="es-CL" smtClean="0"/>
              <a:t>19-04-2019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A3884-647C-4301-8794-8577D3CB4E1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935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AAAA4-41A8-4A8C-A646-864C7F76CC4B}" type="datetimeFigureOut">
              <a:rPr lang="es-CL" smtClean="0"/>
              <a:t>19-04-2019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A3884-647C-4301-8794-8577D3CB4E1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5260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AAAA4-41A8-4A8C-A646-864C7F76CC4B}" type="datetimeFigureOut">
              <a:rPr lang="es-CL" smtClean="0"/>
              <a:t>19-04-2019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A3884-647C-4301-8794-8577D3CB4E1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1128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AAAA4-41A8-4A8C-A646-864C7F76CC4B}" type="datetimeFigureOut">
              <a:rPr lang="es-CL" smtClean="0"/>
              <a:t>19-04-2019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A3884-647C-4301-8794-8577D3CB4E1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46891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5AAAA4-41A8-4A8C-A646-864C7F76CC4B}" type="datetimeFigureOut">
              <a:rPr lang="es-CL" smtClean="0"/>
              <a:t>19-04-2019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DA3884-647C-4301-8794-8577D3CB4E1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21131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jpe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28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142169" y="-1143833"/>
            <a:ext cx="6858000" cy="9145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272625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323528" y="216494"/>
            <a:ext cx="8496944" cy="923330"/>
          </a:xfrm>
          <a:prstGeom prst="rect">
            <a:avLst/>
          </a:prstGeom>
          <a:solidFill>
            <a:srgbClr val="FFFF00"/>
          </a:solidFill>
          <a:ln w="57150">
            <a:solidFill>
              <a:schemeClr val="tx1"/>
            </a:solidFill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Figuras Geométricas 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1028" name="Picture 4" descr="Resultado de imagen para niÃ±os con figuras geometrica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267" b="15313"/>
          <a:stretch/>
        </p:blipFill>
        <p:spPr bwMode="auto">
          <a:xfrm>
            <a:off x="179512" y="1484784"/>
            <a:ext cx="5776867" cy="4608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Elipse"/>
          <p:cNvSpPr/>
          <p:nvPr/>
        </p:nvSpPr>
        <p:spPr>
          <a:xfrm>
            <a:off x="6660232" y="1340768"/>
            <a:ext cx="1800200" cy="1440160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b="1" dirty="0" smtClean="0">
                <a:solidFill>
                  <a:schemeClr val="tx1"/>
                </a:solidFill>
              </a:rPr>
              <a:t>Círculo</a:t>
            </a:r>
            <a:r>
              <a:rPr lang="es-CL" dirty="0" smtClean="0"/>
              <a:t> </a:t>
            </a:r>
            <a:endParaRPr lang="es-CL" dirty="0"/>
          </a:p>
        </p:txBody>
      </p:sp>
      <p:sp>
        <p:nvSpPr>
          <p:cNvPr id="7" name="6 Rectángulo"/>
          <p:cNvSpPr/>
          <p:nvPr/>
        </p:nvSpPr>
        <p:spPr>
          <a:xfrm>
            <a:off x="6128285" y="3140968"/>
            <a:ext cx="2864093" cy="79208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b="1" dirty="0" smtClean="0">
                <a:solidFill>
                  <a:schemeClr val="tx1"/>
                </a:solidFill>
              </a:rPr>
              <a:t>Rectángulo</a:t>
            </a:r>
            <a:r>
              <a:rPr lang="es-CL" dirty="0" smtClean="0"/>
              <a:t> </a:t>
            </a:r>
            <a:endParaRPr lang="es-CL" dirty="0"/>
          </a:p>
        </p:txBody>
      </p:sp>
      <p:sp>
        <p:nvSpPr>
          <p:cNvPr id="8" name="7 Triángulo isósceles"/>
          <p:cNvSpPr/>
          <p:nvPr/>
        </p:nvSpPr>
        <p:spPr>
          <a:xfrm>
            <a:off x="6660232" y="4149080"/>
            <a:ext cx="2160240" cy="1224136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b="1" dirty="0" smtClean="0">
                <a:solidFill>
                  <a:schemeClr val="tx1"/>
                </a:solidFill>
              </a:rPr>
              <a:t>Triangulo</a:t>
            </a:r>
            <a:r>
              <a:rPr lang="es-CL" dirty="0" smtClean="0"/>
              <a:t> </a:t>
            </a:r>
            <a:endParaRPr lang="es-CL" dirty="0"/>
          </a:p>
        </p:txBody>
      </p:sp>
      <p:sp>
        <p:nvSpPr>
          <p:cNvPr id="9" name="8 Rectángulo"/>
          <p:cNvSpPr/>
          <p:nvPr/>
        </p:nvSpPr>
        <p:spPr>
          <a:xfrm>
            <a:off x="6948264" y="5661248"/>
            <a:ext cx="1584176" cy="1080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b="1" dirty="0" smtClean="0">
                <a:solidFill>
                  <a:schemeClr val="tx1"/>
                </a:solidFill>
              </a:rPr>
              <a:t>Cuadrado</a:t>
            </a:r>
            <a:endParaRPr lang="es-CL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2934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94" y="-10754"/>
            <a:ext cx="9111506" cy="3789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077072"/>
            <a:ext cx="2105025" cy="2105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2569" y="4660056"/>
            <a:ext cx="2143447" cy="2143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8247" y="3789040"/>
            <a:ext cx="1872208" cy="1872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9" y="4509120"/>
            <a:ext cx="2247925" cy="22056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09538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98"/>
          <a:stretch/>
        </p:blipFill>
        <p:spPr bwMode="auto">
          <a:xfrm>
            <a:off x="30402" y="33565"/>
            <a:ext cx="9113597" cy="4060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36" t="5982" r="5191" b="8784"/>
          <a:stretch/>
        </p:blipFill>
        <p:spPr bwMode="auto">
          <a:xfrm>
            <a:off x="103071" y="4191312"/>
            <a:ext cx="2376264" cy="2426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9066" y="4182049"/>
            <a:ext cx="2150630" cy="21506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5" r="4577" b="8955"/>
          <a:stretch/>
        </p:blipFill>
        <p:spPr bwMode="auto">
          <a:xfrm>
            <a:off x="7013501" y="4182049"/>
            <a:ext cx="1978927" cy="2128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4" descr="Resultado de imagen para CUADRADO OBJETO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4980" y="4096704"/>
            <a:ext cx="2448272" cy="2520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8340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81"/>
          <a:stretch/>
        </p:blipFill>
        <p:spPr bwMode="auto">
          <a:xfrm>
            <a:off x="24438" y="0"/>
            <a:ext cx="9119562" cy="3501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789040"/>
            <a:ext cx="1570112" cy="28489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2" t="30526" r="-2912" b="30526"/>
          <a:stretch/>
        </p:blipFill>
        <p:spPr bwMode="auto">
          <a:xfrm>
            <a:off x="1915737" y="4195679"/>
            <a:ext cx="3749402" cy="1460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55" t="5321" r="23128"/>
          <a:stretch/>
        </p:blipFill>
        <p:spPr bwMode="auto">
          <a:xfrm>
            <a:off x="7642746" y="3983462"/>
            <a:ext cx="1501254" cy="246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2" r="2787" b="14537"/>
          <a:stretch/>
        </p:blipFill>
        <p:spPr bwMode="auto">
          <a:xfrm rot="286905">
            <a:off x="5573197" y="3773298"/>
            <a:ext cx="1822641" cy="2613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97304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55"/>
          <a:stretch/>
        </p:blipFill>
        <p:spPr bwMode="auto">
          <a:xfrm>
            <a:off x="0" y="0"/>
            <a:ext cx="9144000" cy="369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4077072"/>
            <a:ext cx="2304256" cy="2304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54" r="12833"/>
          <a:stretch/>
        </p:blipFill>
        <p:spPr bwMode="auto">
          <a:xfrm>
            <a:off x="6885223" y="3933056"/>
            <a:ext cx="2238233" cy="2248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47" t="11846" r="5508" b="10794"/>
          <a:stretch/>
        </p:blipFill>
        <p:spPr bwMode="auto">
          <a:xfrm>
            <a:off x="2267744" y="3917006"/>
            <a:ext cx="1600790" cy="1414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685574"/>
            <a:ext cx="1978720" cy="1645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1" name="Picture 7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22" t="13306" r="16396" b="15540"/>
          <a:stretch/>
        </p:blipFill>
        <p:spPr bwMode="auto">
          <a:xfrm>
            <a:off x="3657694" y="5207657"/>
            <a:ext cx="1903666" cy="1603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52640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628800"/>
            <a:ext cx="8626113" cy="4320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CuadroTexto"/>
          <p:cNvSpPr txBox="1"/>
          <p:nvPr/>
        </p:nvSpPr>
        <p:spPr>
          <a:xfrm>
            <a:off x="323527" y="260648"/>
            <a:ext cx="8626113" cy="523220"/>
          </a:xfrm>
          <a:prstGeom prst="rect">
            <a:avLst/>
          </a:prstGeom>
          <a:ln>
            <a:prstDash val="lgDashDot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2800" b="1" dirty="0" smtClean="0"/>
              <a:t>Actividad: Nombra cada uno de las figuras geométricas </a:t>
            </a:r>
            <a:endParaRPr lang="es-CL" sz="2800" b="1" dirty="0"/>
          </a:p>
        </p:txBody>
      </p:sp>
    </p:spTree>
    <p:extLst>
      <p:ext uri="{BB962C8B-B14F-4D97-AF65-F5344CB8AC3E}">
        <p14:creationId xmlns:p14="http://schemas.microsoft.com/office/powerpoint/2010/main" val="2684638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03" y="1576139"/>
            <a:ext cx="2401607" cy="18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2065635"/>
            <a:ext cx="1474787" cy="1268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1471314"/>
            <a:ext cx="2084387" cy="1804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5577" y="1858689"/>
            <a:ext cx="2389187" cy="151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CuadroTexto"/>
          <p:cNvSpPr txBox="1"/>
          <p:nvPr/>
        </p:nvSpPr>
        <p:spPr>
          <a:xfrm>
            <a:off x="182051" y="369332"/>
            <a:ext cx="8712769" cy="954107"/>
          </a:xfrm>
          <a:prstGeom prst="rect">
            <a:avLst/>
          </a:prstGeom>
          <a:ln>
            <a:prstDash val="lgDashDotDot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2800" b="1" dirty="0" smtClean="0"/>
              <a:t>Actividad:  Une cada figura geométrica con su elemento correspondiente</a:t>
            </a:r>
            <a:r>
              <a:rPr lang="es-CL" dirty="0" smtClean="0"/>
              <a:t>. </a:t>
            </a:r>
            <a:endParaRPr lang="es-CL" dirty="0"/>
          </a:p>
        </p:txBody>
      </p:sp>
      <p:pic>
        <p:nvPicPr>
          <p:cNvPr id="7175" name="Picture 7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272" y="5014176"/>
            <a:ext cx="1583176" cy="1583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6" name="Picture 8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4494316"/>
            <a:ext cx="1102902" cy="2105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8" name="Picture 10" descr="Imagen relacionada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15" t="6822" r="12852" b="20735"/>
          <a:stretch/>
        </p:blipFill>
        <p:spPr bwMode="auto">
          <a:xfrm>
            <a:off x="4645030" y="4788031"/>
            <a:ext cx="1837581" cy="1556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9" name="Picture 11"/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27" t="17622" r="14414" b="18989"/>
          <a:stretch/>
        </p:blipFill>
        <p:spPr bwMode="auto">
          <a:xfrm>
            <a:off x="2699792" y="4989169"/>
            <a:ext cx="1574192" cy="1531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67903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Resultado de imagen para figuras geometricas para niÃ±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709489"/>
            <a:ext cx="4078340" cy="4968275"/>
          </a:xfrm>
          <a:prstGeom prst="rect">
            <a:avLst/>
          </a:prstGeom>
          <a:noFill/>
          <a:ln w="571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8992" y="1709490"/>
            <a:ext cx="1131591" cy="9732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9276" y="2915538"/>
            <a:ext cx="1366706" cy="10244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77" y="4384736"/>
            <a:ext cx="1830760" cy="1080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6495" y="5588044"/>
            <a:ext cx="1258402" cy="10897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Nube"/>
          <p:cNvSpPr/>
          <p:nvPr/>
        </p:nvSpPr>
        <p:spPr>
          <a:xfrm>
            <a:off x="7316686" y="1412776"/>
            <a:ext cx="1584175" cy="1269956"/>
          </a:xfrm>
          <a:prstGeom prst="cloud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9 Nube"/>
          <p:cNvSpPr/>
          <p:nvPr/>
        </p:nvSpPr>
        <p:spPr>
          <a:xfrm>
            <a:off x="7372762" y="2792789"/>
            <a:ext cx="1584175" cy="1269956"/>
          </a:xfrm>
          <a:prstGeom prst="clou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3" name="12 Nube"/>
          <p:cNvSpPr/>
          <p:nvPr/>
        </p:nvSpPr>
        <p:spPr>
          <a:xfrm>
            <a:off x="7459717" y="4194900"/>
            <a:ext cx="1584175" cy="1269956"/>
          </a:xfrm>
          <a:prstGeom prst="clou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13 Nube"/>
          <p:cNvSpPr/>
          <p:nvPr/>
        </p:nvSpPr>
        <p:spPr>
          <a:xfrm>
            <a:off x="7459718" y="5588044"/>
            <a:ext cx="1584175" cy="1269956"/>
          </a:xfrm>
          <a:prstGeom prst="clou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8 Rectángulo"/>
          <p:cNvSpPr/>
          <p:nvPr/>
        </p:nvSpPr>
        <p:spPr>
          <a:xfrm>
            <a:off x="323528" y="184855"/>
            <a:ext cx="8352928" cy="1015663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0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¿ Cuántas Figuras hay? </a:t>
            </a:r>
          </a:p>
          <a:p>
            <a:pPr algn="ctr"/>
            <a:r>
              <a:rPr lang="es-ES" sz="200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</a:rPr>
              <a:t>Actividad: </a:t>
            </a:r>
            <a:r>
              <a:rPr lang="es-ES" sz="200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002060"/>
                </a:solidFill>
              </a:rPr>
              <a:t>Cuenta la cantidad de figuras geométricas y escribe el número al interior de la nube según la cantidad. </a:t>
            </a:r>
            <a:r>
              <a:rPr lang="es-ES" sz="200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  </a:t>
            </a:r>
            <a:endParaRPr lang="es-ES" sz="20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11" name="10 Flecha derecha"/>
          <p:cNvSpPr/>
          <p:nvPr/>
        </p:nvSpPr>
        <p:spPr>
          <a:xfrm>
            <a:off x="6258737" y="2001095"/>
            <a:ext cx="856699" cy="5042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7" name="16 Flecha derecha"/>
          <p:cNvSpPr/>
          <p:nvPr/>
        </p:nvSpPr>
        <p:spPr>
          <a:xfrm>
            <a:off x="6309545" y="3191458"/>
            <a:ext cx="856699" cy="5042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8" name="17 Flecha derecha"/>
          <p:cNvSpPr/>
          <p:nvPr/>
        </p:nvSpPr>
        <p:spPr>
          <a:xfrm>
            <a:off x="6387648" y="4672661"/>
            <a:ext cx="856699" cy="5042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9" name="18 Flecha derecha"/>
          <p:cNvSpPr/>
          <p:nvPr/>
        </p:nvSpPr>
        <p:spPr>
          <a:xfrm>
            <a:off x="6331928" y="5983409"/>
            <a:ext cx="856699" cy="5042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19760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Resultado de imagen para figuras geometricas para niÃ±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856" y="1340768"/>
            <a:ext cx="7776864" cy="52292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395536" y="116632"/>
            <a:ext cx="8208912" cy="923330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Cómo nos llamamos?</a:t>
            </a:r>
            <a:endParaRPr lang="es-ES" sz="54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568656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57</Words>
  <Application>Microsoft Office PowerPoint</Application>
  <PresentationFormat>Presentación en pantalla (4:3)</PresentationFormat>
  <Paragraphs>10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1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10</cp:revision>
  <dcterms:created xsi:type="dcterms:W3CDTF">2019-02-10T05:49:07Z</dcterms:created>
  <dcterms:modified xsi:type="dcterms:W3CDTF">2019-04-19T17:20:02Z</dcterms:modified>
</cp:coreProperties>
</file>