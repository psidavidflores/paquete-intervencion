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72" r:id="rId5"/>
    <p:sldId id="271" r:id="rId6"/>
    <p:sldId id="270" r:id="rId7"/>
    <p:sldId id="269" r:id="rId8"/>
    <p:sldId id="259" r:id="rId9"/>
    <p:sldId id="273" r:id="rId1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44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828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860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722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96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7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009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750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36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808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09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B9101-356E-4887-B217-FF981AB93442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7D20E-C3EE-400D-B148-0D99325F3A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620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810" y="4149080"/>
            <a:ext cx="3942628" cy="20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926957" y="1268760"/>
            <a:ext cx="729008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Cooper Black" pitchFamily="18" charset="0"/>
              </a:rPr>
              <a:t>Desarrollo Personal y Social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Cooper Black" pitchFamily="18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2925717" y="2967335"/>
            <a:ext cx="32925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Los riesgos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478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259631" y="1412776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2" y="2336106"/>
            <a:ext cx="6391275" cy="325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92342"/>
            <a:ext cx="5921414" cy="364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540" y="1984816"/>
            <a:ext cx="5583560" cy="3854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302" y="2088181"/>
            <a:ext cx="577552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Resultado de imagen para riesgos para niÃ±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00250"/>
            <a:ext cx="5976664" cy="373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76872"/>
            <a:ext cx="5888653" cy="35283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66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895" y="2129923"/>
            <a:ext cx="5832648" cy="38000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122337" y="1196752"/>
            <a:ext cx="6899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Cuáles son los riegos?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552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331640" y="1347325"/>
            <a:ext cx="612068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objetos peligrosos. </a:t>
            </a:r>
            <a:endParaRPr lang="es-CL" sz="2000" dirty="0"/>
          </a:p>
        </p:txBody>
      </p:sp>
      <p:pic>
        <p:nvPicPr>
          <p:cNvPr id="11268" name="Picture 4" descr="Resultado de imagen para dibujo enchuf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836" y="2240203"/>
            <a:ext cx="1451720" cy="14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9" r="19584"/>
          <a:stretch/>
        </p:blipFill>
        <p:spPr bwMode="auto">
          <a:xfrm>
            <a:off x="6655296" y="2017711"/>
            <a:ext cx="1219200" cy="161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Resultado de imagen para dibujo de cocin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12"/>
          <a:stretch/>
        </p:blipFill>
        <p:spPr bwMode="auto">
          <a:xfrm>
            <a:off x="6045696" y="3691923"/>
            <a:ext cx="1934951" cy="187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94891"/>
            <a:ext cx="1372136" cy="20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2" descr="Resultado de imagen para dibujo de agu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8" name="Picture 14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527" y="4293096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0" name="Picture 16" descr="Resultado de imagen para dibujo de peluch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893" y="4284893"/>
            <a:ext cx="2355833" cy="184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2" name="Picture 18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62" y="2116549"/>
            <a:ext cx="2268467" cy="226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595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60</Words>
  <Application>Microsoft Office PowerPoint</Application>
  <PresentationFormat>Presentación en pantalla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5</cp:revision>
  <dcterms:created xsi:type="dcterms:W3CDTF">2019-03-09T21:26:22Z</dcterms:created>
  <dcterms:modified xsi:type="dcterms:W3CDTF">2019-03-16T23:25:36Z</dcterms:modified>
</cp:coreProperties>
</file>