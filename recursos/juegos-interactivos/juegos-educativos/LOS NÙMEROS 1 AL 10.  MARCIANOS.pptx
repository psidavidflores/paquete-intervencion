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1" r:id="rId22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F8FD-E05C-46F7-8733-FD11C1A90121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0B27-4373-4382-8181-8A087BE059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7497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F8FD-E05C-46F7-8733-FD11C1A90121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0B27-4373-4382-8181-8A087BE059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7827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F8FD-E05C-46F7-8733-FD11C1A90121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0B27-4373-4382-8181-8A087BE059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148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F8FD-E05C-46F7-8733-FD11C1A90121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0B27-4373-4382-8181-8A087BE059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8836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F8FD-E05C-46F7-8733-FD11C1A90121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0B27-4373-4382-8181-8A087BE059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1423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F8FD-E05C-46F7-8733-FD11C1A90121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0B27-4373-4382-8181-8A087BE059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361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F8FD-E05C-46F7-8733-FD11C1A90121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0B27-4373-4382-8181-8A087BE059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077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F8FD-E05C-46F7-8733-FD11C1A90121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0B27-4373-4382-8181-8A087BE059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1328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F8FD-E05C-46F7-8733-FD11C1A90121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0B27-4373-4382-8181-8A087BE059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078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F8FD-E05C-46F7-8733-FD11C1A90121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0B27-4373-4382-8181-8A087BE059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146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F8FD-E05C-46F7-8733-FD11C1A90121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70B27-4373-4382-8181-8A087BE059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8815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3F8FD-E05C-46F7-8733-FD11C1A90121}" type="datetimeFigureOut">
              <a:rPr lang="es-CL" smtClean="0"/>
              <a:t>22-01-2020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70B27-4373-4382-8181-8A087BE059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9722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anuel Alvarado\Documents\BORDES 2020\00cc01e875717defab7fc5f7b9f7481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25251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2851838" y="3614631"/>
            <a:ext cx="5400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 smtClean="0"/>
              <a:t>Ámbito: </a:t>
            </a:r>
            <a:r>
              <a:rPr lang="es-CL" sz="2800" dirty="0" smtClean="0"/>
              <a:t>interacción y Comprensión del Entorno. </a:t>
            </a:r>
          </a:p>
          <a:p>
            <a:r>
              <a:rPr lang="es-CL" sz="2800" b="1" dirty="0" smtClean="0"/>
              <a:t>Núcleo: </a:t>
            </a:r>
            <a:r>
              <a:rPr lang="es-CL" sz="2800" dirty="0" smtClean="0"/>
              <a:t>Pensamiento Matemático. </a:t>
            </a:r>
            <a:endParaRPr lang="es-CL" sz="2800" dirty="0"/>
          </a:p>
        </p:txBody>
      </p:sp>
      <p:sp>
        <p:nvSpPr>
          <p:cNvPr id="6" name="5 Rectángulo"/>
          <p:cNvSpPr/>
          <p:nvPr/>
        </p:nvSpPr>
        <p:spPr>
          <a:xfrm>
            <a:off x="2851836" y="908720"/>
            <a:ext cx="41315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Aprendiendo:</a:t>
            </a:r>
            <a:endParaRPr lang="es-ES" sz="5400" b="1" cap="none" spc="0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2851838" y="1848367"/>
            <a:ext cx="4888514" cy="175432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solidFill>
                  <a:srgbClr val="00B0F0"/>
                </a:solidFill>
                <a:latin typeface="Berlin Sans FB Demi" pitchFamily="34" charset="0"/>
              </a:rPr>
              <a:t>Los números</a:t>
            </a:r>
          </a:p>
          <a:p>
            <a:pPr algn="ctr"/>
            <a:r>
              <a:rPr lang="es-ES" sz="5400" b="1" cap="none" spc="0" dirty="0" smtClean="0">
                <a:ln w="11430"/>
                <a:solidFill>
                  <a:srgbClr val="00B0F0"/>
                </a:solidFill>
                <a:latin typeface="Berlin Sans FB Demi" pitchFamily="34" charset="0"/>
              </a:rPr>
              <a:t> 1 al 10</a:t>
            </a:r>
            <a:endParaRPr lang="es-ES" sz="5400" b="1" cap="none" spc="0" dirty="0">
              <a:ln w="11430"/>
              <a:solidFill>
                <a:srgbClr val="00B0F0"/>
              </a:solidFill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01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anuel Alvarado\Documents\BORDES 2020\6bf7ff2fd18cbb03e41632290f6a319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578" y="3030944"/>
            <a:ext cx="2017829" cy="302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Llamada ovalada"/>
          <p:cNvSpPr/>
          <p:nvPr/>
        </p:nvSpPr>
        <p:spPr>
          <a:xfrm>
            <a:off x="1547664" y="836712"/>
            <a:ext cx="5904656" cy="2016224"/>
          </a:xfrm>
          <a:prstGeom prst="wedgeEllipseCallout">
            <a:avLst>
              <a:gd name="adj1" fmla="val 28614"/>
              <a:gd name="adj2" fmla="val 1038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b="1" dirty="0" smtClean="0"/>
              <a:t>Objetivo de aprendizaje:  </a:t>
            </a:r>
            <a:r>
              <a:rPr lang="es-CL" sz="2400" dirty="0" smtClean="0"/>
              <a:t>Representar progresivamente, números y cantidades en forma concreta pictórica hasta el 10. </a:t>
            </a:r>
            <a:endParaRPr lang="es-CL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996801"/>
            <a:ext cx="3240360" cy="2826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432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3068960"/>
            <a:ext cx="2017713" cy="303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971778" y="692696"/>
            <a:ext cx="7030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Repasando los números</a:t>
            </a:r>
            <a:endParaRPr lang="es-ES" sz="54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39"/>
          <a:stretch/>
        </p:blipFill>
        <p:spPr bwMode="auto">
          <a:xfrm>
            <a:off x="971600" y="1616026"/>
            <a:ext cx="5184576" cy="418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661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420888"/>
            <a:ext cx="2520280" cy="3604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65108"/>
            <a:ext cx="4049986" cy="4257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70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289" y="1844824"/>
            <a:ext cx="1872208" cy="2377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497" y="3356992"/>
            <a:ext cx="2524125" cy="2704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276872"/>
            <a:ext cx="2453267" cy="3497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239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827" y="2204864"/>
            <a:ext cx="3456384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138064"/>
            <a:ext cx="214312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321" y="3903356"/>
            <a:ext cx="214312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751" y="3068960"/>
            <a:ext cx="214312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491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785748"/>
            <a:ext cx="2419350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3492" y="1772816"/>
            <a:ext cx="2420937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077072"/>
            <a:ext cx="2420937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470" y="4077072"/>
            <a:ext cx="2420937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132856"/>
            <a:ext cx="2304256" cy="3509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04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1" r="20582" b="16574"/>
          <a:stretch/>
        </p:blipFill>
        <p:spPr bwMode="auto">
          <a:xfrm>
            <a:off x="1259632" y="1330037"/>
            <a:ext cx="2448272" cy="445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5" t="7645" r="18132" b="9759"/>
          <a:stretch/>
        </p:blipFill>
        <p:spPr bwMode="auto">
          <a:xfrm>
            <a:off x="4114800" y="1330036"/>
            <a:ext cx="1579418" cy="1565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5" t="7645" r="18132" b="9759"/>
          <a:stretch/>
        </p:blipFill>
        <p:spPr bwMode="auto">
          <a:xfrm>
            <a:off x="6228184" y="1330036"/>
            <a:ext cx="1579418" cy="1565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5" t="7645" r="18132" b="9759"/>
          <a:stretch/>
        </p:blipFill>
        <p:spPr bwMode="auto">
          <a:xfrm>
            <a:off x="3923928" y="3573016"/>
            <a:ext cx="1579418" cy="1565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5" t="7645" r="18132" b="9759"/>
          <a:stretch/>
        </p:blipFill>
        <p:spPr bwMode="auto">
          <a:xfrm>
            <a:off x="6372200" y="4509120"/>
            <a:ext cx="1800200" cy="1565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3346" y="2974158"/>
            <a:ext cx="1579563" cy="156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918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4" t="9008" b="17984"/>
          <a:stretch/>
        </p:blipFill>
        <p:spPr bwMode="auto">
          <a:xfrm>
            <a:off x="3858680" y="1980099"/>
            <a:ext cx="1307621" cy="1363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804" y="1909481"/>
            <a:ext cx="1304925" cy="136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727" y="1980099"/>
            <a:ext cx="1304925" cy="136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931" y="3861048"/>
            <a:ext cx="1304925" cy="136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805" y="3826412"/>
            <a:ext cx="1304925" cy="136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705306"/>
            <a:ext cx="1304925" cy="136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8" name="Picture 1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2" r="24406"/>
          <a:stretch/>
        </p:blipFill>
        <p:spPr bwMode="auto">
          <a:xfrm>
            <a:off x="971599" y="1302268"/>
            <a:ext cx="2692453" cy="453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597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34062"/>
            <a:ext cx="2872552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2" t="16678" r="9528" b="24021"/>
          <a:stretch/>
        </p:blipFill>
        <p:spPr bwMode="auto">
          <a:xfrm>
            <a:off x="4139952" y="1456719"/>
            <a:ext cx="1445589" cy="82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454547"/>
            <a:ext cx="1444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916" y="2564904"/>
            <a:ext cx="1444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549593"/>
            <a:ext cx="1444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916" y="3645024"/>
            <a:ext cx="1444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897" y="3645023"/>
            <a:ext cx="1444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457" y="4653136"/>
            <a:ext cx="1444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011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4" t="16924" r="19499" b="18004"/>
          <a:stretch/>
        </p:blipFill>
        <p:spPr bwMode="auto">
          <a:xfrm>
            <a:off x="1115616" y="1472369"/>
            <a:ext cx="2880320" cy="391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196753"/>
            <a:ext cx="1440160" cy="1128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193" y="1274929"/>
            <a:ext cx="1438275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2470894"/>
            <a:ext cx="1438275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193" y="2431398"/>
            <a:ext cx="1438275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586" y="3814042"/>
            <a:ext cx="1438275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543" y="3814043"/>
            <a:ext cx="1438275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720" y="4941168"/>
            <a:ext cx="1438275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9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941168"/>
            <a:ext cx="1438275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098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9" r="14373"/>
          <a:stretch/>
        </p:blipFill>
        <p:spPr bwMode="auto">
          <a:xfrm>
            <a:off x="1187624" y="1772816"/>
            <a:ext cx="2646218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048" y="1772816"/>
            <a:ext cx="1378646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704655"/>
            <a:ext cx="137795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256" y="3141278"/>
            <a:ext cx="137795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352" y="1704655"/>
            <a:ext cx="137795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206" y="3068301"/>
            <a:ext cx="137795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346" y="3148205"/>
            <a:ext cx="137795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629" y="4565503"/>
            <a:ext cx="137795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740" y="4538139"/>
            <a:ext cx="137795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5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832" y="4565503"/>
            <a:ext cx="137795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761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74" t="21361" r="19658" b="8175"/>
          <a:stretch/>
        </p:blipFill>
        <p:spPr bwMode="auto">
          <a:xfrm>
            <a:off x="1124713" y="798384"/>
            <a:ext cx="3240360" cy="3757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207" y="1052736"/>
            <a:ext cx="1008856" cy="1517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688" y="1052735"/>
            <a:ext cx="1006475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346" y="1052735"/>
            <a:ext cx="1006475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213" y="2677102"/>
            <a:ext cx="1006475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6871" y="2670175"/>
            <a:ext cx="1006475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2670175"/>
            <a:ext cx="1006475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396" y="4365104"/>
            <a:ext cx="1006475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858" y="4365104"/>
            <a:ext cx="1006475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3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4365104"/>
            <a:ext cx="1006475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4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893" y="4555820"/>
            <a:ext cx="1006475" cy="151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518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988840"/>
            <a:ext cx="2952328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791" y="2132856"/>
            <a:ext cx="3311203" cy="388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899592" y="980728"/>
            <a:ext cx="7344816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Menciona los números que aparecen en los letreros de los marcianos. </a:t>
            </a:r>
            <a:endParaRPr lang="es-CL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136538"/>
            <a:ext cx="793378" cy="1075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2276872"/>
            <a:ext cx="819919" cy="1182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0667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20"/>
          <a:stretch/>
        </p:blipFill>
        <p:spPr bwMode="auto">
          <a:xfrm>
            <a:off x="1307734" y="1916832"/>
            <a:ext cx="3140449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1043608" y="918745"/>
            <a:ext cx="7200800" cy="6463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dirty="0" smtClean="0"/>
              <a:t>Actividad: Marcí el marciano te mostrará un número. Tú con la ayuda de tus lápices debes asociar la cantidad con el número.</a:t>
            </a:r>
            <a:endParaRPr lang="es-CL" dirty="0"/>
          </a:p>
        </p:txBody>
      </p:sp>
      <p:sp>
        <p:nvSpPr>
          <p:cNvPr id="3" name="2 Estrella de 16 puntas"/>
          <p:cNvSpPr/>
          <p:nvPr/>
        </p:nvSpPr>
        <p:spPr>
          <a:xfrm>
            <a:off x="4448183" y="2060848"/>
            <a:ext cx="3796225" cy="3528392"/>
          </a:xfrm>
          <a:prstGeom prst="star16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0" dirty="0" smtClean="0">
                <a:solidFill>
                  <a:srgbClr val="7030A0"/>
                </a:solidFill>
                <a:latin typeface="Arial Black" pitchFamily="34" charset="0"/>
              </a:rPr>
              <a:t>1</a:t>
            </a:r>
            <a:endParaRPr lang="es-CL" sz="10000" dirty="0">
              <a:solidFill>
                <a:srgbClr val="7030A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30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Estrella de 16 puntas"/>
          <p:cNvSpPr/>
          <p:nvPr/>
        </p:nvSpPr>
        <p:spPr>
          <a:xfrm>
            <a:off x="4448183" y="2060848"/>
            <a:ext cx="3796225" cy="3528392"/>
          </a:xfrm>
          <a:prstGeom prst="star16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0" dirty="0">
                <a:solidFill>
                  <a:srgbClr val="7030A0"/>
                </a:solidFill>
                <a:latin typeface="Arial Black" pitchFamily="34" charset="0"/>
              </a:rPr>
              <a:t>7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1043608" y="918745"/>
            <a:ext cx="7200800" cy="6463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dirty="0" smtClean="0"/>
              <a:t>Actividad: Marcí el marciano te mostrará un número. Tú con la ayuda de tus lápices debes asociar la cantidad con el número.</a:t>
            </a:r>
            <a:endParaRPr lang="es-CL" dirty="0"/>
          </a:p>
        </p:txBody>
      </p:sp>
      <p:pic>
        <p:nvPicPr>
          <p:cNvPr id="19458" name="Picture 2" descr="Resultado de imagen de dibujo de marciano&quot;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3" t="7218" r="25314"/>
          <a:stretch/>
        </p:blipFill>
        <p:spPr bwMode="auto">
          <a:xfrm>
            <a:off x="1115616" y="1748251"/>
            <a:ext cx="3048000" cy="415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56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Estrella de 16 puntas"/>
          <p:cNvSpPr/>
          <p:nvPr/>
        </p:nvSpPr>
        <p:spPr>
          <a:xfrm>
            <a:off x="4448183" y="2060848"/>
            <a:ext cx="3796225" cy="3528392"/>
          </a:xfrm>
          <a:prstGeom prst="star16">
            <a:avLst/>
          </a:prstGeom>
          <a:solidFill>
            <a:srgbClr val="00B0F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0" dirty="0">
                <a:solidFill>
                  <a:srgbClr val="002060"/>
                </a:solidFill>
                <a:latin typeface="Arial Black" pitchFamily="34" charset="0"/>
              </a:rPr>
              <a:t>3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1043608" y="918745"/>
            <a:ext cx="7200800" cy="6463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dirty="0" smtClean="0"/>
              <a:t>Actividad: Marcí el marciano te mostrará un número. Tú con la ayuda de tus lápices debes asociar la cantidad con el número.</a:t>
            </a:r>
            <a:endParaRPr lang="es-CL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988840"/>
            <a:ext cx="2808312" cy="3846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624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Estrella de 16 puntas"/>
          <p:cNvSpPr/>
          <p:nvPr/>
        </p:nvSpPr>
        <p:spPr>
          <a:xfrm>
            <a:off x="4448183" y="2060848"/>
            <a:ext cx="3796225" cy="3528392"/>
          </a:xfrm>
          <a:prstGeom prst="star16">
            <a:avLst/>
          </a:prstGeom>
          <a:solidFill>
            <a:srgbClr val="FFC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0" dirty="0">
                <a:solidFill>
                  <a:srgbClr val="002060"/>
                </a:solidFill>
                <a:latin typeface="Arial Black" pitchFamily="34" charset="0"/>
              </a:rPr>
              <a:t>6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1043608" y="918745"/>
            <a:ext cx="7200800" cy="6463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dirty="0" smtClean="0"/>
              <a:t>Actividad: Marcí el marciano te mostrará un número. Tú con la ayuda de tus lápices debes asociar la cantidad con el número.</a:t>
            </a:r>
            <a:endParaRPr lang="es-CL" dirty="0"/>
          </a:p>
        </p:txBody>
      </p:sp>
      <p:pic>
        <p:nvPicPr>
          <p:cNvPr id="21506" name="Picture 2" descr="Resultado de imagen de dibujo de marcian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318" y="1916832"/>
            <a:ext cx="2684618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83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Estrella de 16 puntas"/>
          <p:cNvSpPr/>
          <p:nvPr/>
        </p:nvSpPr>
        <p:spPr>
          <a:xfrm>
            <a:off x="4448183" y="2060848"/>
            <a:ext cx="3796225" cy="3528392"/>
          </a:xfrm>
          <a:prstGeom prst="star16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0" dirty="0">
                <a:solidFill>
                  <a:srgbClr val="7030A0"/>
                </a:solidFill>
                <a:latin typeface="Arial Black" pitchFamily="34" charset="0"/>
              </a:rPr>
              <a:t>5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1043608" y="918745"/>
            <a:ext cx="7200800" cy="6463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dirty="0" smtClean="0"/>
              <a:t>Actividad: Marcí el marciano te mostrará un número. Tú con la ayuda de tus lápices debes asociar la cantidad con el número.</a:t>
            </a:r>
            <a:endParaRPr lang="es-CL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70" y="2087779"/>
            <a:ext cx="3255424" cy="3471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7662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Estrella de 16 puntas"/>
          <p:cNvSpPr/>
          <p:nvPr/>
        </p:nvSpPr>
        <p:spPr>
          <a:xfrm>
            <a:off x="4448183" y="2060848"/>
            <a:ext cx="3796225" cy="3528392"/>
          </a:xfrm>
          <a:prstGeom prst="star16">
            <a:avLst/>
          </a:prstGeom>
          <a:solidFill>
            <a:srgbClr val="FFFF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0" dirty="0">
                <a:solidFill>
                  <a:srgbClr val="7030A0"/>
                </a:solidFill>
                <a:latin typeface="Arial Black" pitchFamily="34" charset="0"/>
              </a:rPr>
              <a:t>8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1043608" y="918745"/>
            <a:ext cx="7200800" cy="6463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Marcí el marciano te mostrará un número. Tú con la ayuda de tus lápices debes asociar la cantidad con el número.</a:t>
            </a:r>
            <a:endParaRPr lang="es-CL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445" y="2204864"/>
            <a:ext cx="3528392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991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2" b="3487"/>
          <a:stretch/>
        </p:blipFill>
        <p:spPr bwMode="auto">
          <a:xfrm>
            <a:off x="987476" y="1844824"/>
            <a:ext cx="7056785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899592" y="980728"/>
            <a:ext cx="7344816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Menciona cuantos marcianos,  nave y cohete hay en total.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0041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225</Words>
  <Application>Microsoft Office PowerPoint</Application>
  <PresentationFormat>Presentación en pantalla (4:3)</PresentationFormat>
  <Paragraphs>21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10</cp:revision>
  <dcterms:created xsi:type="dcterms:W3CDTF">2020-01-21T18:13:56Z</dcterms:created>
  <dcterms:modified xsi:type="dcterms:W3CDTF">2020-01-22T21:56:55Z</dcterms:modified>
</cp:coreProperties>
</file>