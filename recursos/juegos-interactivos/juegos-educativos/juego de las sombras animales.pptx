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9144000" cy="6858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6" autoAdjust="0"/>
    <p:restoredTop sz="94660"/>
  </p:normalViewPr>
  <p:slideViewPr>
    <p:cSldViewPr>
      <p:cViewPr varScale="1">
        <p:scale>
          <a:sx n="64" d="100"/>
          <a:sy n="64" d="100"/>
        </p:scale>
        <p:origin x="-1476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135"/>
              </a:lnSpc>
            </a:pPr>
            <a:r>
              <a:rPr spc="-605" dirty="0"/>
              <a:t>Creaciones</a:t>
            </a:r>
            <a:r>
              <a:rPr spc="-525" dirty="0"/>
              <a:t> </a:t>
            </a:r>
            <a:r>
              <a:rPr spc="-345" dirty="0"/>
              <a:t>Lili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8/23/2019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135"/>
              </a:lnSpc>
            </a:pPr>
            <a:r>
              <a:rPr spc="-605" dirty="0"/>
              <a:t>Creaciones</a:t>
            </a:r>
            <a:r>
              <a:rPr spc="-525" dirty="0"/>
              <a:t> </a:t>
            </a:r>
            <a:r>
              <a:rPr spc="-345" dirty="0"/>
              <a:t>Lili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8/23/2019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135"/>
              </a:lnSpc>
            </a:pPr>
            <a:r>
              <a:rPr spc="-605" dirty="0"/>
              <a:t>Creaciones</a:t>
            </a:r>
            <a:r>
              <a:rPr spc="-525" dirty="0"/>
              <a:t> </a:t>
            </a:r>
            <a:r>
              <a:rPr spc="-345" dirty="0"/>
              <a:t>Lili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8/23/2019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12090" y="173989"/>
            <a:ext cx="873506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12090" y="173989"/>
            <a:ext cx="8735060" cy="6545580"/>
          </a:xfrm>
          <a:custGeom>
            <a:avLst/>
            <a:gdLst/>
            <a:ahLst/>
            <a:cxnLst/>
            <a:rect l="l" t="t" r="r" b="b"/>
            <a:pathLst>
              <a:path w="8735060" h="6545580">
                <a:moveTo>
                  <a:pt x="0" y="6545580"/>
                </a:moveTo>
                <a:lnTo>
                  <a:pt x="8735060" y="6545580"/>
                </a:lnTo>
                <a:lnTo>
                  <a:pt x="873506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773430" y="527050"/>
            <a:ext cx="7614920" cy="5806440"/>
          </a:xfrm>
          <a:custGeom>
            <a:avLst/>
            <a:gdLst/>
            <a:ahLst/>
            <a:cxnLst/>
            <a:rect l="l" t="t" r="r" b="b"/>
            <a:pathLst>
              <a:path w="7614920" h="5806440">
                <a:moveTo>
                  <a:pt x="6647180" y="0"/>
                </a:moveTo>
                <a:lnTo>
                  <a:pt x="967739" y="0"/>
                </a:lnTo>
                <a:lnTo>
                  <a:pt x="919440" y="1184"/>
                </a:lnTo>
                <a:lnTo>
                  <a:pt x="871753" y="4700"/>
                </a:lnTo>
                <a:lnTo>
                  <a:pt x="824734" y="10493"/>
                </a:lnTo>
                <a:lnTo>
                  <a:pt x="778440" y="18508"/>
                </a:lnTo>
                <a:lnTo>
                  <a:pt x="732924" y="28687"/>
                </a:lnTo>
                <a:lnTo>
                  <a:pt x="688244" y="40977"/>
                </a:lnTo>
                <a:lnTo>
                  <a:pt x="644454" y="55321"/>
                </a:lnTo>
                <a:lnTo>
                  <a:pt x="601609" y="71665"/>
                </a:lnTo>
                <a:lnTo>
                  <a:pt x="559765" y="89952"/>
                </a:lnTo>
                <a:lnTo>
                  <a:pt x="518978" y="110128"/>
                </a:lnTo>
                <a:lnTo>
                  <a:pt x="479303" y="132136"/>
                </a:lnTo>
                <a:lnTo>
                  <a:pt x="440795" y="155922"/>
                </a:lnTo>
                <a:lnTo>
                  <a:pt x="403511" y="181429"/>
                </a:lnTo>
                <a:lnTo>
                  <a:pt x="367504" y="208603"/>
                </a:lnTo>
                <a:lnTo>
                  <a:pt x="332831" y="237387"/>
                </a:lnTo>
                <a:lnTo>
                  <a:pt x="299548" y="267728"/>
                </a:lnTo>
                <a:lnTo>
                  <a:pt x="267709" y="299568"/>
                </a:lnTo>
                <a:lnTo>
                  <a:pt x="237370" y="332852"/>
                </a:lnTo>
                <a:lnTo>
                  <a:pt x="208587" y="367526"/>
                </a:lnTo>
                <a:lnTo>
                  <a:pt x="181415" y="403533"/>
                </a:lnTo>
                <a:lnTo>
                  <a:pt x="155909" y="440818"/>
                </a:lnTo>
                <a:lnTo>
                  <a:pt x="132125" y="479326"/>
                </a:lnTo>
                <a:lnTo>
                  <a:pt x="110118" y="519001"/>
                </a:lnTo>
                <a:lnTo>
                  <a:pt x="89944" y="559787"/>
                </a:lnTo>
                <a:lnTo>
                  <a:pt x="71658" y="601630"/>
                </a:lnTo>
                <a:lnTo>
                  <a:pt x="55316" y="644474"/>
                </a:lnTo>
                <a:lnTo>
                  <a:pt x="40973" y="688262"/>
                </a:lnTo>
                <a:lnTo>
                  <a:pt x="28684" y="732941"/>
                </a:lnTo>
                <a:lnTo>
                  <a:pt x="18506" y="778454"/>
                </a:lnTo>
                <a:lnTo>
                  <a:pt x="10492" y="824746"/>
                </a:lnTo>
                <a:lnTo>
                  <a:pt x="4700" y="871761"/>
                </a:lnTo>
                <a:lnTo>
                  <a:pt x="1184" y="919444"/>
                </a:lnTo>
                <a:lnTo>
                  <a:pt x="0" y="967739"/>
                </a:lnTo>
                <a:lnTo>
                  <a:pt x="0" y="4838700"/>
                </a:lnTo>
                <a:lnTo>
                  <a:pt x="1184" y="4886998"/>
                </a:lnTo>
                <a:lnTo>
                  <a:pt x="4700" y="4934684"/>
                </a:lnTo>
                <a:lnTo>
                  <a:pt x="10492" y="4981702"/>
                </a:lnTo>
                <a:lnTo>
                  <a:pt x="18506" y="5027996"/>
                </a:lnTo>
                <a:lnTo>
                  <a:pt x="28684" y="5073510"/>
                </a:lnTo>
                <a:lnTo>
                  <a:pt x="40973" y="5118191"/>
                </a:lnTo>
                <a:lnTo>
                  <a:pt x="55316" y="5161980"/>
                </a:lnTo>
                <a:lnTo>
                  <a:pt x="71658" y="5204825"/>
                </a:lnTo>
                <a:lnTo>
                  <a:pt x="89944" y="5246668"/>
                </a:lnTo>
                <a:lnTo>
                  <a:pt x="110118" y="5287455"/>
                </a:lnTo>
                <a:lnTo>
                  <a:pt x="132125" y="5327130"/>
                </a:lnTo>
                <a:lnTo>
                  <a:pt x="155909" y="5365638"/>
                </a:lnTo>
                <a:lnTo>
                  <a:pt x="181415" y="5402923"/>
                </a:lnTo>
                <a:lnTo>
                  <a:pt x="208587" y="5438929"/>
                </a:lnTo>
                <a:lnTo>
                  <a:pt x="237370" y="5473602"/>
                </a:lnTo>
                <a:lnTo>
                  <a:pt x="267709" y="5506886"/>
                </a:lnTo>
                <a:lnTo>
                  <a:pt x="299548" y="5538725"/>
                </a:lnTo>
                <a:lnTo>
                  <a:pt x="332831" y="5569064"/>
                </a:lnTo>
                <a:lnTo>
                  <a:pt x="367504" y="5597848"/>
                </a:lnTo>
                <a:lnTo>
                  <a:pt x="403511" y="5625021"/>
                </a:lnTo>
                <a:lnTo>
                  <a:pt x="440795" y="5650527"/>
                </a:lnTo>
                <a:lnTo>
                  <a:pt x="479303" y="5674312"/>
                </a:lnTo>
                <a:lnTo>
                  <a:pt x="518978" y="5696319"/>
                </a:lnTo>
                <a:lnTo>
                  <a:pt x="559765" y="5716493"/>
                </a:lnTo>
                <a:lnTo>
                  <a:pt x="601609" y="5734779"/>
                </a:lnTo>
                <a:lnTo>
                  <a:pt x="644454" y="5751122"/>
                </a:lnTo>
                <a:lnTo>
                  <a:pt x="688244" y="5765465"/>
                </a:lnTo>
                <a:lnTo>
                  <a:pt x="732924" y="5777754"/>
                </a:lnTo>
                <a:lnTo>
                  <a:pt x="778440" y="5787933"/>
                </a:lnTo>
                <a:lnTo>
                  <a:pt x="824734" y="5795946"/>
                </a:lnTo>
                <a:lnTo>
                  <a:pt x="871753" y="5801739"/>
                </a:lnTo>
                <a:lnTo>
                  <a:pt x="919440" y="5805255"/>
                </a:lnTo>
                <a:lnTo>
                  <a:pt x="967739" y="5806440"/>
                </a:lnTo>
                <a:lnTo>
                  <a:pt x="6647180" y="5806440"/>
                </a:lnTo>
                <a:lnTo>
                  <a:pt x="6695475" y="5805255"/>
                </a:lnTo>
                <a:lnTo>
                  <a:pt x="6743158" y="5801739"/>
                </a:lnTo>
                <a:lnTo>
                  <a:pt x="6790173" y="5795946"/>
                </a:lnTo>
                <a:lnTo>
                  <a:pt x="6836465" y="5787933"/>
                </a:lnTo>
                <a:lnTo>
                  <a:pt x="6881978" y="5777754"/>
                </a:lnTo>
                <a:lnTo>
                  <a:pt x="6926657" y="5765465"/>
                </a:lnTo>
                <a:lnTo>
                  <a:pt x="6970445" y="5751122"/>
                </a:lnTo>
                <a:lnTo>
                  <a:pt x="7013289" y="5734779"/>
                </a:lnTo>
                <a:lnTo>
                  <a:pt x="7055132" y="5716493"/>
                </a:lnTo>
                <a:lnTo>
                  <a:pt x="7095918" y="5696319"/>
                </a:lnTo>
                <a:lnTo>
                  <a:pt x="7135593" y="5674312"/>
                </a:lnTo>
                <a:lnTo>
                  <a:pt x="7174101" y="5650527"/>
                </a:lnTo>
                <a:lnTo>
                  <a:pt x="7211386" y="5625021"/>
                </a:lnTo>
                <a:lnTo>
                  <a:pt x="7247393" y="5597848"/>
                </a:lnTo>
                <a:lnTo>
                  <a:pt x="7282067" y="5569064"/>
                </a:lnTo>
                <a:lnTo>
                  <a:pt x="7315351" y="5538725"/>
                </a:lnTo>
                <a:lnTo>
                  <a:pt x="7347191" y="5506886"/>
                </a:lnTo>
                <a:lnTo>
                  <a:pt x="7377532" y="5473602"/>
                </a:lnTo>
                <a:lnTo>
                  <a:pt x="7406316" y="5438929"/>
                </a:lnTo>
                <a:lnTo>
                  <a:pt x="7433490" y="5402923"/>
                </a:lnTo>
                <a:lnTo>
                  <a:pt x="7458997" y="5365638"/>
                </a:lnTo>
                <a:lnTo>
                  <a:pt x="7482783" y="5327130"/>
                </a:lnTo>
                <a:lnTo>
                  <a:pt x="7504791" y="5287455"/>
                </a:lnTo>
                <a:lnTo>
                  <a:pt x="7524967" y="5246668"/>
                </a:lnTo>
                <a:lnTo>
                  <a:pt x="7543254" y="5204825"/>
                </a:lnTo>
                <a:lnTo>
                  <a:pt x="7559598" y="5161980"/>
                </a:lnTo>
                <a:lnTo>
                  <a:pt x="7573942" y="5118191"/>
                </a:lnTo>
                <a:lnTo>
                  <a:pt x="7586232" y="5073510"/>
                </a:lnTo>
                <a:lnTo>
                  <a:pt x="7596411" y="5027996"/>
                </a:lnTo>
                <a:lnTo>
                  <a:pt x="7604426" y="4981702"/>
                </a:lnTo>
                <a:lnTo>
                  <a:pt x="7610219" y="4934684"/>
                </a:lnTo>
                <a:lnTo>
                  <a:pt x="7613735" y="4886998"/>
                </a:lnTo>
                <a:lnTo>
                  <a:pt x="7614920" y="4838700"/>
                </a:lnTo>
                <a:lnTo>
                  <a:pt x="7614920" y="967739"/>
                </a:lnTo>
                <a:lnTo>
                  <a:pt x="7613735" y="919444"/>
                </a:lnTo>
                <a:lnTo>
                  <a:pt x="7610219" y="871761"/>
                </a:lnTo>
                <a:lnTo>
                  <a:pt x="7604426" y="824746"/>
                </a:lnTo>
                <a:lnTo>
                  <a:pt x="7596411" y="778454"/>
                </a:lnTo>
                <a:lnTo>
                  <a:pt x="7586232" y="732941"/>
                </a:lnTo>
                <a:lnTo>
                  <a:pt x="7573942" y="688262"/>
                </a:lnTo>
                <a:lnTo>
                  <a:pt x="7559598" y="644474"/>
                </a:lnTo>
                <a:lnTo>
                  <a:pt x="7543254" y="601630"/>
                </a:lnTo>
                <a:lnTo>
                  <a:pt x="7524967" y="559787"/>
                </a:lnTo>
                <a:lnTo>
                  <a:pt x="7504791" y="519001"/>
                </a:lnTo>
                <a:lnTo>
                  <a:pt x="7482783" y="479326"/>
                </a:lnTo>
                <a:lnTo>
                  <a:pt x="7458997" y="440818"/>
                </a:lnTo>
                <a:lnTo>
                  <a:pt x="7433490" y="403533"/>
                </a:lnTo>
                <a:lnTo>
                  <a:pt x="7406316" y="367526"/>
                </a:lnTo>
                <a:lnTo>
                  <a:pt x="7377532" y="332852"/>
                </a:lnTo>
                <a:lnTo>
                  <a:pt x="7347191" y="299568"/>
                </a:lnTo>
                <a:lnTo>
                  <a:pt x="7315351" y="267728"/>
                </a:lnTo>
                <a:lnTo>
                  <a:pt x="7282067" y="237387"/>
                </a:lnTo>
                <a:lnTo>
                  <a:pt x="7247393" y="208603"/>
                </a:lnTo>
                <a:lnTo>
                  <a:pt x="7211386" y="181429"/>
                </a:lnTo>
                <a:lnTo>
                  <a:pt x="7174101" y="155922"/>
                </a:lnTo>
                <a:lnTo>
                  <a:pt x="7135593" y="132136"/>
                </a:lnTo>
                <a:lnTo>
                  <a:pt x="7095918" y="110128"/>
                </a:lnTo>
                <a:lnTo>
                  <a:pt x="7055132" y="89952"/>
                </a:lnTo>
                <a:lnTo>
                  <a:pt x="7013289" y="71665"/>
                </a:lnTo>
                <a:lnTo>
                  <a:pt x="6970445" y="55321"/>
                </a:lnTo>
                <a:lnTo>
                  <a:pt x="6926657" y="40977"/>
                </a:lnTo>
                <a:lnTo>
                  <a:pt x="6881978" y="28687"/>
                </a:lnTo>
                <a:lnTo>
                  <a:pt x="6836465" y="18508"/>
                </a:lnTo>
                <a:lnTo>
                  <a:pt x="6790173" y="10493"/>
                </a:lnTo>
                <a:lnTo>
                  <a:pt x="6743158" y="4700"/>
                </a:lnTo>
                <a:lnTo>
                  <a:pt x="6695475" y="1184"/>
                </a:lnTo>
                <a:lnTo>
                  <a:pt x="66471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773430" y="527050"/>
            <a:ext cx="7614920" cy="5806440"/>
          </a:xfrm>
          <a:custGeom>
            <a:avLst/>
            <a:gdLst/>
            <a:ahLst/>
            <a:cxnLst/>
            <a:rect l="l" t="t" r="r" b="b"/>
            <a:pathLst>
              <a:path w="7614920" h="5806440">
                <a:moveTo>
                  <a:pt x="0" y="967739"/>
                </a:moveTo>
                <a:lnTo>
                  <a:pt x="1184" y="919444"/>
                </a:lnTo>
                <a:lnTo>
                  <a:pt x="4700" y="871761"/>
                </a:lnTo>
                <a:lnTo>
                  <a:pt x="10492" y="824746"/>
                </a:lnTo>
                <a:lnTo>
                  <a:pt x="18506" y="778454"/>
                </a:lnTo>
                <a:lnTo>
                  <a:pt x="28684" y="732941"/>
                </a:lnTo>
                <a:lnTo>
                  <a:pt x="40973" y="688262"/>
                </a:lnTo>
                <a:lnTo>
                  <a:pt x="55316" y="644474"/>
                </a:lnTo>
                <a:lnTo>
                  <a:pt x="71658" y="601630"/>
                </a:lnTo>
                <a:lnTo>
                  <a:pt x="89944" y="559787"/>
                </a:lnTo>
                <a:lnTo>
                  <a:pt x="110118" y="519001"/>
                </a:lnTo>
                <a:lnTo>
                  <a:pt x="132125" y="479326"/>
                </a:lnTo>
                <a:lnTo>
                  <a:pt x="155909" y="440818"/>
                </a:lnTo>
                <a:lnTo>
                  <a:pt x="181415" y="403533"/>
                </a:lnTo>
                <a:lnTo>
                  <a:pt x="208587" y="367526"/>
                </a:lnTo>
                <a:lnTo>
                  <a:pt x="237370" y="332852"/>
                </a:lnTo>
                <a:lnTo>
                  <a:pt x="267709" y="299568"/>
                </a:lnTo>
                <a:lnTo>
                  <a:pt x="299548" y="267728"/>
                </a:lnTo>
                <a:lnTo>
                  <a:pt x="332831" y="237387"/>
                </a:lnTo>
                <a:lnTo>
                  <a:pt x="367504" y="208603"/>
                </a:lnTo>
                <a:lnTo>
                  <a:pt x="403511" y="181429"/>
                </a:lnTo>
                <a:lnTo>
                  <a:pt x="440795" y="155922"/>
                </a:lnTo>
                <a:lnTo>
                  <a:pt x="479303" y="132136"/>
                </a:lnTo>
                <a:lnTo>
                  <a:pt x="518978" y="110128"/>
                </a:lnTo>
                <a:lnTo>
                  <a:pt x="559765" y="89952"/>
                </a:lnTo>
                <a:lnTo>
                  <a:pt x="601609" y="71665"/>
                </a:lnTo>
                <a:lnTo>
                  <a:pt x="644454" y="55321"/>
                </a:lnTo>
                <a:lnTo>
                  <a:pt x="688244" y="40977"/>
                </a:lnTo>
                <a:lnTo>
                  <a:pt x="732924" y="28687"/>
                </a:lnTo>
                <a:lnTo>
                  <a:pt x="778440" y="18508"/>
                </a:lnTo>
                <a:lnTo>
                  <a:pt x="824734" y="10493"/>
                </a:lnTo>
                <a:lnTo>
                  <a:pt x="871753" y="4700"/>
                </a:lnTo>
                <a:lnTo>
                  <a:pt x="919440" y="1184"/>
                </a:lnTo>
                <a:lnTo>
                  <a:pt x="967739" y="0"/>
                </a:lnTo>
                <a:lnTo>
                  <a:pt x="6647180" y="0"/>
                </a:lnTo>
                <a:lnTo>
                  <a:pt x="6695475" y="1184"/>
                </a:lnTo>
                <a:lnTo>
                  <a:pt x="6743158" y="4700"/>
                </a:lnTo>
                <a:lnTo>
                  <a:pt x="6790173" y="10493"/>
                </a:lnTo>
                <a:lnTo>
                  <a:pt x="6836465" y="18508"/>
                </a:lnTo>
                <a:lnTo>
                  <a:pt x="6881978" y="28687"/>
                </a:lnTo>
                <a:lnTo>
                  <a:pt x="6926657" y="40977"/>
                </a:lnTo>
                <a:lnTo>
                  <a:pt x="6970445" y="55321"/>
                </a:lnTo>
                <a:lnTo>
                  <a:pt x="7013289" y="71665"/>
                </a:lnTo>
                <a:lnTo>
                  <a:pt x="7055132" y="89952"/>
                </a:lnTo>
                <a:lnTo>
                  <a:pt x="7095918" y="110128"/>
                </a:lnTo>
                <a:lnTo>
                  <a:pt x="7135593" y="132136"/>
                </a:lnTo>
                <a:lnTo>
                  <a:pt x="7174101" y="155922"/>
                </a:lnTo>
                <a:lnTo>
                  <a:pt x="7211386" y="181429"/>
                </a:lnTo>
                <a:lnTo>
                  <a:pt x="7247393" y="208603"/>
                </a:lnTo>
                <a:lnTo>
                  <a:pt x="7282067" y="237387"/>
                </a:lnTo>
                <a:lnTo>
                  <a:pt x="7315351" y="267728"/>
                </a:lnTo>
                <a:lnTo>
                  <a:pt x="7347191" y="299568"/>
                </a:lnTo>
                <a:lnTo>
                  <a:pt x="7377532" y="332852"/>
                </a:lnTo>
                <a:lnTo>
                  <a:pt x="7406316" y="367526"/>
                </a:lnTo>
                <a:lnTo>
                  <a:pt x="7433490" y="403533"/>
                </a:lnTo>
                <a:lnTo>
                  <a:pt x="7458997" y="440818"/>
                </a:lnTo>
                <a:lnTo>
                  <a:pt x="7482783" y="479326"/>
                </a:lnTo>
                <a:lnTo>
                  <a:pt x="7504791" y="519001"/>
                </a:lnTo>
                <a:lnTo>
                  <a:pt x="7524967" y="559787"/>
                </a:lnTo>
                <a:lnTo>
                  <a:pt x="7543254" y="601630"/>
                </a:lnTo>
                <a:lnTo>
                  <a:pt x="7559598" y="644474"/>
                </a:lnTo>
                <a:lnTo>
                  <a:pt x="7573942" y="688262"/>
                </a:lnTo>
                <a:lnTo>
                  <a:pt x="7586232" y="732941"/>
                </a:lnTo>
                <a:lnTo>
                  <a:pt x="7596411" y="778454"/>
                </a:lnTo>
                <a:lnTo>
                  <a:pt x="7604426" y="824746"/>
                </a:lnTo>
                <a:lnTo>
                  <a:pt x="7610219" y="871761"/>
                </a:lnTo>
                <a:lnTo>
                  <a:pt x="7613735" y="919444"/>
                </a:lnTo>
                <a:lnTo>
                  <a:pt x="7614920" y="967739"/>
                </a:lnTo>
                <a:lnTo>
                  <a:pt x="7614920" y="4838700"/>
                </a:lnTo>
                <a:lnTo>
                  <a:pt x="7613735" y="4886998"/>
                </a:lnTo>
                <a:lnTo>
                  <a:pt x="7610219" y="4934684"/>
                </a:lnTo>
                <a:lnTo>
                  <a:pt x="7604426" y="4981702"/>
                </a:lnTo>
                <a:lnTo>
                  <a:pt x="7596411" y="5027996"/>
                </a:lnTo>
                <a:lnTo>
                  <a:pt x="7586232" y="5073510"/>
                </a:lnTo>
                <a:lnTo>
                  <a:pt x="7573942" y="5118191"/>
                </a:lnTo>
                <a:lnTo>
                  <a:pt x="7559598" y="5161980"/>
                </a:lnTo>
                <a:lnTo>
                  <a:pt x="7543254" y="5204825"/>
                </a:lnTo>
                <a:lnTo>
                  <a:pt x="7524967" y="5246668"/>
                </a:lnTo>
                <a:lnTo>
                  <a:pt x="7504791" y="5287455"/>
                </a:lnTo>
                <a:lnTo>
                  <a:pt x="7482783" y="5327130"/>
                </a:lnTo>
                <a:lnTo>
                  <a:pt x="7458997" y="5365638"/>
                </a:lnTo>
                <a:lnTo>
                  <a:pt x="7433490" y="5402923"/>
                </a:lnTo>
                <a:lnTo>
                  <a:pt x="7406316" y="5438929"/>
                </a:lnTo>
                <a:lnTo>
                  <a:pt x="7377532" y="5473602"/>
                </a:lnTo>
                <a:lnTo>
                  <a:pt x="7347191" y="5506886"/>
                </a:lnTo>
                <a:lnTo>
                  <a:pt x="7315351" y="5538725"/>
                </a:lnTo>
                <a:lnTo>
                  <a:pt x="7282067" y="5569064"/>
                </a:lnTo>
                <a:lnTo>
                  <a:pt x="7247393" y="5597848"/>
                </a:lnTo>
                <a:lnTo>
                  <a:pt x="7211386" y="5625021"/>
                </a:lnTo>
                <a:lnTo>
                  <a:pt x="7174101" y="5650527"/>
                </a:lnTo>
                <a:lnTo>
                  <a:pt x="7135593" y="5674312"/>
                </a:lnTo>
                <a:lnTo>
                  <a:pt x="7095918" y="5696319"/>
                </a:lnTo>
                <a:lnTo>
                  <a:pt x="7055132" y="5716493"/>
                </a:lnTo>
                <a:lnTo>
                  <a:pt x="7013289" y="5734779"/>
                </a:lnTo>
                <a:lnTo>
                  <a:pt x="6970445" y="5751122"/>
                </a:lnTo>
                <a:lnTo>
                  <a:pt x="6926657" y="5765465"/>
                </a:lnTo>
                <a:lnTo>
                  <a:pt x="6881978" y="5777754"/>
                </a:lnTo>
                <a:lnTo>
                  <a:pt x="6836465" y="5787933"/>
                </a:lnTo>
                <a:lnTo>
                  <a:pt x="6790173" y="5795946"/>
                </a:lnTo>
                <a:lnTo>
                  <a:pt x="6743158" y="5801739"/>
                </a:lnTo>
                <a:lnTo>
                  <a:pt x="6695475" y="5805255"/>
                </a:lnTo>
                <a:lnTo>
                  <a:pt x="6647180" y="5806440"/>
                </a:lnTo>
                <a:lnTo>
                  <a:pt x="967739" y="5806440"/>
                </a:lnTo>
                <a:lnTo>
                  <a:pt x="919440" y="5805255"/>
                </a:lnTo>
                <a:lnTo>
                  <a:pt x="871753" y="5801739"/>
                </a:lnTo>
                <a:lnTo>
                  <a:pt x="824734" y="5795946"/>
                </a:lnTo>
                <a:lnTo>
                  <a:pt x="778440" y="5787933"/>
                </a:lnTo>
                <a:lnTo>
                  <a:pt x="732924" y="5777754"/>
                </a:lnTo>
                <a:lnTo>
                  <a:pt x="688244" y="5765465"/>
                </a:lnTo>
                <a:lnTo>
                  <a:pt x="644454" y="5751122"/>
                </a:lnTo>
                <a:lnTo>
                  <a:pt x="601609" y="5734779"/>
                </a:lnTo>
                <a:lnTo>
                  <a:pt x="559765" y="5716493"/>
                </a:lnTo>
                <a:lnTo>
                  <a:pt x="518978" y="5696319"/>
                </a:lnTo>
                <a:lnTo>
                  <a:pt x="479303" y="5674312"/>
                </a:lnTo>
                <a:lnTo>
                  <a:pt x="440795" y="5650527"/>
                </a:lnTo>
                <a:lnTo>
                  <a:pt x="403511" y="5625021"/>
                </a:lnTo>
                <a:lnTo>
                  <a:pt x="367504" y="5597848"/>
                </a:lnTo>
                <a:lnTo>
                  <a:pt x="332831" y="5569064"/>
                </a:lnTo>
                <a:lnTo>
                  <a:pt x="299548" y="5538725"/>
                </a:lnTo>
                <a:lnTo>
                  <a:pt x="267709" y="5506886"/>
                </a:lnTo>
                <a:lnTo>
                  <a:pt x="237370" y="5473602"/>
                </a:lnTo>
                <a:lnTo>
                  <a:pt x="208587" y="5438929"/>
                </a:lnTo>
                <a:lnTo>
                  <a:pt x="181415" y="5402923"/>
                </a:lnTo>
                <a:lnTo>
                  <a:pt x="155909" y="5365638"/>
                </a:lnTo>
                <a:lnTo>
                  <a:pt x="132125" y="5327130"/>
                </a:lnTo>
                <a:lnTo>
                  <a:pt x="110118" y="5287455"/>
                </a:lnTo>
                <a:lnTo>
                  <a:pt x="89944" y="5246668"/>
                </a:lnTo>
                <a:lnTo>
                  <a:pt x="71658" y="5204825"/>
                </a:lnTo>
                <a:lnTo>
                  <a:pt x="55316" y="5161980"/>
                </a:lnTo>
                <a:lnTo>
                  <a:pt x="40973" y="5118191"/>
                </a:lnTo>
                <a:lnTo>
                  <a:pt x="28684" y="5073510"/>
                </a:lnTo>
                <a:lnTo>
                  <a:pt x="18506" y="5027996"/>
                </a:lnTo>
                <a:lnTo>
                  <a:pt x="10492" y="4981702"/>
                </a:lnTo>
                <a:lnTo>
                  <a:pt x="4700" y="4934684"/>
                </a:lnTo>
                <a:lnTo>
                  <a:pt x="1184" y="4886998"/>
                </a:lnTo>
                <a:lnTo>
                  <a:pt x="0" y="4838700"/>
                </a:lnTo>
                <a:lnTo>
                  <a:pt x="0" y="967739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079500" y="774700"/>
            <a:ext cx="1780539" cy="1780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3251200" y="1686560"/>
            <a:ext cx="4470654" cy="11381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3764026" y="935672"/>
            <a:ext cx="3683000" cy="8385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00" b="0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135"/>
              </a:lnSpc>
            </a:pPr>
            <a:r>
              <a:rPr spc="-605" dirty="0"/>
              <a:t>Creaciones</a:t>
            </a:r>
            <a:r>
              <a:rPr spc="-525" dirty="0"/>
              <a:t> </a:t>
            </a:r>
            <a:r>
              <a:rPr spc="-345" dirty="0"/>
              <a:t>Lili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8/23/2019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135"/>
              </a:lnSpc>
            </a:pPr>
            <a:r>
              <a:rPr spc="-605" dirty="0"/>
              <a:t>Creaciones</a:t>
            </a:r>
            <a:r>
              <a:rPr spc="-525" dirty="0"/>
              <a:t> </a:t>
            </a:r>
            <a:r>
              <a:rPr spc="-345" dirty="0"/>
              <a:t>Lili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8/23/2019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94535" y="3023171"/>
            <a:ext cx="5154929" cy="1031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00" b="0" i="0">
                <a:solidFill>
                  <a:srgbClr val="00AF5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32254" y="5877292"/>
            <a:ext cx="1386204" cy="425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3135"/>
              </a:lnSpc>
            </a:pPr>
            <a:r>
              <a:rPr spc="-605" dirty="0"/>
              <a:t>Creaciones</a:t>
            </a:r>
            <a:r>
              <a:rPr spc="-525" dirty="0"/>
              <a:t> </a:t>
            </a:r>
            <a:r>
              <a:rPr spc="-345" dirty="0"/>
              <a:t>Lili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8/23/2019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877951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877951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29730" y="543559"/>
            <a:ext cx="7944229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828484" y="1323121"/>
            <a:ext cx="746760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1" dirty="0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Juego de sombras</a:t>
            </a:r>
          </a:p>
          <a:p>
            <a:pPr algn="ctr"/>
            <a:r>
              <a:rPr lang="es-ES" sz="6600" b="1" dirty="0" smtClean="0">
                <a:ln w="0"/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de animales</a:t>
            </a:r>
            <a:endParaRPr lang="es-ES" sz="6600" b="1" dirty="0">
              <a:ln w="0"/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8438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7100" y="1788160"/>
            <a:ext cx="3210560" cy="3192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87340" y="1788160"/>
            <a:ext cx="3210560" cy="31927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75350" y="3402329"/>
            <a:ext cx="1178560" cy="1183640"/>
          </a:xfrm>
          <a:custGeom>
            <a:avLst/>
            <a:gdLst/>
            <a:ahLst/>
            <a:cxnLst/>
            <a:rect l="l" t="t" r="r" b="b"/>
            <a:pathLst>
              <a:path w="1178559" h="1183639">
                <a:moveTo>
                  <a:pt x="589279" y="0"/>
                </a:moveTo>
                <a:lnTo>
                  <a:pt x="540943" y="1961"/>
                </a:lnTo>
                <a:lnTo>
                  <a:pt x="493683" y="7744"/>
                </a:lnTo>
                <a:lnTo>
                  <a:pt x="447652" y="17197"/>
                </a:lnTo>
                <a:lnTo>
                  <a:pt x="403002" y="30167"/>
                </a:lnTo>
                <a:lnTo>
                  <a:pt x="359884" y="46501"/>
                </a:lnTo>
                <a:lnTo>
                  <a:pt x="318449" y="66049"/>
                </a:lnTo>
                <a:lnTo>
                  <a:pt x="278849" y="88657"/>
                </a:lnTo>
                <a:lnTo>
                  <a:pt x="241237" y="114174"/>
                </a:lnTo>
                <a:lnTo>
                  <a:pt x="205762" y="142446"/>
                </a:lnTo>
                <a:lnTo>
                  <a:pt x="172577" y="173323"/>
                </a:lnTo>
                <a:lnTo>
                  <a:pt x="141833" y="206651"/>
                </a:lnTo>
                <a:lnTo>
                  <a:pt x="113682" y="242279"/>
                </a:lnTo>
                <a:lnTo>
                  <a:pt x="88275" y="280054"/>
                </a:lnTo>
                <a:lnTo>
                  <a:pt x="65764" y="319824"/>
                </a:lnTo>
                <a:lnTo>
                  <a:pt x="46301" y="361438"/>
                </a:lnTo>
                <a:lnTo>
                  <a:pt x="30037" y="404741"/>
                </a:lnTo>
                <a:lnTo>
                  <a:pt x="17123" y="449584"/>
                </a:lnTo>
                <a:lnTo>
                  <a:pt x="7711" y="495812"/>
                </a:lnTo>
                <a:lnTo>
                  <a:pt x="1953" y="543275"/>
                </a:lnTo>
                <a:lnTo>
                  <a:pt x="0" y="591820"/>
                </a:lnTo>
                <a:lnTo>
                  <a:pt x="1953" y="640364"/>
                </a:lnTo>
                <a:lnTo>
                  <a:pt x="7711" y="687827"/>
                </a:lnTo>
                <a:lnTo>
                  <a:pt x="17123" y="734055"/>
                </a:lnTo>
                <a:lnTo>
                  <a:pt x="30037" y="778898"/>
                </a:lnTo>
                <a:lnTo>
                  <a:pt x="46301" y="822201"/>
                </a:lnTo>
                <a:lnTo>
                  <a:pt x="65764" y="863815"/>
                </a:lnTo>
                <a:lnTo>
                  <a:pt x="88275" y="903585"/>
                </a:lnTo>
                <a:lnTo>
                  <a:pt x="113682" y="941360"/>
                </a:lnTo>
                <a:lnTo>
                  <a:pt x="141833" y="976988"/>
                </a:lnTo>
                <a:lnTo>
                  <a:pt x="172577" y="1010316"/>
                </a:lnTo>
                <a:lnTo>
                  <a:pt x="205762" y="1041193"/>
                </a:lnTo>
                <a:lnTo>
                  <a:pt x="241237" y="1069465"/>
                </a:lnTo>
                <a:lnTo>
                  <a:pt x="278849" y="1094982"/>
                </a:lnTo>
                <a:lnTo>
                  <a:pt x="318449" y="1117590"/>
                </a:lnTo>
                <a:lnTo>
                  <a:pt x="359884" y="1137138"/>
                </a:lnTo>
                <a:lnTo>
                  <a:pt x="403002" y="1153472"/>
                </a:lnTo>
                <a:lnTo>
                  <a:pt x="447652" y="1166442"/>
                </a:lnTo>
                <a:lnTo>
                  <a:pt x="493683" y="1175895"/>
                </a:lnTo>
                <a:lnTo>
                  <a:pt x="540943" y="1181678"/>
                </a:lnTo>
                <a:lnTo>
                  <a:pt x="589279" y="1183640"/>
                </a:lnTo>
                <a:lnTo>
                  <a:pt x="637616" y="1181678"/>
                </a:lnTo>
                <a:lnTo>
                  <a:pt x="684876" y="1175895"/>
                </a:lnTo>
                <a:lnTo>
                  <a:pt x="730907" y="1166442"/>
                </a:lnTo>
                <a:lnTo>
                  <a:pt x="775557" y="1153472"/>
                </a:lnTo>
                <a:lnTo>
                  <a:pt x="818675" y="1137138"/>
                </a:lnTo>
                <a:lnTo>
                  <a:pt x="860110" y="1117590"/>
                </a:lnTo>
                <a:lnTo>
                  <a:pt x="899710" y="1094982"/>
                </a:lnTo>
                <a:lnTo>
                  <a:pt x="937322" y="1069465"/>
                </a:lnTo>
                <a:lnTo>
                  <a:pt x="972797" y="1041193"/>
                </a:lnTo>
                <a:lnTo>
                  <a:pt x="1005982" y="1010316"/>
                </a:lnTo>
                <a:lnTo>
                  <a:pt x="1036726" y="976988"/>
                </a:lnTo>
                <a:lnTo>
                  <a:pt x="1064877" y="941360"/>
                </a:lnTo>
                <a:lnTo>
                  <a:pt x="1090284" y="903585"/>
                </a:lnTo>
                <a:lnTo>
                  <a:pt x="1112795" y="863815"/>
                </a:lnTo>
                <a:lnTo>
                  <a:pt x="1132258" y="822201"/>
                </a:lnTo>
                <a:lnTo>
                  <a:pt x="1148522" y="778898"/>
                </a:lnTo>
                <a:lnTo>
                  <a:pt x="1161436" y="734055"/>
                </a:lnTo>
                <a:lnTo>
                  <a:pt x="1170848" y="687827"/>
                </a:lnTo>
                <a:lnTo>
                  <a:pt x="1176606" y="640364"/>
                </a:lnTo>
                <a:lnTo>
                  <a:pt x="1178559" y="591820"/>
                </a:lnTo>
                <a:lnTo>
                  <a:pt x="1176606" y="543275"/>
                </a:lnTo>
                <a:lnTo>
                  <a:pt x="1170848" y="495812"/>
                </a:lnTo>
                <a:lnTo>
                  <a:pt x="1161436" y="449584"/>
                </a:lnTo>
                <a:lnTo>
                  <a:pt x="1148522" y="404741"/>
                </a:lnTo>
                <a:lnTo>
                  <a:pt x="1132258" y="361438"/>
                </a:lnTo>
                <a:lnTo>
                  <a:pt x="1112795" y="319824"/>
                </a:lnTo>
                <a:lnTo>
                  <a:pt x="1090284" y="280054"/>
                </a:lnTo>
                <a:lnTo>
                  <a:pt x="1064877" y="242279"/>
                </a:lnTo>
                <a:lnTo>
                  <a:pt x="1036726" y="206651"/>
                </a:lnTo>
                <a:lnTo>
                  <a:pt x="1005982" y="173323"/>
                </a:lnTo>
                <a:lnTo>
                  <a:pt x="972797" y="142446"/>
                </a:lnTo>
                <a:lnTo>
                  <a:pt x="937322" y="114174"/>
                </a:lnTo>
                <a:lnTo>
                  <a:pt x="899710" y="88657"/>
                </a:lnTo>
                <a:lnTo>
                  <a:pt x="860110" y="66049"/>
                </a:lnTo>
                <a:lnTo>
                  <a:pt x="818675" y="46501"/>
                </a:lnTo>
                <a:lnTo>
                  <a:pt x="775557" y="30167"/>
                </a:lnTo>
                <a:lnTo>
                  <a:pt x="730907" y="17197"/>
                </a:lnTo>
                <a:lnTo>
                  <a:pt x="684876" y="7744"/>
                </a:lnTo>
                <a:lnTo>
                  <a:pt x="637616" y="1961"/>
                </a:lnTo>
                <a:lnTo>
                  <a:pt x="5892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75350" y="3402329"/>
            <a:ext cx="1178560" cy="1183640"/>
          </a:xfrm>
          <a:custGeom>
            <a:avLst/>
            <a:gdLst/>
            <a:ahLst/>
            <a:cxnLst/>
            <a:rect l="l" t="t" r="r" b="b"/>
            <a:pathLst>
              <a:path w="1178559" h="1183639">
                <a:moveTo>
                  <a:pt x="0" y="591820"/>
                </a:moveTo>
                <a:lnTo>
                  <a:pt x="1953" y="543275"/>
                </a:lnTo>
                <a:lnTo>
                  <a:pt x="7711" y="495812"/>
                </a:lnTo>
                <a:lnTo>
                  <a:pt x="17123" y="449584"/>
                </a:lnTo>
                <a:lnTo>
                  <a:pt x="30037" y="404741"/>
                </a:lnTo>
                <a:lnTo>
                  <a:pt x="46301" y="361438"/>
                </a:lnTo>
                <a:lnTo>
                  <a:pt x="65764" y="319824"/>
                </a:lnTo>
                <a:lnTo>
                  <a:pt x="88275" y="280054"/>
                </a:lnTo>
                <a:lnTo>
                  <a:pt x="113682" y="242279"/>
                </a:lnTo>
                <a:lnTo>
                  <a:pt x="141833" y="206651"/>
                </a:lnTo>
                <a:lnTo>
                  <a:pt x="172577" y="173323"/>
                </a:lnTo>
                <a:lnTo>
                  <a:pt x="205762" y="142446"/>
                </a:lnTo>
                <a:lnTo>
                  <a:pt x="241237" y="114174"/>
                </a:lnTo>
                <a:lnTo>
                  <a:pt x="278849" y="88657"/>
                </a:lnTo>
                <a:lnTo>
                  <a:pt x="318449" y="66049"/>
                </a:lnTo>
                <a:lnTo>
                  <a:pt x="359884" y="46501"/>
                </a:lnTo>
                <a:lnTo>
                  <a:pt x="403002" y="30167"/>
                </a:lnTo>
                <a:lnTo>
                  <a:pt x="447652" y="17197"/>
                </a:lnTo>
                <a:lnTo>
                  <a:pt x="493683" y="7744"/>
                </a:lnTo>
                <a:lnTo>
                  <a:pt x="540943" y="1961"/>
                </a:lnTo>
                <a:lnTo>
                  <a:pt x="589279" y="0"/>
                </a:lnTo>
                <a:lnTo>
                  <a:pt x="637616" y="1961"/>
                </a:lnTo>
                <a:lnTo>
                  <a:pt x="684876" y="7744"/>
                </a:lnTo>
                <a:lnTo>
                  <a:pt x="730907" y="17197"/>
                </a:lnTo>
                <a:lnTo>
                  <a:pt x="775557" y="30167"/>
                </a:lnTo>
                <a:lnTo>
                  <a:pt x="818675" y="46501"/>
                </a:lnTo>
                <a:lnTo>
                  <a:pt x="860110" y="66049"/>
                </a:lnTo>
                <a:lnTo>
                  <a:pt x="899710" y="88657"/>
                </a:lnTo>
                <a:lnTo>
                  <a:pt x="937322" y="114174"/>
                </a:lnTo>
                <a:lnTo>
                  <a:pt x="972797" y="142446"/>
                </a:lnTo>
                <a:lnTo>
                  <a:pt x="1005982" y="173323"/>
                </a:lnTo>
                <a:lnTo>
                  <a:pt x="1036726" y="206651"/>
                </a:lnTo>
                <a:lnTo>
                  <a:pt x="1064877" y="242279"/>
                </a:lnTo>
                <a:lnTo>
                  <a:pt x="1090284" y="280054"/>
                </a:lnTo>
                <a:lnTo>
                  <a:pt x="1112795" y="319824"/>
                </a:lnTo>
                <a:lnTo>
                  <a:pt x="1132258" y="361438"/>
                </a:lnTo>
                <a:lnTo>
                  <a:pt x="1148522" y="404741"/>
                </a:lnTo>
                <a:lnTo>
                  <a:pt x="1161436" y="449584"/>
                </a:lnTo>
                <a:lnTo>
                  <a:pt x="1170848" y="495812"/>
                </a:lnTo>
                <a:lnTo>
                  <a:pt x="1176606" y="543275"/>
                </a:lnTo>
                <a:lnTo>
                  <a:pt x="1178559" y="591820"/>
                </a:lnTo>
                <a:lnTo>
                  <a:pt x="1176606" y="640364"/>
                </a:lnTo>
                <a:lnTo>
                  <a:pt x="1170848" y="687827"/>
                </a:lnTo>
                <a:lnTo>
                  <a:pt x="1161436" y="734055"/>
                </a:lnTo>
                <a:lnTo>
                  <a:pt x="1148522" y="778898"/>
                </a:lnTo>
                <a:lnTo>
                  <a:pt x="1132258" y="822201"/>
                </a:lnTo>
                <a:lnTo>
                  <a:pt x="1112795" y="863815"/>
                </a:lnTo>
                <a:lnTo>
                  <a:pt x="1090284" y="903585"/>
                </a:lnTo>
                <a:lnTo>
                  <a:pt x="1064877" y="941360"/>
                </a:lnTo>
                <a:lnTo>
                  <a:pt x="1036726" y="976988"/>
                </a:lnTo>
                <a:lnTo>
                  <a:pt x="1005982" y="1010316"/>
                </a:lnTo>
                <a:lnTo>
                  <a:pt x="972797" y="1041193"/>
                </a:lnTo>
                <a:lnTo>
                  <a:pt x="937322" y="1069465"/>
                </a:lnTo>
                <a:lnTo>
                  <a:pt x="899710" y="1094982"/>
                </a:lnTo>
                <a:lnTo>
                  <a:pt x="860110" y="1117590"/>
                </a:lnTo>
                <a:lnTo>
                  <a:pt x="818675" y="1137138"/>
                </a:lnTo>
                <a:lnTo>
                  <a:pt x="775557" y="1153472"/>
                </a:lnTo>
                <a:lnTo>
                  <a:pt x="730907" y="1166442"/>
                </a:lnTo>
                <a:lnTo>
                  <a:pt x="684876" y="1175895"/>
                </a:lnTo>
                <a:lnTo>
                  <a:pt x="637616" y="1181678"/>
                </a:lnTo>
                <a:lnTo>
                  <a:pt x="589279" y="1183640"/>
                </a:lnTo>
                <a:lnTo>
                  <a:pt x="540943" y="1181678"/>
                </a:lnTo>
                <a:lnTo>
                  <a:pt x="493683" y="1175895"/>
                </a:lnTo>
                <a:lnTo>
                  <a:pt x="447652" y="1166442"/>
                </a:lnTo>
                <a:lnTo>
                  <a:pt x="403002" y="1153472"/>
                </a:lnTo>
                <a:lnTo>
                  <a:pt x="359884" y="1137138"/>
                </a:lnTo>
                <a:lnTo>
                  <a:pt x="318449" y="1117590"/>
                </a:lnTo>
                <a:lnTo>
                  <a:pt x="278849" y="1094982"/>
                </a:lnTo>
                <a:lnTo>
                  <a:pt x="241237" y="1069465"/>
                </a:lnTo>
                <a:lnTo>
                  <a:pt x="205762" y="1041193"/>
                </a:lnTo>
                <a:lnTo>
                  <a:pt x="172577" y="1010316"/>
                </a:lnTo>
                <a:lnTo>
                  <a:pt x="141833" y="976988"/>
                </a:lnTo>
                <a:lnTo>
                  <a:pt x="113682" y="941360"/>
                </a:lnTo>
                <a:lnTo>
                  <a:pt x="88275" y="903585"/>
                </a:lnTo>
                <a:lnTo>
                  <a:pt x="65764" y="863815"/>
                </a:lnTo>
                <a:lnTo>
                  <a:pt x="46301" y="822201"/>
                </a:lnTo>
                <a:lnTo>
                  <a:pt x="30037" y="778898"/>
                </a:lnTo>
                <a:lnTo>
                  <a:pt x="17123" y="734055"/>
                </a:lnTo>
                <a:lnTo>
                  <a:pt x="7711" y="687827"/>
                </a:lnTo>
                <a:lnTo>
                  <a:pt x="1953" y="640364"/>
                </a:lnTo>
                <a:lnTo>
                  <a:pt x="0" y="59182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93139" y="1658620"/>
            <a:ext cx="3075940" cy="3263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38140" y="1684019"/>
            <a:ext cx="3078479" cy="3261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06780" y="1907539"/>
            <a:ext cx="3154680" cy="2489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51779" y="1907539"/>
            <a:ext cx="3154679" cy="2489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9229" y="156210"/>
            <a:ext cx="4320540" cy="6511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89229" y="156210"/>
            <a:ext cx="4320540" cy="6548120"/>
          </a:xfrm>
          <a:custGeom>
            <a:avLst/>
            <a:gdLst/>
            <a:ahLst/>
            <a:cxnLst/>
            <a:rect l="l" t="t" r="r" b="b"/>
            <a:pathLst>
              <a:path w="4320540" h="6548120">
                <a:moveTo>
                  <a:pt x="0" y="6548120"/>
                </a:moveTo>
                <a:lnTo>
                  <a:pt x="4320540" y="6548120"/>
                </a:lnTo>
                <a:lnTo>
                  <a:pt x="4320540" y="0"/>
                </a:lnTo>
                <a:lnTo>
                  <a:pt x="0" y="0"/>
                </a:lnTo>
                <a:lnTo>
                  <a:pt x="0" y="654812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5609" y="511809"/>
            <a:ext cx="3830320" cy="5803900"/>
          </a:xfrm>
          <a:custGeom>
            <a:avLst/>
            <a:gdLst/>
            <a:ahLst/>
            <a:cxnLst/>
            <a:rect l="l" t="t" r="r" b="b"/>
            <a:pathLst>
              <a:path w="3830320" h="5803900">
                <a:moveTo>
                  <a:pt x="3191891" y="0"/>
                </a:moveTo>
                <a:lnTo>
                  <a:pt x="638403" y="0"/>
                </a:lnTo>
                <a:lnTo>
                  <a:pt x="590759" y="1751"/>
                </a:lnTo>
                <a:lnTo>
                  <a:pt x="544065" y="6923"/>
                </a:lnTo>
                <a:lnTo>
                  <a:pt x="498446" y="15391"/>
                </a:lnTo>
                <a:lnTo>
                  <a:pt x="454025" y="27033"/>
                </a:lnTo>
                <a:lnTo>
                  <a:pt x="410925" y="41725"/>
                </a:lnTo>
                <a:lnTo>
                  <a:pt x="369270" y="59344"/>
                </a:lnTo>
                <a:lnTo>
                  <a:pt x="329183" y="79765"/>
                </a:lnTo>
                <a:lnTo>
                  <a:pt x="290787" y="102865"/>
                </a:lnTo>
                <a:lnTo>
                  <a:pt x="254207" y="128521"/>
                </a:lnTo>
                <a:lnTo>
                  <a:pt x="219565" y="156610"/>
                </a:lnTo>
                <a:lnTo>
                  <a:pt x="186985" y="187007"/>
                </a:lnTo>
                <a:lnTo>
                  <a:pt x="156590" y="219589"/>
                </a:lnTo>
                <a:lnTo>
                  <a:pt x="128504" y="254234"/>
                </a:lnTo>
                <a:lnTo>
                  <a:pt x="102851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2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5496"/>
                </a:lnTo>
                <a:lnTo>
                  <a:pt x="1751" y="5213140"/>
                </a:lnTo>
                <a:lnTo>
                  <a:pt x="6922" y="5259834"/>
                </a:lnTo>
                <a:lnTo>
                  <a:pt x="15389" y="5305453"/>
                </a:lnTo>
                <a:lnTo>
                  <a:pt x="27029" y="5349874"/>
                </a:lnTo>
                <a:lnTo>
                  <a:pt x="41719" y="5392974"/>
                </a:lnTo>
                <a:lnTo>
                  <a:pt x="59335" y="5434629"/>
                </a:lnTo>
                <a:lnTo>
                  <a:pt x="79753" y="5474716"/>
                </a:lnTo>
                <a:lnTo>
                  <a:pt x="102851" y="5513112"/>
                </a:lnTo>
                <a:lnTo>
                  <a:pt x="128504" y="5549692"/>
                </a:lnTo>
                <a:lnTo>
                  <a:pt x="156590" y="5584334"/>
                </a:lnTo>
                <a:lnTo>
                  <a:pt x="186985" y="5616914"/>
                </a:lnTo>
                <a:lnTo>
                  <a:pt x="219565" y="5647309"/>
                </a:lnTo>
                <a:lnTo>
                  <a:pt x="254207" y="5675395"/>
                </a:lnTo>
                <a:lnTo>
                  <a:pt x="290787" y="5701048"/>
                </a:lnTo>
                <a:lnTo>
                  <a:pt x="329183" y="5724146"/>
                </a:lnTo>
                <a:lnTo>
                  <a:pt x="369270" y="5744564"/>
                </a:lnTo>
                <a:lnTo>
                  <a:pt x="410925" y="5762180"/>
                </a:lnTo>
                <a:lnTo>
                  <a:pt x="454025" y="5776870"/>
                </a:lnTo>
                <a:lnTo>
                  <a:pt x="498446" y="5788510"/>
                </a:lnTo>
                <a:lnTo>
                  <a:pt x="544065" y="5796977"/>
                </a:lnTo>
                <a:lnTo>
                  <a:pt x="590759" y="5802148"/>
                </a:lnTo>
                <a:lnTo>
                  <a:pt x="638403" y="5803900"/>
                </a:lnTo>
                <a:lnTo>
                  <a:pt x="3191891" y="5803900"/>
                </a:lnTo>
                <a:lnTo>
                  <a:pt x="3239532" y="5802148"/>
                </a:lnTo>
                <a:lnTo>
                  <a:pt x="3286223" y="5796977"/>
                </a:lnTo>
                <a:lnTo>
                  <a:pt x="3331841" y="5788510"/>
                </a:lnTo>
                <a:lnTo>
                  <a:pt x="3376262" y="5776870"/>
                </a:lnTo>
                <a:lnTo>
                  <a:pt x="3419362" y="5762180"/>
                </a:lnTo>
                <a:lnTo>
                  <a:pt x="3461018" y="5744564"/>
                </a:lnTo>
                <a:lnTo>
                  <a:pt x="3501106" y="5724146"/>
                </a:lnTo>
                <a:lnTo>
                  <a:pt x="3539503" y="5701048"/>
                </a:lnTo>
                <a:lnTo>
                  <a:pt x="3576085" y="5675395"/>
                </a:lnTo>
                <a:lnTo>
                  <a:pt x="3610730" y="5647309"/>
                </a:lnTo>
                <a:lnTo>
                  <a:pt x="3643312" y="5616914"/>
                </a:lnTo>
                <a:lnTo>
                  <a:pt x="3673709" y="5584334"/>
                </a:lnTo>
                <a:lnTo>
                  <a:pt x="3701798" y="5549692"/>
                </a:lnTo>
                <a:lnTo>
                  <a:pt x="3727454" y="5513112"/>
                </a:lnTo>
                <a:lnTo>
                  <a:pt x="3750554" y="5474716"/>
                </a:lnTo>
                <a:lnTo>
                  <a:pt x="3770975" y="5434629"/>
                </a:lnTo>
                <a:lnTo>
                  <a:pt x="3788594" y="5392974"/>
                </a:lnTo>
                <a:lnTo>
                  <a:pt x="3803286" y="5349874"/>
                </a:lnTo>
                <a:lnTo>
                  <a:pt x="3814928" y="5305453"/>
                </a:lnTo>
                <a:lnTo>
                  <a:pt x="3823396" y="5259834"/>
                </a:lnTo>
                <a:lnTo>
                  <a:pt x="3828568" y="5213140"/>
                </a:lnTo>
                <a:lnTo>
                  <a:pt x="3830319" y="516549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5609" y="511809"/>
            <a:ext cx="3830320" cy="5803900"/>
          </a:xfrm>
          <a:custGeom>
            <a:avLst/>
            <a:gdLst/>
            <a:ahLst/>
            <a:cxnLst/>
            <a:rect l="l" t="t" r="r" b="b"/>
            <a:pathLst>
              <a:path w="3830320" h="5803900">
                <a:moveTo>
                  <a:pt x="0" y="638428"/>
                </a:moveTo>
                <a:lnTo>
                  <a:pt x="1751" y="590787"/>
                </a:lnTo>
                <a:lnTo>
                  <a:pt x="6922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1" y="290816"/>
                </a:lnTo>
                <a:lnTo>
                  <a:pt x="128504" y="254234"/>
                </a:lnTo>
                <a:lnTo>
                  <a:pt x="156590" y="219589"/>
                </a:lnTo>
                <a:lnTo>
                  <a:pt x="186985" y="187007"/>
                </a:lnTo>
                <a:lnTo>
                  <a:pt x="219565" y="156610"/>
                </a:lnTo>
                <a:lnTo>
                  <a:pt x="254207" y="128521"/>
                </a:lnTo>
                <a:lnTo>
                  <a:pt x="290787" y="102865"/>
                </a:lnTo>
                <a:lnTo>
                  <a:pt x="329183" y="79765"/>
                </a:lnTo>
                <a:lnTo>
                  <a:pt x="369270" y="59344"/>
                </a:lnTo>
                <a:lnTo>
                  <a:pt x="410925" y="41725"/>
                </a:lnTo>
                <a:lnTo>
                  <a:pt x="454025" y="27033"/>
                </a:lnTo>
                <a:lnTo>
                  <a:pt x="498446" y="15391"/>
                </a:lnTo>
                <a:lnTo>
                  <a:pt x="544065" y="6923"/>
                </a:lnTo>
                <a:lnTo>
                  <a:pt x="590759" y="1751"/>
                </a:lnTo>
                <a:lnTo>
                  <a:pt x="638403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5496"/>
                </a:lnTo>
                <a:lnTo>
                  <a:pt x="3828568" y="5213140"/>
                </a:lnTo>
                <a:lnTo>
                  <a:pt x="3823396" y="5259834"/>
                </a:lnTo>
                <a:lnTo>
                  <a:pt x="3814928" y="5305453"/>
                </a:lnTo>
                <a:lnTo>
                  <a:pt x="3803286" y="5349874"/>
                </a:lnTo>
                <a:lnTo>
                  <a:pt x="3788594" y="5392974"/>
                </a:lnTo>
                <a:lnTo>
                  <a:pt x="3770975" y="5434629"/>
                </a:lnTo>
                <a:lnTo>
                  <a:pt x="3750554" y="5474716"/>
                </a:lnTo>
                <a:lnTo>
                  <a:pt x="3727454" y="5513112"/>
                </a:lnTo>
                <a:lnTo>
                  <a:pt x="3701798" y="5549692"/>
                </a:lnTo>
                <a:lnTo>
                  <a:pt x="3673709" y="5584334"/>
                </a:lnTo>
                <a:lnTo>
                  <a:pt x="3643312" y="5616914"/>
                </a:lnTo>
                <a:lnTo>
                  <a:pt x="3610730" y="5647309"/>
                </a:lnTo>
                <a:lnTo>
                  <a:pt x="3576085" y="5675395"/>
                </a:lnTo>
                <a:lnTo>
                  <a:pt x="3539503" y="5701048"/>
                </a:lnTo>
                <a:lnTo>
                  <a:pt x="3501106" y="5724146"/>
                </a:lnTo>
                <a:lnTo>
                  <a:pt x="3461018" y="5744564"/>
                </a:lnTo>
                <a:lnTo>
                  <a:pt x="3419362" y="5762180"/>
                </a:lnTo>
                <a:lnTo>
                  <a:pt x="3376262" y="5776870"/>
                </a:lnTo>
                <a:lnTo>
                  <a:pt x="3331841" y="5788510"/>
                </a:lnTo>
                <a:lnTo>
                  <a:pt x="3286223" y="5796977"/>
                </a:lnTo>
                <a:lnTo>
                  <a:pt x="3239532" y="5802148"/>
                </a:lnTo>
                <a:lnTo>
                  <a:pt x="3191891" y="5803900"/>
                </a:lnTo>
                <a:lnTo>
                  <a:pt x="638403" y="5803900"/>
                </a:lnTo>
                <a:lnTo>
                  <a:pt x="590759" y="5802148"/>
                </a:lnTo>
                <a:lnTo>
                  <a:pt x="544065" y="5796977"/>
                </a:lnTo>
                <a:lnTo>
                  <a:pt x="498446" y="5788510"/>
                </a:lnTo>
                <a:lnTo>
                  <a:pt x="454025" y="5776870"/>
                </a:lnTo>
                <a:lnTo>
                  <a:pt x="410925" y="5762180"/>
                </a:lnTo>
                <a:lnTo>
                  <a:pt x="369270" y="5744564"/>
                </a:lnTo>
                <a:lnTo>
                  <a:pt x="329183" y="5724146"/>
                </a:lnTo>
                <a:lnTo>
                  <a:pt x="290787" y="5701048"/>
                </a:lnTo>
                <a:lnTo>
                  <a:pt x="254207" y="5675395"/>
                </a:lnTo>
                <a:lnTo>
                  <a:pt x="219565" y="5647309"/>
                </a:lnTo>
                <a:lnTo>
                  <a:pt x="186985" y="5616914"/>
                </a:lnTo>
                <a:lnTo>
                  <a:pt x="156590" y="5584334"/>
                </a:lnTo>
                <a:lnTo>
                  <a:pt x="128504" y="5549692"/>
                </a:lnTo>
                <a:lnTo>
                  <a:pt x="102851" y="5513112"/>
                </a:lnTo>
                <a:lnTo>
                  <a:pt x="79753" y="5474716"/>
                </a:lnTo>
                <a:lnTo>
                  <a:pt x="59335" y="5434629"/>
                </a:lnTo>
                <a:lnTo>
                  <a:pt x="41719" y="5392974"/>
                </a:lnTo>
                <a:lnTo>
                  <a:pt x="27029" y="5349874"/>
                </a:lnTo>
                <a:lnTo>
                  <a:pt x="15389" y="5305453"/>
                </a:lnTo>
                <a:lnTo>
                  <a:pt x="6922" y="5259834"/>
                </a:lnTo>
                <a:lnTo>
                  <a:pt x="1751" y="5213140"/>
                </a:lnTo>
                <a:lnTo>
                  <a:pt x="0" y="5165496"/>
                </a:lnTo>
                <a:lnTo>
                  <a:pt x="0" y="638428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36770" y="156210"/>
            <a:ext cx="4320539" cy="65115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36770" y="156210"/>
            <a:ext cx="4320540" cy="6548120"/>
          </a:xfrm>
          <a:custGeom>
            <a:avLst/>
            <a:gdLst/>
            <a:ahLst/>
            <a:cxnLst/>
            <a:rect l="l" t="t" r="r" b="b"/>
            <a:pathLst>
              <a:path w="4320540" h="6548120">
                <a:moveTo>
                  <a:pt x="0" y="6548120"/>
                </a:moveTo>
                <a:lnTo>
                  <a:pt x="4320539" y="6548120"/>
                </a:lnTo>
                <a:lnTo>
                  <a:pt x="4320539" y="0"/>
                </a:lnTo>
                <a:lnTo>
                  <a:pt x="0" y="0"/>
                </a:lnTo>
                <a:lnTo>
                  <a:pt x="0" y="654812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80609" y="511809"/>
            <a:ext cx="3830320" cy="5803900"/>
          </a:xfrm>
          <a:custGeom>
            <a:avLst/>
            <a:gdLst/>
            <a:ahLst/>
            <a:cxnLst/>
            <a:rect l="l" t="t" r="r" b="b"/>
            <a:pathLst>
              <a:path w="3830320" h="5803900">
                <a:moveTo>
                  <a:pt x="3191891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5496"/>
                </a:lnTo>
                <a:lnTo>
                  <a:pt x="1751" y="5213140"/>
                </a:lnTo>
                <a:lnTo>
                  <a:pt x="6923" y="5259834"/>
                </a:lnTo>
                <a:lnTo>
                  <a:pt x="15391" y="5305453"/>
                </a:lnTo>
                <a:lnTo>
                  <a:pt x="27033" y="5349874"/>
                </a:lnTo>
                <a:lnTo>
                  <a:pt x="41725" y="5392974"/>
                </a:lnTo>
                <a:lnTo>
                  <a:pt x="59344" y="5434629"/>
                </a:lnTo>
                <a:lnTo>
                  <a:pt x="79765" y="5474716"/>
                </a:lnTo>
                <a:lnTo>
                  <a:pt x="102865" y="5513112"/>
                </a:lnTo>
                <a:lnTo>
                  <a:pt x="128521" y="5549692"/>
                </a:lnTo>
                <a:lnTo>
                  <a:pt x="156610" y="5584334"/>
                </a:lnTo>
                <a:lnTo>
                  <a:pt x="187007" y="5616914"/>
                </a:lnTo>
                <a:lnTo>
                  <a:pt x="219589" y="5647309"/>
                </a:lnTo>
                <a:lnTo>
                  <a:pt x="254234" y="5675395"/>
                </a:lnTo>
                <a:lnTo>
                  <a:pt x="290816" y="5701048"/>
                </a:lnTo>
                <a:lnTo>
                  <a:pt x="329213" y="5724146"/>
                </a:lnTo>
                <a:lnTo>
                  <a:pt x="369301" y="5744564"/>
                </a:lnTo>
                <a:lnTo>
                  <a:pt x="410957" y="5762180"/>
                </a:lnTo>
                <a:lnTo>
                  <a:pt x="454057" y="5776870"/>
                </a:lnTo>
                <a:lnTo>
                  <a:pt x="498478" y="5788510"/>
                </a:lnTo>
                <a:lnTo>
                  <a:pt x="544096" y="5796977"/>
                </a:lnTo>
                <a:lnTo>
                  <a:pt x="590787" y="5802148"/>
                </a:lnTo>
                <a:lnTo>
                  <a:pt x="638428" y="5803900"/>
                </a:lnTo>
                <a:lnTo>
                  <a:pt x="3191891" y="5803900"/>
                </a:lnTo>
                <a:lnTo>
                  <a:pt x="3239532" y="5802148"/>
                </a:lnTo>
                <a:lnTo>
                  <a:pt x="3286223" y="5796977"/>
                </a:lnTo>
                <a:lnTo>
                  <a:pt x="3331841" y="5788510"/>
                </a:lnTo>
                <a:lnTo>
                  <a:pt x="3376262" y="5776870"/>
                </a:lnTo>
                <a:lnTo>
                  <a:pt x="3419362" y="5762180"/>
                </a:lnTo>
                <a:lnTo>
                  <a:pt x="3461018" y="5744564"/>
                </a:lnTo>
                <a:lnTo>
                  <a:pt x="3501106" y="5724146"/>
                </a:lnTo>
                <a:lnTo>
                  <a:pt x="3539503" y="5701048"/>
                </a:lnTo>
                <a:lnTo>
                  <a:pt x="3576085" y="5675395"/>
                </a:lnTo>
                <a:lnTo>
                  <a:pt x="3610730" y="5647309"/>
                </a:lnTo>
                <a:lnTo>
                  <a:pt x="3643312" y="5616914"/>
                </a:lnTo>
                <a:lnTo>
                  <a:pt x="3673709" y="5584334"/>
                </a:lnTo>
                <a:lnTo>
                  <a:pt x="3701798" y="5549692"/>
                </a:lnTo>
                <a:lnTo>
                  <a:pt x="3727454" y="5513112"/>
                </a:lnTo>
                <a:lnTo>
                  <a:pt x="3750554" y="5474716"/>
                </a:lnTo>
                <a:lnTo>
                  <a:pt x="3770975" y="5434629"/>
                </a:lnTo>
                <a:lnTo>
                  <a:pt x="3788594" y="5392974"/>
                </a:lnTo>
                <a:lnTo>
                  <a:pt x="3803286" y="5349874"/>
                </a:lnTo>
                <a:lnTo>
                  <a:pt x="3814928" y="5305453"/>
                </a:lnTo>
                <a:lnTo>
                  <a:pt x="3823396" y="5259834"/>
                </a:lnTo>
                <a:lnTo>
                  <a:pt x="3828568" y="5213140"/>
                </a:lnTo>
                <a:lnTo>
                  <a:pt x="3830319" y="516549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80609" y="511809"/>
            <a:ext cx="3830320" cy="5803900"/>
          </a:xfrm>
          <a:custGeom>
            <a:avLst/>
            <a:gdLst/>
            <a:ahLst/>
            <a:cxnLst/>
            <a:rect l="l" t="t" r="r" b="b"/>
            <a:pathLst>
              <a:path w="3830320" h="580390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5496"/>
                </a:lnTo>
                <a:lnTo>
                  <a:pt x="3828568" y="5213140"/>
                </a:lnTo>
                <a:lnTo>
                  <a:pt x="3823396" y="5259834"/>
                </a:lnTo>
                <a:lnTo>
                  <a:pt x="3814928" y="5305453"/>
                </a:lnTo>
                <a:lnTo>
                  <a:pt x="3803286" y="5349874"/>
                </a:lnTo>
                <a:lnTo>
                  <a:pt x="3788594" y="5392974"/>
                </a:lnTo>
                <a:lnTo>
                  <a:pt x="3770975" y="5434629"/>
                </a:lnTo>
                <a:lnTo>
                  <a:pt x="3750554" y="5474716"/>
                </a:lnTo>
                <a:lnTo>
                  <a:pt x="3727454" y="5513112"/>
                </a:lnTo>
                <a:lnTo>
                  <a:pt x="3701798" y="5549692"/>
                </a:lnTo>
                <a:lnTo>
                  <a:pt x="3673709" y="5584334"/>
                </a:lnTo>
                <a:lnTo>
                  <a:pt x="3643312" y="5616914"/>
                </a:lnTo>
                <a:lnTo>
                  <a:pt x="3610730" y="5647309"/>
                </a:lnTo>
                <a:lnTo>
                  <a:pt x="3576085" y="5675395"/>
                </a:lnTo>
                <a:lnTo>
                  <a:pt x="3539503" y="5701048"/>
                </a:lnTo>
                <a:lnTo>
                  <a:pt x="3501106" y="5724146"/>
                </a:lnTo>
                <a:lnTo>
                  <a:pt x="3461018" y="5744564"/>
                </a:lnTo>
                <a:lnTo>
                  <a:pt x="3419362" y="5762180"/>
                </a:lnTo>
                <a:lnTo>
                  <a:pt x="3376262" y="5776870"/>
                </a:lnTo>
                <a:lnTo>
                  <a:pt x="3331841" y="5788510"/>
                </a:lnTo>
                <a:lnTo>
                  <a:pt x="3286223" y="5796977"/>
                </a:lnTo>
                <a:lnTo>
                  <a:pt x="3239532" y="5802148"/>
                </a:lnTo>
                <a:lnTo>
                  <a:pt x="3191891" y="5803900"/>
                </a:lnTo>
                <a:lnTo>
                  <a:pt x="638428" y="5803900"/>
                </a:lnTo>
                <a:lnTo>
                  <a:pt x="590787" y="5802148"/>
                </a:lnTo>
                <a:lnTo>
                  <a:pt x="544096" y="5796977"/>
                </a:lnTo>
                <a:lnTo>
                  <a:pt x="498478" y="5788510"/>
                </a:lnTo>
                <a:lnTo>
                  <a:pt x="454057" y="5776870"/>
                </a:lnTo>
                <a:lnTo>
                  <a:pt x="410957" y="5762180"/>
                </a:lnTo>
                <a:lnTo>
                  <a:pt x="369301" y="5744564"/>
                </a:lnTo>
                <a:lnTo>
                  <a:pt x="329213" y="5724146"/>
                </a:lnTo>
                <a:lnTo>
                  <a:pt x="290816" y="5701048"/>
                </a:lnTo>
                <a:lnTo>
                  <a:pt x="254234" y="5675395"/>
                </a:lnTo>
                <a:lnTo>
                  <a:pt x="219589" y="5647309"/>
                </a:lnTo>
                <a:lnTo>
                  <a:pt x="187007" y="5616914"/>
                </a:lnTo>
                <a:lnTo>
                  <a:pt x="156610" y="5584334"/>
                </a:lnTo>
                <a:lnTo>
                  <a:pt x="128521" y="5549692"/>
                </a:lnTo>
                <a:lnTo>
                  <a:pt x="102865" y="5513112"/>
                </a:lnTo>
                <a:lnTo>
                  <a:pt x="79765" y="5474716"/>
                </a:lnTo>
                <a:lnTo>
                  <a:pt x="59344" y="5434629"/>
                </a:lnTo>
                <a:lnTo>
                  <a:pt x="41725" y="5392974"/>
                </a:lnTo>
                <a:lnTo>
                  <a:pt x="27033" y="5349874"/>
                </a:lnTo>
                <a:lnTo>
                  <a:pt x="15391" y="5305453"/>
                </a:lnTo>
                <a:lnTo>
                  <a:pt x="6923" y="5259834"/>
                </a:lnTo>
                <a:lnTo>
                  <a:pt x="1751" y="5213140"/>
                </a:lnTo>
                <a:lnTo>
                  <a:pt x="0" y="5165496"/>
                </a:lnTo>
                <a:lnTo>
                  <a:pt x="0" y="638428"/>
                </a:lnTo>
                <a:close/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3259" y="1577339"/>
            <a:ext cx="3329940" cy="2974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99379" y="1577339"/>
            <a:ext cx="3329939" cy="297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440170" y="3249929"/>
            <a:ext cx="1178560" cy="1183640"/>
          </a:xfrm>
          <a:custGeom>
            <a:avLst/>
            <a:gdLst/>
            <a:ahLst/>
            <a:cxnLst/>
            <a:rect l="l" t="t" r="r" b="b"/>
            <a:pathLst>
              <a:path w="1178559" h="1183639">
                <a:moveTo>
                  <a:pt x="589279" y="0"/>
                </a:moveTo>
                <a:lnTo>
                  <a:pt x="540943" y="1961"/>
                </a:lnTo>
                <a:lnTo>
                  <a:pt x="493683" y="7744"/>
                </a:lnTo>
                <a:lnTo>
                  <a:pt x="447652" y="17197"/>
                </a:lnTo>
                <a:lnTo>
                  <a:pt x="403002" y="30167"/>
                </a:lnTo>
                <a:lnTo>
                  <a:pt x="359884" y="46501"/>
                </a:lnTo>
                <a:lnTo>
                  <a:pt x="318449" y="66049"/>
                </a:lnTo>
                <a:lnTo>
                  <a:pt x="278849" y="88657"/>
                </a:lnTo>
                <a:lnTo>
                  <a:pt x="241237" y="114174"/>
                </a:lnTo>
                <a:lnTo>
                  <a:pt x="205762" y="142446"/>
                </a:lnTo>
                <a:lnTo>
                  <a:pt x="172577" y="173323"/>
                </a:lnTo>
                <a:lnTo>
                  <a:pt x="141833" y="206651"/>
                </a:lnTo>
                <a:lnTo>
                  <a:pt x="113682" y="242279"/>
                </a:lnTo>
                <a:lnTo>
                  <a:pt x="88275" y="280054"/>
                </a:lnTo>
                <a:lnTo>
                  <a:pt x="65764" y="319824"/>
                </a:lnTo>
                <a:lnTo>
                  <a:pt x="46301" y="361438"/>
                </a:lnTo>
                <a:lnTo>
                  <a:pt x="30037" y="404741"/>
                </a:lnTo>
                <a:lnTo>
                  <a:pt x="17123" y="449584"/>
                </a:lnTo>
                <a:lnTo>
                  <a:pt x="7711" y="495812"/>
                </a:lnTo>
                <a:lnTo>
                  <a:pt x="1953" y="543275"/>
                </a:lnTo>
                <a:lnTo>
                  <a:pt x="0" y="591820"/>
                </a:lnTo>
                <a:lnTo>
                  <a:pt x="1953" y="640364"/>
                </a:lnTo>
                <a:lnTo>
                  <a:pt x="7711" y="687827"/>
                </a:lnTo>
                <a:lnTo>
                  <a:pt x="17123" y="734055"/>
                </a:lnTo>
                <a:lnTo>
                  <a:pt x="30037" y="778898"/>
                </a:lnTo>
                <a:lnTo>
                  <a:pt x="46301" y="822201"/>
                </a:lnTo>
                <a:lnTo>
                  <a:pt x="65764" y="863815"/>
                </a:lnTo>
                <a:lnTo>
                  <a:pt x="88275" y="903585"/>
                </a:lnTo>
                <a:lnTo>
                  <a:pt x="113682" y="941360"/>
                </a:lnTo>
                <a:lnTo>
                  <a:pt x="141833" y="976988"/>
                </a:lnTo>
                <a:lnTo>
                  <a:pt x="172577" y="1010316"/>
                </a:lnTo>
                <a:lnTo>
                  <a:pt x="205762" y="1041193"/>
                </a:lnTo>
                <a:lnTo>
                  <a:pt x="241237" y="1069465"/>
                </a:lnTo>
                <a:lnTo>
                  <a:pt x="278849" y="1094982"/>
                </a:lnTo>
                <a:lnTo>
                  <a:pt x="318449" y="1117590"/>
                </a:lnTo>
                <a:lnTo>
                  <a:pt x="359884" y="1137138"/>
                </a:lnTo>
                <a:lnTo>
                  <a:pt x="403002" y="1153472"/>
                </a:lnTo>
                <a:lnTo>
                  <a:pt x="447652" y="1166442"/>
                </a:lnTo>
                <a:lnTo>
                  <a:pt x="493683" y="1175895"/>
                </a:lnTo>
                <a:lnTo>
                  <a:pt x="540943" y="1181678"/>
                </a:lnTo>
                <a:lnTo>
                  <a:pt x="589279" y="1183640"/>
                </a:lnTo>
                <a:lnTo>
                  <a:pt x="637616" y="1181678"/>
                </a:lnTo>
                <a:lnTo>
                  <a:pt x="684876" y="1175895"/>
                </a:lnTo>
                <a:lnTo>
                  <a:pt x="730907" y="1166442"/>
                </a:lnTo>
                <a:lnTo>
                  <a:pt x="775557" y="1153472"/>
                </a:lnTo>
                <a:lnTo>
                  <a:pt x="818675" y="1137138"/>
                </a:lnTo>
                <a:lnTo>
                  <a:pt x="860110" y="1117590"/>
                </a:lnTo>
                <a:lnTo>
                  <a:pt x="899710" y="1094982"/>
                </a:lnTo>
                <a:lnTo>
                  <a:pt x="937322" y="1069465"/>
                </a:lnTo>
                <a:lnTo>
                  <a:pt x="972797" y="1041193"/>
                </a:lnTo>
                <a:lnTo>
                  <a:pt x="1005982" y="1010316"/>
                </a:lnTo>
                <a:lnTo>
                  <a:pt x="1036726" y="976988"/>
                </a:lnTo>
                <a:lnTo>
                  <a:pt x="1064877" y="941360"/>
                </a:lnTo>
                <a:lnTo>
                  <a:pt x="1090284" y="903585"/>
                </a:lnTo>
                <a:lnTo>
                  <a:pt x="1112795" y="863815"/>
                </a:lnTo>
                <a:lnTo>
                  <a:pt x="1132258" y="822201"/>
                </a:lnTo>
                <a:lnTo>
                  <a:pt x="1148522" y="778898"/>
                </a:lnTo>
                <a:lnTo>
                  <a:pt x="1161436" y="734055"/>
                </a:lnTo>
                <a:lnTo>
                  <a:pt x="1170848" y="687827"/>
                </a:lnTo>
                <a:lnTo>
                  <a:pt x="1176606" y="640364"/>
                </a:lnTo>
                <a:lnTo>
                  <a:pt x="1178559" y="591820"/>
                </a:lnTo>
                <a:lnTo>
                  <a:pt x="1176606" y="543275"/>
                </a:lnTo>
                <a:lnTo>
                  <a:pt x="1170848" y="495812"/>
                </a:lnTo>
                <a:lnTo>
                  <a:pt x="1161436" y="449584"/>
                </a:lnTo>
                <a:lnTo>
                  <a:pt x="1148522" y="404741"/>
                </a:lnTo>
                <a:lnTo>
                  <a:pt x="1132258" y="361438"/>
                </a:lnTo>
                <a:lnTo>
                  <a:pt x="1112795" y="319824"/>
                </a:lnTo>
                <a:lnTo>
                  <a:pt x="1090284" y="280054"/>
                </a:lnTo>
                <a:lnTo>
                  <a:pt x="1064877" y="242279"/>
                </a:lnTo>
                <a:lnTo>
                  <a:pt x="1036726" y="206651"/>
                </a:lnTo>
                <a:lnTo>
                  <a:pt x="1005982" y="173323"/>
                </a:lnTo>
                <a:lnTo>
                  <a:pt x="972797" y="142446"/>
                </a:lnTo>
                <a:lnTo>
                  <a:pt x="937322" y="114174"/>
                </a:lnTo>
                <a:lnTo>
                  <a:pt x="899710" y="88657"/>
                </a:lnTo>
                <a:lnTo>
                  <a:pt x="860110" y="66049"/>
                </a:lnTo>
                <a:lnTo>
                  <a:pt x="818675" y="46501"/>
                </a:lnTo>
                <a:lnTo>
                  <a:pt x="775557" y="30167"/>
                </a:lnTo>
                <a:lnTo>
                  <a:pt x="730907" y="17197"/>
                </a:lnTo>
                <a:lnTo>
                  <a:pt x="684876" y="7744"/>
                </a:lnTo>
                <a:lnTo>
                  <a:pt x="637616" y="1961"/>
                </a:lnTo>
                <a:lnTo>
                  <a:pt x="5892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40170" y="3249929"/>
            <a:ext cx="1178560" cy="1183640"/>
          </a:xfrm>
          <a:custGeom>
            <a:avLst/>
            <a:gdLst/>
            <a:ahLst/>
            <a:cxnLst/>
            <a:rect l="l" t="t" r="r" b="b"/>
            <a:pathLst>
              <a:path w="1178559" h="1183639">
                <a:moveTo>
                  <a:pt x="0" y="591820"/>
                </a:moveTo>
                <a:lnTo>
                  <a:pt x="1953" y="543275"/>
                </a:lnTo>
                <a:lnTo>
                  <a:pt x="7711" y="495812"/>
                </a:lnTo>
                <a:lnTo>
                  <a:pt x="17123" y="449584"/>
                </a:lnTo>
                <a:lnTo>
                  <a:pt x="30037" y="404741"/>
                </a:lnTo>
                <a:lnTo>
                  <a:pt x="46301" y="361438"/>
                </a:lnTo>
                <a:lnTo>
                  <a:pt x="65764" y="319824"/>
                </a:lnTo>
                <a:lnTo>
                  <a:pt x="88275" y="280054"/>
                </a:lnTo>
                <a:lnTo>
                  <a:pt x="113682" y="242279"/>
                </a:lnTo>
                <a:lnTo>
                  <a:pt x="141833" y="206651"/>
                </a:lnTo>
                <a:lnTo>
                  <a:pt x="172577" y="173323"/>
                </a:lnTo>
                <a:lnTo>
                  <a:pt x="205762" y="142446"/>
                </a:lnTo>
                <a:lnTo>
                  <a:pt x="241237" y="114174"/>
                </a:lnTo>
                <a:lnTo>
                  <a:pt x="278849" y="88657"/>
                </a:lnTo>
                <a:lnTo>
                  <a:pt x="318449" y="66049"/>
                </a:lnTo>
                <a:lnTo>
                  <a:pt x="359884" y="46501"/>
                </a:lnTo>
                <a:lnTo>
                  <a:pt x="403002" y="30167"/>
                </a:lnTo>
                <a:lnTo>
                  <a:pt x="447652" y="17197"/>
                </a:lnTo>
                <a:lnTo>
                  <a:pt x="493683" y="7744"/>
                </a:lnTo>
                <a:lnTo>
                  <a:pt x="540943" y="1961"/>
                </a:lnTo>
                <a:lnTo>
                  <a:pt x="589279" y="0"/>
                </a:lnTo>
                <a:lnTo>
                  <a:pt x="637616" y="1961"/>
                </a:lnTo>
                <a:lnTo>
                  <a:pt x="684876" y="7744"/>
                </a:lnTo>
                <a:lnTo>
                  <a:pt x="730907" y="17197"/>
                </a:lnTo>
                <a:lnTo>
                  <a:pt x="775557" y="30167"/>
                </a:lnTo>
                <a:lnTo>
                  <a:pt x="818675" y="46501"/>
                </a:lnTo>
                <a:lnTo>
                  <a:pt x="860110" y="66049"/>
                </a:lnTo>
                <a:lnTo>
                  <a:pt x="899710" y="88657"/>
                </a:lnTo>
                <a:lnTo>
                  <a:pt x="937322" y="114174"/>
                </a:lnTo>
                <a:lnTo>
                  <a:pt x="972797" y="142446"/>
                </a:lnTo>
                <a:lnTo>
                  <a:pt x="1005982" y="173323"/>
                </a:lnTo>
                <a:lnTo>
                  <a:pt x="1036726" y="206651"/>
                </a:lnTo>
                <a:lnTo>
                  <a:pt x="1064877" y="242279"/>
                </a:lnTo>
                <a:lnTo>
                  <a:pt x="1090284" y="280054"/>
                </a:lnTo>
                <a:lnTo>
                  <a:pt x="1112795" y="319824"/>
                </a:lnTo>
                <a:lnTo>
                  <a:pt x="1132258" y="361438"/>
                </a:lnTo>
                <a:lnTo>
                  <a:pt x="1148522" y="404741"/>
                </a:lnTo>
                <a:lnTo>
                  <a:pt x="1161436" y="449584"/>
                </a:lnTo>
                <a:lnTo>
                  <a:pt x="1170848" y="495812"/>
                </a:lnTo>
                <a:lnTo>
                  <a:pt x="1176606" y="543275"/>
                </a:lnTo>
                <a:lnTo>
                  <a:pt x="1178559" y="591820"/>
                </a:lnTo>
                <a:lnTo>
                  <a:pt x="1176606" y="640364"/>
                </a:lnTo>
                <a:lnTo>
                  <a:pt x="1170848" y="687827"/>
                </a:lnTo>
                <a:lnTo>
                  <a:pt x="1161436" y="734055"/>
                </a:lnTo>
                <a:lnTo>
                  <a:pt x="1148522" y="778898"/>
                </a:lnTo>
                <a:lnTo>
                  <a:pt x="1132258" y="822201"/>
                </a:lnTo>
                <a:lnTo>
                  <a:pt x="1112795" y="863815"/>
                </a:lnTo>
                <a:lnTo>
                  <a:pt x="1090284" y="903585"/>
                </a:lnTo>
                <a:lnTo>
                  <a:pt x="1064877" y="941360"/>
                </a:lnTo>
                <a:lnTo>
                  <a:pt x="1036726" y="976988"/>
                </a:lnTo>
                <a:lnTo>
                  <a:pt x="1005982" y="1010316"/>
                </a:lnTo>
                <a:lnTo>
                  <a:pt x="972797" y="1041193"/>
                </a:lnTo>
                <a:lnTo>
                  <a:pt x="937322" y="1069465"/>
                </a:lnTo>
                <a:lnTo>
                  <a:pt x="899710" y="1094982"/>
                </a:lnTo>
                <a:lnTo>
                  <a:pt x="860110" y="1117590"/>
                </a:lnTo>
                <a:lnTo>
                  <a:pt x="818675" y="1137138"/>
                </a:lnTo>
                <a:lnTo>
                  <a:pt x="775557" y="1153472"/>
                </a:lnTo>
                <a:lnTo>
                  <a:pt x="730907" y="1166442"/>
                </a:lnTo>
                <a:lnTo>
                  <a:pt x="684876" y="1175895"/>
                </a:lnTo>
                <a:lnTo>
                  <a:pt x="637616" y="1181678"/>
                </a:lnTo>
                <a:lnTo>
                  <a:pt x="589279" y="1183640"/>
                </a:lnTo>
                <a:lnTo>
                  <a:pt x="540943" y="1181678"/>
                </a:lnTo>
                <a:lnTo>
                  <a:pt x="493683" y="1175895"/>
                </a:lnTo>
                <a:lnTo>
                  <a:pt x="447652" y="1166442"/>
                </a:lnTo>
                <a:lnTo>
                  <a:pt x="403002" y="1153472"/>
                </a:lnTo>
                <a:lnTo>
                  <a:pt x="359884" y="1137138"/>
                </a:lnTo>
                <a:lnTo>
                  <a:pt x="318449" y="1117590"/>
                </a:lnTo>
                <a:lnTo>
                  <a:pt x="278849" y="1094982"/>
                </a:lnTo>
                <a:lnTo>
                  <a:pt x="241237" y="1069465"/>
                </a:lnTo>
                <a:lnTo>
                  <a:pt x="205762" y="1041193"/>
                </a:lnTo>
                <a:lnTo>
                  <a:pt x="172577" y="1010316"/>
                </a:lnTo>
                <a:lnTo>
                  <a:pt x="141833" y="976988"/>
                </a:lnTo>
                <a:lnTo>
                  <a:pt x="113682" y="941360"/>
                </a:lnTo>
                <a:lnTo>
                  <a:pt x="88275" y="903585"/>
                </a:lnTo>
                <a:lnTo>
                  <a:pt x="65764" y="863815"/>
                </a:lnTo>
                <a:lnTo>
                  <a:pt x="46301" y="822201"/>
                </a:lnTo>
                <a:lnTo>
                  <a:pt x="30037" y="778898"/>
                </a:lnTo>
                <a:lnTo>
                  <a:pt x="17123" y="734055"/>
                </a:lnTo>
                <a:lnTo>
                  <a:pt x="7711" y="687827"/>
                </a:lnTo>
                <a:lnTo>
                  <a:pt x="1953" y="640364"/>
                </a:lnTo>
                <a:lnTo>
                  <a:pt x="0" y="59182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94830" y="3229610"/>
            <a:ext cx="1181100" cy="401320"/>
          </a:xfrm>
          <a:custGeom>
            <a:avLst/>
            <a:gdLst/>
            <a:ahLst/>
            <a:cxnLst/>
            <a:rect l="l" t="t" r="r" b="b"/>
            <a:pathLst>
              <a:path w="1181100" h="401320">
                <a:moveTo>
                  <a:pt x="590550" y="0"/>
                </a:moveTo>
                <a:lnTo>
                  <a:pt x="521682" y="1349"/>
                </a:lnTo>
                <a:lnTo>
                  <a:pt x="455147" y="5296"/>
                </a:lnTo>
                <a:lnTo>
                  <a:pt x="391388" y="11692"/>
                </a:lnTo>
                <a:lnTo>
                  <a:pt x="330847" y="20386"/>
                </a:lnTo>
                <a:lnTo>
                  <a:pt x="273970" y="31228"/>
                </a:lnTo>
                <a:lnTo>
                  <a:pt x="221197" y="44067"/>
                </a:lnTo>
                <a:lnTo>
                  <a:pt x="172974" y="58753"/>
                </a:lnTo>
                <a:lnTo>
                  <a:pt x="129742" y="75136"/>
                </a:lnTo>
                <a:lnTo>
                  <a:pt x="91945" y="93066"/>
                </a:lnTo>
                <a:lnTo>
                  <a:pt x="34429" y="132965"/>
                </a:lnTo>
                <a:lnTo>
                  <a:pt x="3973" y="177249"/>
                </a:lnTo>
                <a:lnTo>
                  <a:pt x="0" y="200660"/>
                </a:lnTo>
                <a:lnTo>
                  <a:pt x="3973" y="224070"/>
                </a:lnTo>
                <a:lnTo>
                  <a:pt x="34429" y="268354"/>
                </a:lnTo>
                <a:lnTo>
                  <a:pt x="91945" y="308253"/>
                </a:lnTo>
                <a:lnTo>
                  <a:pt x="129742" y="326183"/>
                </a:lnTo>
                <a:lnTo>
                  <a:pt x="172974" y="342566"/>
                </a:lnTo>
                <a:lnTo>
                  <a:pt x="221197" y="357252"/>
                </a:lnTo>
                <a:lnTo>
                  <a:pt x="273970" y="370091"/>
                </a:lnTo>
                <a:lnTo>
                  <a:pt x="330847" y="380933"/>
                </a:lnTo>
                <a:lnTo>
                  <a:pt x="391388" y="389627"/>
                </a:lnTo>
                <a:lnTo>
                  <a:pt x="455147" y="396023"/>
                </a:lnTo>
                <a:lnTo>
                  <a:pt x="521682" y="399970"/>
                </a:lnTo>
                <a:lnTo>
                  <a:pt x="590550" y="401319"/>
                </a:lnTo>
                <a:lnTo>
                  <a:pt x="659417" y="399970"/>
                </a:lnTo>
                <a:lnTo>
                  <a:pt x="725952" y="396023"/>
                </a:lnTo>
                <a:lnTo>
                  <a:pt x="789711" y="389627"/>
                </a:lnTo>
                <a:lnTo>
                  <a:pt x="850252" y="380933"/>
                </a:lnTo>
                <a:lnTo>
                  <a:pt x="907129" y="370091"/>
                </a:lnTo>
                <a:lnTo>
                  <a:pt x="959902" y="357252"/>
                </a:lnTo>
                <a:lnTo>
                  <a:pt x="1008126" y="342566"/>
                </a:lnTo>
                <a:lnTo>
                  <a:pt x="1051357" y="326183"/>
                </a:lnTo>
                <a:lnTo>
                  <a:pt x="1089154" y="308253"/>
                </a:lnTo>
                <a:lnTo>
                  <a:pt x="1146670" y="268354"/>
                </a:lnTo>
                <a:lnTo>
                  <a:pt x="1177126" y="224070"/>
                </a:lnTo>
                <a:lnTo>
                  <a:pt x="1181100" y="200660"/>
                </a:lnTo>
                <a:lnTo>
                  <a:pt x="1177126" y="177249"/>
                </a:lnTo>
                <a:lnTo>
                  <a:pt x="1146670" y="132965"/>
                </a:lnTo>
                <a:lnTo>
                  <a:pt x="1089154" y="93066"/>
                </a:lnTo>
                <a:lnTo>
                  <a:pt x="1051357" y="75136"/>
                </a:lnTo>
                <a:lnTo>
                  <a:pt x="1008126" y="58753"/>
                </a:lnTo>
                <a:lnTo>
                  <a:pt x="959902" y="44067"/>
                </a:lnTo>
                <a:lnTo>
                  <a:pt x="907129" y="31228"/>
                </a:lnTo>
                <a:lnTo>
                  <a:pt x="850252" y="20386"/>
                </a:lnTo>
                <a:lnTo>
                  <a:pt x="789711" y="11692"/>
                </a:lnTo>
                <a:lnTo>
                  <a:pt x="725952" y="5296"/>
                </a:lnTo>
                <a:lnTo>
                  <a:pt x="659417" y="1349"/>
                </a:lnTo>
                <a:lnTo>
                  <a:pt x="5905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894830" y="3229610"/>
            <a:ext cx="1181100" cy="401320"/>
          </a:xfrm>
          <a:custGeom>
            <a:avLst/>
            <a:gdLst/>
            <a:ahLst/>
            <a:cxnLst/>
            <a:rect l="l" t="t" r="r" b="b"/>
            <a:pathLst>
              <a:path w="1181100" h="401320">
                <a:moveTo>
                  <a:pt x="0" y="200660"/>
                </a:moveTo>
                <a:lnTo>
                  <a:pt x="15597" y="154634"/>
                </a:lnTo>
                <a:lnTo>
                  <a:pt x="60026" y="112393"/>
                </a:lnTo>
                <a:lnTo>
                  <a:pt x="129742" y="75136"/>
                </a:lnTo>
                <a:lnTo>
                  <a:pt x="172974" y="58753"/>
                </a:lnTo>
                <a:lnTo>
                  <a:pt x="221197" y="44067"/>
                </a:lnTo>
                <a:lnTo>
                  <a:pt x="273970" y="31228"/>
                </a:lnTo>
                <a:lnTo>
                  <a:pt x="330847" y="20386"/>
                </a:lnTo>
                <a:lnTo>
                  <a:pt x="391388" y="11692"/>
                </a:lnTo>
                <a:lnTo>
                  <a:pt x="455147" y="5296"/>
                </a:lnTo>
                <a:lnTo>
                  <a:pt x="521682" y="1349"/>
                </a:lnTo>
                <a:lnTo>
                  <a:pt x="590550" y="0"/>
                </a:lnTo>
                <a:lnTo>
                  <a:pt x="659417" y="1349"/>
                </a:lnTo>
                <a:lnTo>
                  <a:pt x="725952" y="5296"/>
                </a:lnTo>
                <a:lnTo>
                  <a:pt x="789711" y="11692"/>
                </a:lnTo>
                <a:lnTo>
                  <a:pt x="850252" y="20386"/>
                </a:lnTo>
                <a:lnTo>
                  <a:pt x="907129" y="31228"/>
                </a:lnTo>
                <a:lnTo>
                  <a:pt x="959902" y="44067"/>
                </a:lnTo>
                <a:lnTo>
                  <a:pt x="1008126" y="58753"/>
                </a:lnTo>
                <a:lnTo>
                  <a:pt x="1051357" y="75136"/>
                </a:lnTo>
                <a:lnTo>
                  <a:pt x="1089154" y="93066"/>
                </a:lnTo>
                <a:lnTo>
                  <a:pt x="1146670" y="132965"/>
                </a:lnTo>
                <a:lnTo>
                  <a:pt x="1177126" y="177249"/>
                </a:lnTo>
                <a:lnTo>
                  <a:pt x="1181100" y="200660"/>
                </a:lnTo>
                <a:lnTo>
                  <a:pt x="1177126" y="224070"/>
                </a:lnTo>
                <a:lnTo>
                  <a:pt x="1146670" y="268354"/>
                </a:lnTo>
                <a:lnTo>
                  <a:pt x="1089154" y="308253"/>
                </a:lnTo>
                <a:lnTo>
                  <a:pt x="1051357" y="326183"/>
                </a:lnTo>
                <a:lnTo>
                  <a:pt x="1008126" y="342566"/>
                </a:lnTo>
                <a:lnTo>
                  <a:pt x="959902" y="357252"/>
                </a:lnTo>
                <a:lnTo>
                  <a:pt x="907129" y="370091"/>
                </a:lnTo>
                <a:lnTo>
                  <a:pt x="850252" y="380933"/>
                </a:lnTo>
                <a:lnTo>
                  <a:pt x="789711" y="389627"/>
                </a:lnTo>
                <a:lnTo>
                  <a:pt x="725952" y="396023"/>
                </a:lnTo>
                <a:lnTo>
                  <a:pt x="659417" y="399970"/>
                </a:lnTo>
                <a:lnTo>
                  <a:pt x="590550" y="401319"/>
                </a:lnTo>
                <a:lnTo>
                  <a:pt x="521682" y="399970"/>
                </a:lnTo>
                <a:lnTo>
                  <a:pt x="455147" y="396023"/>
                </a:lnTo>
                <a:lnTo>
                  <a:pt x="391388" y="389627"/>
                </a:lnTo>
                <a:lnTo>
                  <a:pt x="330847" y="380933"/>
                </a:lnTo>
                <a:lnTo>
                  <a:pt x="273970" y="370091"/>
                </a:lnTo>
                <a:lnTo>
                  <a:pt x="221197" y="357252"/>
                </a:lnTo>
                <a:lnTo>
                  <a:pt x="172974" y="342566"/>
                </a:lnTo>
                <a:lnTo>
                  <a:pt x="129742" y="326183"/>
                </a:lnTo>
                <a:lnTo>
                  <a:pt x="91945" y="308253"/>
                </a:lnTo>
                <a:lnTo>
                  <a:pt x="34429" y="268354"/>
                </a:lnTo>
                <a:lnTo>
                  <a:pt x="3973" y="224070"/>
                </a:lnTo>
                <a:lnTo>
                  <a:pt x="0" y="20066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21080" y="1437640"/>
            <a:ext cx="2872739" cy="3599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26100" y="1437639"/>
            <a:ext cx="2872740" cy="35991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269990" y="1898650"/>
            <a:ext cx="1046480" cy="1181100"/>
          </a:xfrm>
          <a:custGeom>
            <a:avLst/>
            <a:gdLst/>
            <a:ahLst/>
            <a:cxnLst/>
            <a:rect l="l" t="t" r="r" b="b"/>
            <a:pathLst>
              <a:path w="1046479" h="1181100">
                <a:moveTo>
                  <a:pt x="523239" y="0"/>
                </a:moveTo>
                <a:lnTo>
                  <a:pt x="478100" y="2167"/>
                </a:lnTo>
                <a:lnTo>
                  <a:pt x="434025" y="8552"/>
                </a:lnTo>
                <a:lnTo>
                  <a:pt x="391172" y="18978"/>
                </a:lnTo>
                <a:lnTo>
                  <a:pt x="349699" y="33266"/>
                </a:lnTo>
                <a:lnTo>
                  <a:pt x="309761" y="51239"/>
                </a:lnTo>
                <a:lnTo>
                  <a:pt x="271518" y="72721"/>
                </a:lnTo>
                <a:lnTo>
                  <a:pt x="235125" y="97533"/>
                </a:lnTo>
                <a:lnTo>
                  <a:pt x="200741" y="125499"/>
                </a:lnTo>
                <a:lnTo>
                  <a:pt x="168521" y="156442"/>
                </a:lnTo>
                <a:lnTo>
                  <a:pt x="138624" y="190183"/>
                </a:lnTo>
                <a:lnTo>
                  <a:pt x="111207" y="226546"/>
                </a:lnTo>
                <a:lnTo>
                  <a:pt x="86427" y="265353"/>
                </a:lnTo>
                <a:lnTo>
                  <a:pt x="64440" y="306427"/>
                </a:lnTo>
                <a:lnTo>
                  <a:pt x="45405" y="349591"/>
                </a:lnTo>
                <a:lnTo>
                  <a:pt x="29478" y="394667"/>
                </a:lnTo>
                <a:lnTo>
                  <a:pt x="16817" y="441478"/>
                </a:lnTo>
                <a:lnTo>
                  <a:pt x="7579" y="489847"/>
                </a:lnTo>
                <a:lnTo>
                  <a:pt x="1921" y="539597"/>
                </a:lnTo>
                <a:lnTo>
                  <a:pt x="0" y="590550"/>
                </a:lnTo>
                <a:lnTo>
                  <a:pt x="1921" y="641502"/>
                </a:lnTo>
                <a:lnTo>
                  <a:pt x="7579" y="691252"/>
                </a:lnTo>
                <a:lnTo>
                  <a:pt x="16817" y="739621"/>
                </a:lnTo>
                <a:lnTo>
                  <a:pt x="29478" y="786432"/>
                </a:lnTo>
                <a:lnTo>
                  <a:pt x="45405" y="831508"/>
                </a:lnTo>
                <a:lnTo>
                  <a:pt x="64440" y="874672"/>
                </a:lnTo>
                <a:lnTo>
                  <a:pt x="86427" y="915746"/>
                </a:lnTo>
                <a:lnTo>
                  <a:pt x="111207" y="954553"/>
                </a:lnTo>
                <a:lnTo>
                  <a:pt x="138624" y="990916"/>
                </a:lnTo>
                <a:lnTo>
                  <a:pt x="168521" y="1024657"/>
                </a:lnTo>
                <a:lnTo>
                  <a:pt x="200741" y="1055600"/>
                </a:lnTo>
                <a:lnTo>
                  <a:pt x="235125" y="1083566"/>
                </a:lnTo>
                <a:lnTo>
                  <a:pt x="271518" y="1108378"/>
                </a:lnTo>
                <a:lnTo>
                  <a:pt x="309761" y="1129860"/>
                </a:lnTo>
                <a:lnTo>
                  <a:pt x="349699" y="1147833"/>
                </a:lnTo>
                <a:lnTo>
                  <a:pt x="391172" y="1162121"/>
                </a:lnTo>
                <a:lnTo>
                  <a:pt x="434025" y="1172547"/>
                </a:lnTo>
                <a:lnTo>
                  <a:pt x="478100" y="1178932"/>
                </a:lnTo>
                <a:lnTo>
                  <a:pt x="523239" y="1181100"/>
                </a:lnTo>
                <a:lnTo>
                  <a:pt x="568379" y="1178932"/>
                </a:lnTo>
                <a:lnTo>
                  <a:pt x="612454" y="1172547"/>
                </a:lnTo>
                <a:lnTo>
                  <a:pt x="655307" y="1162121"/>
                </a:lnTo>
                <a:lnTo>
                  <a:pt x="696780" y="1147833"/>
                </a:lnTo>
                <a:lnTo>
                  <a:pt x="736718" y="1129860"/>
                </a:lnTo>
                <a:lnTo>
                  <a:pt x="774961" y="1108378"/>
                </a:lnTo>
                <a:lnTo>
                  <a:pt x="811354" y="1083566"/>
                </a:lnTo>
                <a:lnTo>
                  <a:pt x="845738" y="1055600"/>
                </a:lnTo>
                <a:lnTo>
                  <a:pt x="877958" y="1024657"/>
                </a:lnTo>
                <a:lnTo>
                  <a:pt x="907855" y="990916"/>
                </a:lnTo>
                <a:lnTo>
                  <a:pt x="935272" y="954553"/>
                </a:lnTo>
                <a:lnTo>
                  <a:pt x="960052" y="915746"/>
                </a:lnTo>
                <a:lnTo>
                  <a:pt x="982039" y="874672"/>
                </a:lnTo>
                <a:lnTo>
                  <a:pt x="1001074" y="831508"/>
                </a:lnTo>
                <a:lnTo>
                  <a:pt x="1017001" y="786432"/>
                </a:lnTo>
                <a:lnTo>
                  <a:pt x="1029662" y="739621"/>
                </a:lnTo>
                <a:lnTo>
                  <a:pt x="1038900" y="691252"/>
                </a:lnTo>
                <a:lnTo>
                  <a:pt x="1044558" y="641502"/>
                </a:lnTo>
                <a:lnTo>
                  <a:pt x="1046480" y="590550"/>
                </a:lnTo>
                <a:lnTo>
                  <a:pt x="1044558" y="539597"/>
                </a:lnTo>
                <a:lnTo>
                  <a:pt x="1038900" y="489847"/>
                </a:lnTo>
                <a:lnTo>
                  <a:pt x="1029662" y="441478"/>
                </a:lnTo>
                <a:lnTo>
                  <a:pt x="1017001" y="394667"/>
                </a:lnTo>
                <a:lnTo>
                  <a:pt x="1001074" y="349591"/>
                </a:lnTo>
                <a:lnTo>
                  <a:pt x="982039" y="306427"/>
                </a:lnTo>
                <a:lnTo>
                  <a:pt x="960052" y="265353"/>
                </a:lnTo>
                <a:lnTo>
                  <a:pt x="935272" y="226546"/>
                </a:lnTo>
                <a:lnTo>
                  <a:pt x="907855" y="190183"/>
                </a:lnTo>
                <a:lnTo>
                  <a:pt x="877958" y="156442"/>
                </a:lnTo>
                <a:lnTo>
                  <a:pt x="845738" y="125499"/>
                </a:lnTo>
                <a:lnTo>
                  <a:pt x="811354" y="97533"/>
                </a:lnTo>
                <a:lnTo>
                  <a:pt x="774961" y="72721"/>
                </a:lnTo>
                <a:lnTo>
                  <a:pt x="736718" y="51239"/>
                </a:lnTo>
                <a:lnTo>
                  <a:pt x="696780" y="33266"/>
                </a:lnTo>
                <a:lnTo>
                  <a:pt x="655307" y="18978"/>
                </a:lnTo>
                <a:lnTo>
                  <a:pt x="612454" y="8552"/>
                </a:lnTo>
                <a:lnTo>
                  <a:pt x="568379" y="2167"/>
                </a:lnTo>
                <a:lnTo>
                  <a:pt x="5232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69990" y="1898650"/>
            <a:ext cx="1046480" cy="1181100"/>
          </a:xfrm>
          <a:custGeom>
            <a:avLst/>
            <a:gdLst/>
            <a:ahLst/>
            <a:cxnLst/>
            <a:rect l="l" t="t" r="r" b="b"/>
            <a:pathLst>
              <a:path w="1046479" h="1181100">
                <a:moveTo>
                  <a:pt x="0" y="590550"/>
                </a:moveTo>
                <a:lnTo>
                  <a:pt x="1921" y="539597"/>
                </a:lnTo>
                <a:lnTo>
                  <a:pt x="7579" y="489847"/>
                </a:lnTo>
                <a:lnTo>
                  <a:pt x="16817" y="441478"/>
                </a:lnTo>
                <a:lnTo>
                  <a:pt x="29478" y="394667"/>
                </a:lnTo>
                <a:lnTo>
                  <a:pt x="45405" y="349591"/>
                </a:lnTo>
                <a:lnTo>
                  <a:pt x="64440" y="306427"/>
                </a:lnTo>
                <a:lnTo>
                  <a:pt x="86427" y="265353"/>
                </a:lnTo>
                <a:lnTo>
                  <a:pt x="111207" y="226546"/>
                </a:lnTo>
                <a:lnTo>
                  <a:pt x="138624" y="190183"/>
                </a:lnTo>
                <a:lnTo>
                  <a:pt x="168521" y="156442"/>
                </a:lnTo>
                <a:lnTo>
                  <a:pt x="200741" y="125499"/>
                </a:lnTo>
                <a:lnTo>
                  <a:pt x="235125" y="97533"/>
                </a:lnTo>
                <a:lnTo>
                  <a:pt x="271518" y="72721"/>
                </a:lnTo>
                <a:lnTo>
                  <a:pt x="309761" y="51239"/>
                </a:lnTo>
                <a:lnTo>
                  <a:pt x="349699" y="33266"/>
                </a:lnTo>
                <a:lnTo>
                  <a:pt x="391172" y="18978"/>
                </a:lnTo>
                <a:lnTo>
                  <a:pt x="434025" y="8552"/>
                </a:lnTo>
                <a:lnTo>
                  <a:pt x="478100" y="2167"/>
                </a:lnTo>
                <a:lnTo>
                  <a:pt x="523239" y="0"/>
                </a:lnTo>
                <a:lnTo>
                  <a:pt x="568379" y="2167"/>
                </a:lnTo>
                <a:lnTo>
                  <a:pt x="612454" y="8552"/>
                </a:lnTo>
                <a:lnTo>
                  <a:pt x="655307" y="18978"/>
                </a:lnTo>
                <a:lnTo>
                  <a:pt x="696780" y="33266"/>
                </a:lnTo>
                <a:lnTo>
                  <a:pt x="736718" y="51239"/>
                </a:lnTo>
                <a:lnTo>
                  <a:pt x="774961" y="72721"/>
                </a:lnTo>
                <a:lnTo>
                  <a:pt x="811354" y="97533"/>
                </a:lnTo>
                <a:lnTo>
                  <a:pt x="845738" y="125499"/>
                </a:lnTo>
                <a:lnTo>
                  <a:pt x="877958" y="156442"/>
                </a:lnTo>
                <a:lnTo>
                  <a:pt x="907855" y="190183"/>
                </a:lnTo>
                <a:lnTo>
                  <a:pt x="935272" y="226546"/>
                </a:lnTo>
                <a:lnTo>
                  <a:pt x="960052" y="265353"/>
                </a:lnTo>
                <a:lnTo>
                  <a:pt x="982039" y="306427"/>
                </a:lnTo>
                <a:lnTo>
                  <a:pt x="1001074" y="349591"/>
                </a:lnTo>
                <a:lnTo>
                  <a:pt x="1017001" y="394667"/>
                </a:lnTo>
                <a:lnTo>
                  <a:pt x="1029662" y="441478"/>
                </a:lnTo>
                <a:lnTo>
                  <a:pt x="1038900" y="489847"/>
                </a:lnTo>
                <a:lnTo>
                  <a:pt x="1044558" y="539597"/>
                </a:lnTo>
                <a:lnTo>
                  <a:pt x="1046480" y="590550"/>
                </a:lnTo>
                <a:lnTo>
                  <a:pt x="1044558" y="641502"/>
                </a:lnTo>
                <a:lnTo>
                  <a:pt x="1038900" y="691252"/>
                </a:lnTo>
                <a:lnTo>
                  <a:pt x="1029662" y="739621"/>
                </a:lnTo>
                <a:lnTo>
                  <a:pt x="1017001" y="786432"/>
                </a:lnTo>
                <a:lnTo>
                  <a:pt x="1001074" y="831508"/>
                </a:lnTo>
                <a:lnTo>
                  <a:pt x="982039" y="874672"/>
                </a:lnTo>
                <a:lnTo>
                  <a:pt x="960052" y="915746"/>
                </a:lnTo>
                <a:lnTo>
                  <a:pt x="935272" y="954553"/>
                </a:lnTo>
                <a:lnTo>
                  <a:pt x="907855" y="990916"/>
                </a:lnTo>
                <a:lnTo>
                  <a:pt x="877958" y="1024657"/>
                </a:lnTo>
                <a:lnTo>
                  <a:pt x="845738" y="1055600"/>
                </a:lnTo>
                <a:lnTo>
                  <a:pt x="811354" y="1083566"/>
                </a:lnTo>
                <a:lnTo>
                  <a:pt x="774961" y="1108378"/>
                </a:lnTo>
                <a:lnTo>
                  <a:pt x="736718" y="1129860"/>
                </a:lnTo>
                <a:lnTo>
                  <a:pt x="696780" y="1147833"/>
                </a:lnTo>
                <a:lnTo>
                  <a:pt x="655307" y="1162121"/>
                </a:lnTo>
                <a:lnTo>
                  <a:pt x="612454" y="1172547"/>
                </a:lnTo>
                <a:lnTo>
                  <a:pt x="568379" y="1178932"/>
                </a:lnTo>
                <a:lnTo>
                  <a:pt x="523239" y="1181100"/>
                </a:lnTo>
                <a:lnTo>
                  <a:pt x="478100" y="1178932"/>
                </a:lnTo>
                <a:lnTo>
                  <a:pt x="434025" y="1172547"/>
                </a:lnTo>
                <a:lnTo>
                  <a:pt x="391172" y="1162121"/>
                </a:lnTo>
                <a:lnTo>
                  <a:pt x="349699" y="1147833"/>
                </a:lnTo>
                <a:lnTo>
                  <a:pt x="309761" y="1129860"/>
                </a:lnTo>
                <a:lnTo>
                  <a:pt x="271518" y="1108378"/>
                </a:lnTo>
                <a:lnTo>
                  <a:pt x="235125" y="1083566"/>
                </a:lnTo>
                <a:lnTo>
                  <a:pt x="200741" y="1055600"/>
                </a:lnTo>
                <a:lnTo>
                  <a:pt x="168521" y="1024657"/>
                </a:lnTo>
                <a:lnTo>
                  <a:pt x="138624" y="990916"/>
                </a:lnTo>
                <a:lnTo>
                  <a:pt x="111207" y="954553"/>
                </a:lnTo>
                <a:lnTo>
                  <a:pt x="86427" y="915746"/>
                </a:lnTo>
                <a:lnTo>
                  <a:pt x="64440" y="874672"/>
                </a:lnTo>
                <a:lnTo>
                  <a:pt x="45405" y="831508"/>
                </a:lnTo>
                <a:lnTo>
                  <a:pt x="29478" y="786432"/>
                </a:lnTo>
                <a:lnTo>
                  <a:pt x="16817" y="739621"/>
                </a:lnTo>
                <a:lnTo>
                  <a:pt x="7579" y="691252"/>
                </a:lnTo>
                <a:lnTo>
                  <a:pt x="1921" y="641502"/>
                </a:lnTo>
                <a:lnTo>
                  <a:pt x="0" y="5905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95390" y="3539490"/>
            <a:ext cx="1046480" cy="1183640"/>
          </a:xfrm>
          <a:custGeom>
            <a:avLst/>
            <a:gdLst/>
            <a:ahLst/>
            <a:cxnLst/>
            <a:rect l="l" t="t" r="r" b="b"/>
            <a:pathLst>
              <a:path w="1046479" h="1183639">
                <a:moveTo>
                  <a:pt x="523239" y="0"/>
                </a:moveTo>
                <a:lnTo>
                  <a:pt x="478100" y="2171"/>
                </a:lnTo>
                <a:lnTo>
                  <a:pt x="434025" y="8569"/>
                </a:lnTo>
                <a:lnTo>
                  <a:pt x="391172" y="19015"/>
                </a:lnTo>
                <a:lnTo>
                  <a:pt x="349699" y="33331"/>
                </a:lnTo>
                <a:lnTo>
                  <a:pt x="309761" y="51340"/>
                </a:lnTo>
                <a:lnTo>
                  <a:pt x="271518" y="72865"/>
                </a:lnTo>
                <a:lnTo>
                  <a:pt x="235125" y="97728"/>
                </a:lnTo>
                <a:lnTo>
                  <a:pt x="200741" y="125751"/>
                </a:lnTo>
                <a:lnTo>
                  <a:pt x="168521" y="156757"/>
                </a:lnTo>
                <a:lnTo>
                  <a:pt x="138624" y="190568"/>
                </a:lnTo>
                <a:lnTo>
                  <a:pt x="111207" y="227007"/>
                </a:lnTo>
                <a:lnTo>
                  <a:pt x="86427" y="265897"/>
                </a:lnTo>
                <a:lnTo>
                  <a:pt x="64440" y="307059"/>
                </a:lnTo>
                <a:lnTo>
                  <a:pt x="45405" y="350317"/>
                </a:lnTo>
                <a:lnTo>
                  <a:pt x="29478" y="395492"/>
                </a:lnTo>
                <a:lnTo>
                  <a:pt x="16817" y="442407"/>
                </a:lnTo>
                <a:lnTo>
                  <a:pt x="7579" y="490885"/>
                </a:lnTo>
                <a:lnTo>
                  <a:pt x="1921" y="540749"/>
                </a:lnTo>
                <a:lnTo>
                  <a:pt x="0" y="591820"/>
                </a:lnTo>
                <a:lnTo>
                  <a:pt x="1921" y="642890"/>
                </a:lnTo>
                <a:lnTo>
                  <a:pt x="7579" y="692754"/>
                </a:lnTo>
                <a:lnTo>
                  <a:pt x="16817" y="741232"/>
                </a:lnTo>
                <a:lnTo>
                  <a:pt x="29478" y="788147"/>
                </a:lnTo>
                <a:lnTo>
                  <a:pt x="45405" y="833322"/>
                </a:lnTo>
                <a:lnTo>
                  <a:pt x="64440" y="876580"/>
                </a:lnTo>
                <a:lnTo>
                  <a:pt x="86427" y="917742"/>
                </a:lnTo>
                <a:lnTo>
                  <a:pt x="111207" y="956632"/>
                </a:lnTo>
                <a:lnTo>
                  <a:pt x="138624" y="993071"/>
                </a:lnTo>
                <a:lnTo>
                  <a:pt x="168521" y="1026882"/>
                </a:lnTo>
                <a:lnTo>
                  <a:pt x="200741" y="1057888"/>
                </a:lnTo>
                <a:lnTo>
                  <a:pt x="235125" y="1085911"/>
                </a:lnTo>
                <a:lnTo>
                  <a:pt x="271518" y="1110774"/>
                </a:lnTo>
                <a:lnTo>
                  <a:pt x="309761" y="1132299"/>
                </a:lnTo>
                <a:lnTo>
                  <a:pt x="349699" y="1150308"/>
                </a:lnTo>
                <a:lnTo>
                  <a:pt x="391172" y="1164624"/>
                </a:lnTo>
                <a:lnTo>
                  <a:pt x="434025" y="1175070"/>
                </a:lnTo>
                <a:lnTo>
                  <a:pt x="478100" y="1181468"/>
                </a:lnTo>
                <a:lnTo>
                  <a:pt x="523239" y="1183640"/>
                </a:lnTo>
                <a:lnTo>
                  <a:pt x="568379" y="1181468"/>
                </a:lnTo>
                <a:lnTo>
                  <a:pt x="612454" y="1175070"/>
                </a:lnTo>
                <a:lnTo>
                  <a:pt x="655307" y="1164624"/>
                </a:lnTo>
                <a:lnTo>
                  <a:pt x="696780" y="1150308"/>
                </a:lnTo>
                <a:lnTo>
                  <a:pt x="736718" y="1132299"/>
                </a:lnTo>
                <a:lnTo>
                  <a:pt x="774961" y="1110774"/>
                </a:lnTo>
                <a:lnTo>
                  <a:pt x="811354" y="1085911"/>
                </a:lnTo>
                <a:lnTo>
                  <a:pt x="845738" y="1057888"/>
                </a:lnTo>
                <a:lnTo>
                  <a:pt x="877958" y="1026882"/>
                </a:lnTo>
                <a:lnTo>
                  <a:pt x="907855" y="993071"/>
                </a:lnTo>
                <a:lnTo>
                  <a:pt x="935272" y="956632"/>
                </a:lnTo>
                <a:lnTo>
                  <a:pt x="960052" y="917742"/>
                </a:lnTo>
                <a:lnTo>
                  <a:pt x="982039" y="876580"/>
                </a:lnTo>
                <a:lnTo>
                  <a:pt x="1001074" y="833322"/>
                </a:lnTo>
                <a:lnTo>
                  <a:pt x="1017001" y="788147"/>
                </a:lnTo>
                <a:lnTo>
                  <a:pt x="1029662" y="741232"/>
                </a:lnTo>
                <a:lnTo>
                  <a:pt x="1038900" y="692754"/>
                </a:lnTo>
                <a:lnTo>
                  <a:pt x="1044558" y="642890"/>
                </a:lnTo>
                <a:lnTo>
                  <a:pt x="1046480" y="591820"/>
                </a:lnTo>
                <a:lnTo>
                  <a:pt x="1044558" y="540749"/>
                </a:lnTo>
                <a:lnTo>
                  <a:pt x="1038900" y="490885"/>
                </a:lnTo>
                <a:lnTo>
                  <a:pt x="1029662" y="442407"/>
                </a:lnTo>
                <a:lnTo>
                  <a:pt x="1017001" y="395492"/>
                </a:lnTo>
                <a:lnTo>
                  <a:pt x="1001074" y="350317"/>
                </a:lnTo>
                <a:lnTo>
                  <a:pt x="982039" y="307059"/>
                </a:lnTo>
                <a:lnTo>
                  <a:pt x="960052" y="265897"/>
                </a:lnTo>
                <a:lnTo>
                  <a:pt x="935272" y="227007"/>
                </a:lnTo>
                <a:lnTo>
                  <a:pt x="907855" y="190568"/>
                </a:lnTo>
                <a:lnTo>
                  <a:pt x="877958" y="156757"/>
                </a:lnTo>
                <a:lnTo>
                  <a:pt x="845738" y="125751"/>
                </a:lnTo>
                <a:lnTo>
                  <a:pt x="811354" y="97728"/>
                </a:lnTo>
                <a:lnTo>
                  <a:pt x="774961" y="72865"/>
                </a:lnTo>
                <a:lnTo>
                  <a:pt x="736718" y="51340"/>
                </a:lnTo>
                <a:lnTo>
                  <a:pt x="696780" y="33331"/>
                </a:lnTo>
                <a:lnTo>
                  <a:pt x="655307" y="19015"/>
                </a:lnTo>
                <a:lnTo>
                  <a:pt x="612454" y="8569"/>
                </a:lnTo>
                <a:lnTo>
                  <a:pt x="568379" y="2171"/>
                </a:lnTo>
                <a:lnTo>
                  <a:pt x="5232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295390" y="3539490"/>
            <a:ext cx="1046480" cy="1183640"/>
          </a:xfrm>
          <a:custGeom>
            <a:avLst/>
            <a:gdLst/>
            <a:ahLst/>
            <a:cxnLst/>
            <a:rect l="l" t="t" r="r" b="b"/>
            <a:pathLst>
              <a:path w="1046479" h="1183639">
                <a:moveTo>
                  <a:pt x="0" y="591820"/>
                </a:moveTo>
                <a:lnTo>
                  <a:pt x="1921" y="540749"/>
                </a:lnTo>
                <a:lnTo>
                  <a:pt x="7579" y="490885"/>
                </a:lnTo>
                <a:lnTo>
                  <a:pt x="16817" y="442407"/>
                </a:lnTo>
                <a:lnTo>
                  <a:pt x="29478" y="395492"/>
                </a:lnTo>
                <a:lnTo>
                  <a:pt x="45405" y="350317"/>
                </a:lnTo>
                <a:lnTo>
                  <a:pt x="64440" y="307059"/>
                </a:lnTo>
                <a:lnTo>
                  <a:pt x="86427" y="265897"/>
                </a:lnTo>
                <a:lnTo>
                  <a:pt x="111207" y="227007"/>
                </a:lnTo>
                <a:lnTo>
                  <a:pt x="138624" y="190568"/>
                </a:lnTo>
                <a:lnTo>
                  <a:pt x="168521" y="156757"/>
                </a:lnTo>
                <a:lnTo>
                  <a:pt x="200741" y="125751"/>
                </a:lnTo>
                <a:lnTo>
                  <a:pt x="235125" y="97728"/>
                </a:lnTo>
                <a:lnTo>
                  <a:pt x="271518" y="72865"/>
                </a:lnTo>
                <a:lnTo>
                  <a:pt x="309761" y="51340"/>
                </a:lnTo>
                <a:lnTo>
                  <a:pt x="349699" y="33331"/>
                </a:lnTo>
                <a:lnTo>
                  <a:pt x="391172" y="19015"/>
                </a:lnTo>
                <a:lnTo>
                  <a:pt x="434025" y="8569"/>
                </a:lnTo>
                <a:lnTo>
                  <a:pt x="478100" y="2171"/>
                </a:lnTo>
                <a:lnTo>
                  <a:pt x="523239" y="0"/>
                </a:lnTo>
                <a:lnTo>
                  <a:pt x="568379" y="2171"/>
                </a:lnTo>
                <a:lnTo>
                  <a:pt x="612454" y="8569"/>
                </a:lnTo>
                <a:lnTo>
                  <a:pt x="655307" y="19015"/>
                </a:lnTo>
                <a:lnTo>
                  <a:pt x="696780" y="33331"/>
                </a:lnTo>
                <a:lnTo>
                  <a:pt x="736718" y="51340"/>
                </a:lnTo>
                <a:lnTo>
                  <a:pt x="774961" y="72865"/>
                </a:lnTo>
                <a:lnTo>
                  <a:pt x="811354" y="97728"/>
                </a:lnTo>
                <a:lnTo>
                  <a:pt x="845738" y="125751"/>
                </a:lnTo>
                <a:lnTo>
                  <a:pt x="877958" y="156757"/>
                </a:lnTo>
                <a:lnTo>
                  <a:pt x="907855" y="190568"/>
                </a:lnTo>
                <a:lnTo>
                  <a:pt x="935272" y="227007"/>
                </a:lnTo>
                <a:lnTo>
                  <a:pt x="960052" y="265897"/>
                </a:lnTo>
                <a:lnTo>
                  <a:pt x="982039" y="307059"/>
                </a:lnTo>
                <a:lnTo>
                  <a:pt x="1001074" y="350317"/>
                </a:lnTo>
                <a:lnTo>
                  <a:pt x="1017001" y="395492"/>
                </a:lnTo>
                <a:lnTo>
                  <a:pt x="1029662" y="442407"/>
                </a:lnTo>
                <a:lnTo>
                  <a:pt x="1038900" y="490885"/>
                </a:lnTo>
                <a:lnTo>
                  <a:pt x="1044558" y="540749"/>
                </a:lnTo>
                <a:lnTo>
                  <a:pt x="1046480" y="591820"/>
                </a:lnTo>
                <a:lnTo>
                  <a:pt x="1044558" y="642890"/>
                </a:lnTo>
                <a:lnTo>
                  <a:pt x="1038900" y="692754"/>
                </a:lnTo>
                <a:lnTo>
                  <a:pt x="1029662" y="741232"/>
                </a:lnTo>
                <a:lnTo>
                  <a:pt x="1017001" y="788147"/>
                </a:lnTo>
                <a:lnTo>
                  <a:pt x="1001074" y="833322"/>
                </a:lnTo>
                <a:lnTo>
                  <a:pt x="982039" y="876580"/>
                </a:lnTo>
                <a:lnTo>
                  <a:pt x="960052" y="917742"/>
                </a:lnTo>
                <a:lnTo>
                  <a:pt x="935272" y="956632"/>
                </a:lnTo>
                <a:lnTo>
                  <a:pt x="907855" y="993071"/>
                </a:lnTo>
                <a:lnTo>
                  <a:pt x="877958" y="1026882"/>
                </a:lnTo>
                <a:lnTo>
                  <a:pt x="845738" y="1057888"/>
                </a:lnTo>
                <a:lnTo>
                  <a:pt x="811354" y="1085911"/>
                </a:lnTo>
                <a:lnTo>
                  <a:pt x="774961" y="1110774"/>
                </a:lnTo>
                <a:lnTo>
                  <a:pt x="736718" y="1132299"/>
                </a:lnTo>
                <a:lnTo>
                  <a:pt x="696780" y="1150308"/>
                </a:lnTo>
                <a:lnTo>
                  <a:pt x="655307" y="1164624"/>
                </a:lnTo>
                <a:lnTo>
                  <a:pt x="612454" y="1175070"/>
                </a:lnTo>
                <a:lnTo>
                  <a:pt x="568379" y="1181468"/>
                </a:lnTo>
                <a:lnTo>
                  <a:pt x="523239" y="1183640"/>
                </a:lnTo>
                <a:lnTo>
                  <a:pt x="478100" y="1181468"/>
                </a:lnTo>
                <a:lnTo>
                  <a:pt x="434025" y="1175070"/>
                </a:lnTo>
                <a:lnTo>
                  <a:pt x="391172" y="1164624"/>
                </a:lnTo>
                <a:lnTo>
                  <a:pt x="349699" y="1150308"/>
                </a:lnTo>
                <a:lnTo>
                  <a:pt x="309761" y="1132299"/>
                </a:lnTo>
                <a:lnTo>
                  <a:pt x="271518" y="1110774"/>
                </a:lnTo>
                <a:lnTo>
                  <a:pt x="235125" y="1085911"/>
                </a:lnTo>
                <a:lnTo>
                  <a:pt x="200741" y="1057888"/>
                </a:lnTo>
                <a:lnTo>
                  <a:pt x="168521" y="1026882"/>
                </a:lnTo>
                <a:lnTo>
                  <a:pt x="138624" y="993071"/>
                </a:lnTo>
                <a:lnTo>
                  <a:pt x="111207" y="956632"/>
                </a:lnTo>
                <a:lnTo>
                  <a:pt x="86427" y="917742"/>
                </a:lnTo>
                <a:lnTo>
                  <a:pt x="64440" y="876580"/>
                </a:lnTo>
                <a:lnTo>
                  <a:pt x="45405" y="833322"/>
                </a:lnTo>
                <a:lnTo>
                  <a:pt x="29478" y="788147"/>
                </a:lnTo>
                <a:lnTo>
                  <a:pt x="16817" y="741232"/>
                </a:lnTo>
                <a:lnTo>
                  <a:pt x="7579" y="692754"/>
                </a:lnTo>
                <a:lnTo>
                  <a:pt x="1921" y="642890"/>
                </a:lnTo>
                <a:lnTo>
                  <a:pt x="0" y="59182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807709" y="4311650"/>
            <a:ext cx="510540" cy="568960"/>
          </a:xfrm>
          <a:custGeom>
            <a:avLst/>
            <a:gdLst/>
            <a:ahLst/>
            <a:cxnLst/>
            <a:rect l="l" t="t" r="r" b="b"/>
            <a:pathLst>
              <a:path w="510539" h="568960">
                <a:moveTo>
                  <a:pt x="255269" y="0"/>
                </a:moveTo>
                <a:lnTo>
                  <a:pt x="209387" y="4583"/>
                </a:lnTo>
                <a:lnTo>
                  <a:pt x="166202" y="17799"/>
                </a:lnTo>
                <a:lnTo>
                  <a:pt x="126435" y="38843"/>
                </a:lnTo>
                <a:lnTo>
                  <a:pt x="90807" y="66911"/>
                </a:lnTo>
                <a:lnTo>
                  <a:pt x="60040" y="101199"/>
                </a:lnTo>
                <a:lnTo>
                  <a:pt x="34854" y="140904"/>
                </a:lnTo>
                <a:lnTo>
                  <a:pt x="15971" y="185221"/>
                </a:lnTo>
                <a:lnTo>
                  <a:pt x="4113" y="233348"/>
                </a:lnTo>
                <a:lnTo>
                  <a:pt x="0" y="284480"/>
                </a:lnTo>
                <a:lnTo>
                  <a:pt x="4113" y="335611"/>
                </a:lnTo>
                <a:lnTo>
                  <a:pt x="15971" y="383738"/>
                </a:lnTo>
                <a:lnTo>
                  <a:pt x="34854" y="428055"/>
                </a:lnTo>
                <a:lnTo>
                  <a:pt x="60040" y="467760"/>
                </a:lnTo>
                <a:lnTo>
                  <a:pt x="90807" y="502048"/>
                </a:lnTo>
                <a:lnTo>
                  <a:pt x="126435" y="530116"/>
                </a:lnTo>
                <a:lnTo>
                  <a:pt x="166202" y="551160"/>
                </a:lnTo>
                <a:lnTo>
                  <a:pt x="209387" y="564376"/>
                </a:lnTo>
                <a:lnTo>
                  <a:pt x="255269" y="568960"/>
                </a:lnTo>
                <a:lnTo>
                  <a:pt x="301152" y="564376"/>
                </a:lnTo>
                <a:lnTo>
                  <a:pt x="344337" y="551160"/>
                </a:lnTo>
                <a:lnTo>
                  <a:pt x="384104" y="530116"/>
                </a:lnTo>
                <a:lnTo>
                  <a:pt x="419732" y="502048"/>
                </a:lnTo>
                <a:lnTo>
                  <a:pt x="450499" y="467760"/>
                </a:lnTo>
                <a:lnTo>
                  <a:pt x="475685" y="428055"/>
                </a:lnTo>
                <a:lnTo>
                  <a:pt x="494568" y="383738"/>
                </a:lnTo>
                <a:lnTo>
                  <a:pt x="506426" y="335611"/>
                </a:lnTo>
                <a:lnTo>
                  <a:pt x="510539" y="284480"/>
                </a:lnTo>
                <a:lnTo>
                  <a:pt x="506426" y="233348"/>
                </a:lnTo>
                <a:lnTo>
                  <a:pt x="494568" y="185221"/>
                </a:lnTo>
                <a:lnTo>
                  <a:pt x="475685" y="140904"/>
                </a:lnTo>
                <a:lnTo>
                  <a:pt x="450499" y="101199"/>
                </a:lnTo>
                <a:lnTo>
                  <a:pt x="419732" y="66911"/>
                </a:lnTo>
                <a:lnTo>
                  <a:pt x="384104" y="38843"/>
                </a:lnTo>
                <a:lnTo>
                  <a:pt x="344337" y="17799"/>
                </a:lnTo>
                <a:lnTo>
                  <a:pt x="301152" y="4583"/>
                </a:lnTo>
                <a:lnTo>
                  <a:pt x="2552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07709" y="4311650"/>
            <a:ext cx="510540" cy="568960"/>
          </a:xfrm>
          <a:custGeom>
            <a:avLst/>
            <a:gdLst/>
            <a:ahLst/>
            <a:cxnLst/>
            <a:rect l="l" t="t" r="r" b="b"/>
            <a:pathLst>
              <a:path w="510539" h="568960">
                <a:moveTo>
                  <a:pt x="0" y="284480"/>
                </a:moveTo>
                <a:lnTo>
                  <a:pt x="4113" y="233348"/>
                </a:lnTo>
                <a:lnTo>
                  <a:pt x="15971" y="185221"/>
                </a:lnTo>
                <a:lnTo>
                  <a:pt x="34854" y="140904"/>
                </a:lnTo>
                <a:lnTo>
                  <a:pt x="60040" y="101199"/>
                </a:lnTo>
                <a:lnTo>
                  <a:pt x="90807" y="66911"/>
                </a:lnTo>
                <a:lnTo>
                  <a:pt x="126435" y="38843"/>
                </a:lnTo>
                <a:lnTo>
                  <a:pt x="166202" y="17799"/>
                </a:lnTo>
                <a:lnTo>
                  <a:pt x="209387" y="4583"/>
                </a:lnTo>
                <a:lnTo>
                  <a:pt x="255269" y="0"/>
                </a:lnTo>
                <a:lnTo>
                  <a:pt x="301152" y="4583"/>
                </a:lnTo>
                <a:lnTo>
                  <a:pt x="344337" y="17799"/>
                </a:lnTo>
                <a:lnTo>
                  <a:pt x="384104" y="38843"/>
                </a:lnTo>
                <a:lnTo>
                  <a:pt x="419732" y="66911"/>
                </a:lnTo>
                <a:lnTo>
                  <a:pt x="450499" y="101199"/>
                </a:lnTo>
                <a:lnTo>
                  <a:pt x="475685" y="140904"/>
                </a:lnTo>
                <a:lnTo>
                  <a:pt x="494568" y="185221"/>
                </a:lnTo>
                <a:lnTo>
                  <a:pt x="506426" y="233348"/>
                </a:lnTo>
                <a:lnTo>
                  <a:pt x="510539" y="284480"/>
                </a:lnTo>
                <a:lnTo>
                  <a:pt x="506426" y="335611"/>
                </a:lnTo>
                <a:lnTo>
                  <a:pt x="494568" y="383738"/>
                </a:lnTo>
                <a:lnTo>
                  <a:pt x="475685" y="428055"/>
                </a:lnTo>
                <a:lnTo>
                  <a:pt x="450499" y="467760"/>
                </a:lnTo>
                <a:lnTo>
                  <a:pt x="419732" y="502048"/>
                </a:lnTo>
                <a:lnTo>
                  <a:pt x="384104" y="530116"/>
                </a:lnTo>
                <a:lnTo>
                  <a:pt x="344337" y="551160"/>
                </a:lnTo>
                <a:lnTo>
                  <a:pt x="301152" y="564376"/>
                </a:lnTo>
                <a:lnTo>
                  <a:pt x="255269" y="568960"/>
                </a:lnTo>
                <a:lnTo>
                  <a:pt x="209387" y="564376"/>
                </a:lnTo>
                <a:lnTo>
                  <a:pt x="166202" y="551160"/>
                </a:lnTo>
                <a:lnTo>
                  <a:pt x="126435" y="530116"/>
                </a:lnTo>
                <a:lnTo>
                  <a:pt x="90807" y="502048"/>
                </a:lnTo>
                <a:lnTo>
                  <a:pt x="60040" y="467760"/>
                </a:lnTo>
                <a:lnTo>
                  <a:pt x="34854" y="428055"/>
                </a:lnTo>
                <a:lnTo>
                  <a:pt x="15971" y="383738"/>
                </a:lnTo>
                <a:lnTo>
                  <a:pt x="4113" y="335611"/>
                </a:lnTo>
                <a:lnTo>
                  <a:pt x="0" y="28448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153909" y="4283709"/>
            <a:ext cx="510540" cy="568960"/>
          </a:xfrm>
          <a:custGeom>
            <a:avLst/>
            <a:gdLst/>
            <a:ahLst/>
            <a:cxnLst/>
            <a:rect l="l" t="t" r="r" b="b"/>
            <a:pathLst>
              <a:path w="510540" h="568960">
                <a:moveTo>
                  <a:pt x="255270" y="0"/>
                </a:moveTo>
                <a:lnTo>
                  <a:pt x="209387" y="4583"/>
                </a:lnTo>
                <a:lnTo>
                  <a:pt x="166202" y="17799"/>
                </a:lnTo>
                <a:lnTo>
                  <a:pt x="126435" y="38843"/>
                </a:lnTo>
                <a:lnTo>
                  <a:pt x="90807" y="66911"/>
                </a:lnTo>
                <a:lnTo>
                  <a:pt x="60040" y="101199"/>
                </a:lnTo>
                <a:lnTo>
                  <a:pt x="34854" y="140904"/>
                </a:lnTo>
                <a:lnTo>
                  <a:pt x="15971" y="185221"/>
                </a:lnTo>
                <a:lnTo>
                  <a:pt x="4113" y="233348"/>
                </a:lnTo>
                <a:lnTo>
                  <a:pt x="0" y="284479"/>
                </a:lnTo>
                <a:lnTo>
                  <a:pt x="4113" y="335611"/>
                </a:lnTo>
                <a:lnTo>
                  <a:pt x="15971" y="383738"/>
                </a:lnTo>
                <a:lnTo>
                  <a:pt x="34854" y="428055"/>
                </a:lnTo>
                <a:lnTo>
                  <a:pt x="60040" y="467760"/>
                </a:lnTo>
                <a:lnTo>
                  <a:pt x="90807" y="502048"/>
                </a:lnTo>
                <a:lnTo>
                  <a:pt x="126435" y="530116"/>
                </a:lnTo>
                <a:lnTo>
                  <a:pt x="166202" y="551160"/>
                </a:lnTo>
                <a:lnTo>
                  <a:pt x="209387" y="564376"/>
                </a:lnTo>
                <a:lnTo>
                  <a:pt x="255270" y="568959"/>
                </a:lnTo>
                <a:lnTo>
                  <a:pt x="301152" y="564376"/>
                </a:lnTo>
                <a:lnTo>
                  <a:pt x="344337" y="551160"/>
                </a:lnTo>
                <a:lnTo>
                  <a:pt x="384104" y="530116"/>
                </a:lnTo>
                <a:lnTo>
                  <a:pt x="419732" y="502048"/>
                </a:lnTo>
                <a:lnTo>
                  <a:pt x="450499" y="467760"/>
                </a:lnTo>
                <a:lnTo>
                  <a:pt x="475685" y="428055"/>
                </a:lnTo>
                <a:lnTo>
                  <a:pt x="494568" y="383738"/>
                </a:lnTo>
                <a:lnTo>
                  <a:pt x="506426" y="335611"/>
                </a:lnTo>
                <a:lnTo>
                  <a:pt x="510540" y="284479"/>
                </a:lnTo>
                <a:lnTo>
                  <a:pt x="506426" y="233348"/>
                </a:lnTo>
                <a:lnTo>
                  <a:pt x="494568" y="185221"/>
                </a:lnTo>
                <a:lnTo>
                  <a:pt x="475685" y="140904"/>
                </a:lnTo>
                <a:lnTo>
                  <a:pt x="450499" y="101199"/>
                </a:lnTo>
                <a:lnTo>
                  <a:pt x="419732" y="66911"/>
                </a:lnTo>
                <a:lnTo>
                  <a:pt x="384104" y="38843"/>
                </a:lnTo>
                <a:lnTo>
                  <a:pt x="344337" y="17799"/>
                </a:lnTo>
                <a:lnTo>
                  <a:pt x="301152" y="4583"/>
                </a:lnTo>
                <a:lnTo>
                  <a:pt x="2552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53909" y="4283709"/>
            <a:ext cx="510540" cy="568960"/>
          </a:xfrm>
          <a:custGeom>
            <a:avLst/>
            <a:gdLst/>
            <a:ahLst/>
            <a:cxnLst/>
            <a:rect l="l" t="t" r="r" b="b"/>
            <a:pathLst>
              <a:path w="510540" h="568960">
                <a:moveTo>
                  <a:pt x="0" y="284479"/>
                </a:moveTo>
                <a:lnTo>
                  <a:pt x="4113" y="233348"/>
                </a:lnTo>
                <a:lnTo>
                  <a:pt x="15971" y="185221"/>
                </a:lnTo>
                <a:lnTo>
                  <a:pt x="34854" y="140904"/>
                </a:lnTo>
                <a:lnTo>
                  <a:pt x="60040" y="101199"/>
                </a:lnTo>
                <a:lnTo>
                  <a:pt x="90807" y="66911"/>
                </a:lnTo>
                <a:lnTo>
                  <a:pt x="126435" y="38843"/>
                </a:lnTo>
                <a:lnTo>
                  <a:pt x="166202" y="17799"/>
                </a:lnTo>
                <a:lnTo>
                  <a:pt x="209387" y="4583"/>
                </a:lnTo>
                <a:lnTo>
                  <a:pt x="255270" y="0"/>
                </a:lnTo>
                <a:lnTo>
                  <a:pt x="301152" y="4583"/>
                </a:lnTo>
                <a:lnTo>
                  <a:pt x="344337" y="17799"/>
                </a:lnTo>
                <a:lnTo>
                  <a:pt x="384104" y="38843"/>
                </a:lnTo>
                <a:lnTo>
                  <a:pt x="419732" y="66911"/>
                </a:lnTo>
                <a:lnTo>
                  <a:pt x="450499" y="101199"/>
                </a:lnTo>
                <a:lnTo>
                  <a:pt x="475685" y="140904"/>
                </a:lnTo>
                <a:lnTo>
                  <a:pt x="494568" y="185221"/>
                </a:lnTo>
                <a:lnTo>
                  <a:pt x="506426" y="233348"/>
                </a:lnTo>
                <a:lnTo>
                  <a:pt x="510540" y="284479"/>
                </a:lnTo>
                <a:lnTo>
                  <a:pt x="506426" y="335611"/>
                </a:lnTo>
                <a:lnTo>
                  <a:pt x="494568" y="383738"/>
                </a:lnTo>
                <a:lnTo>
                  <a:pt x="475685" y="428055"/>
                </a:lnTo>
                <a:lnTo>
                  <a:pt x="450499" y="467760"/>
                </a:lnTo>
                <a:lnTo>
                  <a:pt x="419732" y="502048"/>
                </a:lnTo>
                <a:lnTo>
                  <a:pt x="384104" y="530116"/>
                </a:lnTo>
                <a:lnTo>
                  <a:pt x="344337" y="551160"/>
                </a:lnTo>
                <a:lnTo>
                  <a:pt x="301152" y="564376"/>
                </a:lnTo>
                <a:lnTo>
                  <a:pt x="255270" y="568959"/>
                </a:lnTo>
                <a:lnTo>
                  <a:pt x="209387" y="564376"/>
                </a:lnTo>
                <a:lnTo>
                  <a:pt x="166202" y="551160"/>
                </a:lnTo>
                <a:lnTo>
                  <a:pt x="126435" y="530116"/>
                </a:lnTo>
                <a:lnTo>
                  <a:pt x="90807" y="502048"/>
                </a:lnTo>
                <a:lnTo>
                  <a:pt x="60040" y="467760"/>
                </a:lnTo>
                <a:lnTo>
                  <a:pt x="34854" y="428055"/>
                </a:lnTo>
                <a:lnTo>
                  <a:pt x="15971" y="383738"/>
                </a:lnTo>
                <a:lnTo>
                  <a:pt x="4113" y="335611"/>
                </a:lnTo>
                <a:lnTo>
                  <a:pt x="0" y="2844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67070" y="4060190"/>
            <a:ext cx="406400" cy="444500"/>
          </a:xfrm>
          <a:custGeom>
            <a:avLst/>
            <a:gdLst/>
            <a:ahLst/>
            <a:cxnLst/>
            <a:rect l="l" t="t" r="r" b="b"/>
            <a:pathLst>
              <a:path w="406400" h="444500">
                <a:moveTo>
                  <a:pt x="203200" y="0"/>
                </a:moveTo>
                <a:lnTo>
                  <a:pt x="156594" y="5866"/>
                </a:lnTo>
                <a:lnTo>
                  <a:pt x="113818" y="22578"/>
                </a:lnTo>
                <a:lnTo>
                  <a:pt x="76090" y="48805"/>
                </a:lnTo>
                <a:lnTo>
                  <a:pt x="44626" y="83217"/>
                </a:lnTo>
                <a:lnTo>
                  <a:pt x="20645" y="124482"/>
                </a:lnTo>
                <a:lnTo>
                  <a:pt x="5364" y="171270"/>
                </a:lnTo>
                <a:lnTo>
                  <a:pt x="0" y="222250"/>
                </a:lnTo>
                <a:lnTo>
                  <a:pt x="5364" y="273189"/>
                </a:lnTo>
                <a:lnTo>
                  <a:pt x="20645" y="319962"/>
                </a:lnTo>
                <a:lnTo>
                  <a:pt x="44626" y="361229"/>
                </a:lnTo>
                <a:lnTo>
                  <a:pt x="76090" y="395654"/>
                </a:lnTo>
                <a:lnTo>
                  <a:pt x="113818" y="421899"/>
                </a:lnTo>
                <a:lnTo>
                  <a:pt x="156594" y="438626"/>
                </a:lnTo>
                <a:lnTo>
                  <a:pt x="203200" y="444500"/>
                </a:lnTo>
                <a:lnTo>
                  <a:pt x="249805" y="438626"/>
                </a:lnTo>
                <a:lnTo>
                  <a:pt x="292581" y="421899"/>
                </a:lnTo>
                <a:lnTo>
                  <a:pt x="330309" y="395654"/>
                </a:lnTo>
                <a:lnTo>
                  <a:pt x="361773" y="361229"/>
                </a:lnTo>
                <a:lnTo>
                  <a:pt x="385754" y="319962"/>
                </a:lnTo>
                <a:lnTo>
                  <a:pt x="401035" y="273189"/>
                </a:lnTo>
                <a:lnTo>
                  <a:pt x="406400" y="222250"/>
                </a:lnTo>
                <a:lnTo>
                  <a:pt x="401035" y="171270"/>
                </a:lnTo>
                <a:lnTo>
                  <a:pt x="385754" y="124482"/>
                </a:lnTo>
                <a:lnTo>
                  <a:pt x="361773" y="83217"/>
                </a:lnTo>
                <a:lnTo>
                  <a:pt x="330309" y="48805"/>
                </a:lnTo>
                <a:lnTo>
                  <a:pt x="292581" y="22578"/>
                </a:lnTo>
                <a:lnTo>
                  <a:pt x="249805" y="5866"/>
                </a:lnTo>
                <a:lnTo>
                  <a:pt x="203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67070" y="4060190"/>
            <a:ext cx="406400" cy="444500"/>
          </a:xfrm>
          <a:custGeom>
            <a:avLst/>
            <a:gdLst/>
            <a:ahLst/>
            <a:cxnLst/>
            <a:rect l="l" t="t" r="r" b="b"/>
            <a:pathLst>
              <a:path w="406400" h="444500">
                <a:moveTo>
                  <a:pt x="0" y="222250"/>
                </a:moveTo>
                <a:lnTo>
                  <a:pt x="5364" y="171270"/>
                </a:lnTo>
                <a:lnTo>
                  <a:pt x="20645" y="124482"/>
                </a:lnTo>
                <a:lnTo>
                  <a:pt x="44626" y="83217"/>
                </a:lnTo>
                <a:lnTo>
                  <a:pt x="76090" y="48805"/>
                </a:lnTo>
                <a:lnTo>
                  <a:pt x="113818" y="22578"/>
                </a:lnTo>
                <a:lnTo>
                  <a:pt x="156594" y="5866"/>
                </a:lnTo>
                <a:lnTo>
                  <a:pt x="203200" y="0"/>
                </a:lnTo>
                <a:lnTo>
                  <a:pt x="249805" y="5866"/>
                </a:lnTo>
                <a:lnTo>
                  <a:pt x="292581" y="22578"/>
                </a:lnTo>
                <a:lnTo>
                  <a:pt x="330309" y="48805"/>
                </a:lnTo>
                <a:lnTo>
                  <a:pt x="361773" y="83217"/>
                </a:lnTo>
                <a:lnTo>
                  <a:pt x="385754" y="124482"/>
                </a:lnTo>
                <a:lnTo>
                  <a:pt x="401035" y="171270"/>
                </a:lnTo>
                <a:lnTo>
                  <a:pt x="406400" y="222250"/>
                </a:lnTo>
                <a:lnTo>
                  <a:pt x="401035" y="273189"/>
                </a:lnTo>
                <a:lnTo>
                  <a:pt x="385754" y="319962"/>
                </a:lnTo>
                <a:lnTo>
                  <a:pt x="361773" y="361229"/>
                </a:lnTo>
                <a:lnTo>
                  <a:pt x="330309" y="395654"/>
                </a:lnTo>
                <a:lnTo>
                  <a:pt x="292581" y="421899"/>
                </a:lnTo>
                <a:lnTo>
                  <a:pt x="249805" y="438626"/>
                </a:lnTo>
                <a:lnTo>
                  <a:pt x="203200" y="444500"/>
                </a:lnTo>
                <a:lnTo>
                  <a:pt x="156594" y="438626"/>
                </a:lnTo>
                <a:lnTo>
                  <a:pt x="113818" y="421899"/>
                </a:lnTo>
                <a:lnTo>
                  <a:pt x="76090" y="395654"/>
                </a:lnTo>
                <a:lnTo>
                  <a:pt x="44626" y="361229"/>
                </a:lnTo>
                <a:lnTo>
                  <a:pt x="20645" y="319962"/>
                </a:lnTo>
                <a:lnTo>
                  <a:pt x="5364" y="273189"/>
                </a:lnTo>
                <a:lnTo>
                  <a:pt x="0" y="2222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0880" y="2214879"/>
            <a:ext cx="3362960" cy="2016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35879" y="2159000"/>
            <a:ext cx="3365500" cy="20167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08929" y="3115310"/>
            <a:ext cx="767080" cy="609600"/>
          </a:xfrm>
          <a:custGeom>
            <a:avLst/>
            <a:gdLst/>
            <a:ahLst/>
            <a:cxnLst/>
            <a:rect l="l" t="t" r="r" b="b"/>
            <a:pathLst>
              <a:path w="767079" h="609600">
                <a:moveTo>
                  <a:pt x="383540" y="0"/>
                </a:moveTo>
                <a:lnTo>
                  <a:pt x="331493" y="2783"/>
                </a:lnTo>
                <a:lnTo>
                  <a:pt x="281575" y="10892"/>
                </a:lnTo>
                <a:lnTo>
                  <a:pt x="234243" y="23961"/>
                </a:lnTo>
                <a:lnTo>
                  <a:pt x="189954" y="41627"/>
                </a:lnTo>
                <a:lnTo>
                  <a:pt x="149164" y="63527"/>
                </a:lnTo>
                <a:lnTo>
                  <a:pt x="112331" y="89296"/>
                </a:lnTo>
                <a:lnTo>
                  <a:pt x="79911" y="118571"/>
                </a:lnTo>
                <a:lnTo>
                  <a:pt x="52361" y="150988"/>
                </a:lnTo>
                <a:lnTo>
                  <a:pt x="30138" y="186183"/>
                </a:lnTo>
                <a:lnTo>
                  <a:pt x="13699" y="223793"/>
                </a:lnTo>
                <a:lnTo>
                  <a:pt x="3501" y="263453"/>
                </a:lnTo>
                <a:lnTo>
                  <a:pt x="0" y="304800"/>
                </a:lnTo>
                <a:lnTo>
                  <a:pt x="3501" y="346146"/>
                </a:lnTo>
                <a:lnTo>
                  <a:pt x="13699" y="385806"/>
                </a:lnTo>
                <a:lnTo>
                  <a:pt x="30138" y="423416"/>
                </a:lnTo>
                <a:lnTo>
                  <a:pt x="52361" y="458611"/>
                </a:lnTo>
                <a:lnTo>
                  <a:pt x="79911" y="491028"/>
                </a:lnTo>
                <a:lnTo>
                  <a:pt x="112331" y="520303"/>
                </a:lnTo>
                <a:lnTo>
                  <a:pt x="149164" y="546072"/>
                </a:lnTo>
                <a:lnTo>
                  <a:pt x="189954" y="567972"/>
                </a:lnTo>
                <a:lnTo>
                  <a:pt x="234243" y="585638"/>
                </a:lnTo>
                <a:lnTo>
                  <a:pt x="281575" y="598707"/>
                </a:lnTo>
                <a:lnTo>
                  <a:pt x="331493" y="606816"/>
                </a:lnTo>
                <a:lnTo>
                  <a:pt x="383540" y="609600"/>
                </a:lnTo>
                <a:lnTo>
                  <a:pt x="435586" y="606816"/>
                </a:lnTo>
                <a:lnTo>
                  <a:pt x="485504" y="598707"/>
                </a:lnTo>
                <a:lnTo>
                  <a:pt x="532836" y="585638"/>
                </a:lnTo>
                <a:lnTo>
                  <a:pt x="577125" y="567972"/>
                </a:lnTo>
                <a:lnTo>
                  <a:pt x="617915" y="546072"/>
                </a:lnTo>
                <a:lnTo>
                  <a:pt x="654748" y="520303"/>
                </a:lnTo>
                <a:lnTo>
                  <a:pt x="687168" y="491028"/>
                </a:lnTo>
                <a:lnTo>
                  <a:pt x="714718" y="458611"/>
                </a:lnTo>
                <a:lnTo>
                  <a:pt x="736941" y="423416"/>
                </a:lnTo>
                <a:lnTo>
                  <a:pt x="753380" y="385806"/>
                </a:lnTo>
                <a:lnTo>
                  <a:pt x="763578" y="346146"/>
                </a:lnTo>
                <a:lnTo>
                  <a:pt x="767080" y="304800"/>
                </a:lnTo>
                <a:lnTo>
                  <a:pt x="763578" y="263453"/>
                </a:lnTo>
                <a:lnTo>
                  <a:pt x="753380" y="223793"/>
                </a:lnTo>
                <a:lnTo>
                  <a:pt x="736941" y="186183"/>
                </a:lnTo>
                <a:lnTo>
                  <a:pt x="714718" y="150988"/>
                </a:lnTo>
                <a:lnTo>
                  <a:pt x="687168" y="118571"/>
                </a:lnTo>
                <a:lnTo>
                  <a:pt x="654748" y="89296"/>
                </a:lnTo>
                <a:lnTo>
                  <a:pt x="617915" y="63527"/>
                </a:lnTo>
                <a:lnTo>
                  <a:pt x="577125" y="41627"/>
                </a:lnTo>
                <a:lnTo>
                  <a:pt x="532836" y="23961"/>
                </a:lnTo>
                <a:lnTo>
                  <a:pt x="485504" y="10892"/>
                </a:lnTo>
                <a:lnTo>
                  <a:pt x="435586" y="2783"/>
                </a:lnTo>
                <a:lnTo>
                  <a:pt x="3835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08929" y="3115310"/>
            <a:ext cx="767080" cy="609600"/>
          </a:xfrm>
          <a:custGeom>
            <a:avLst/>
            <a:gdLst/>
            <a:ahLst/>
            <a:cxnLst/>
            <a:rect l="l" t="t" r="r" b="b"/>
            <a:pathLst>
              <a:path w="767079" h="609600">
                <a:moveTo>
                  <a:pt x="0" y="304800"/>
                </a:moveTo>
                <a:lnTo>
                  <a:pt x="3501" y="263453"/>
                </a:lnTo>
                <a:lnTo>
                  <a:pt x="13699" y="223793"/>
                </a:lnTo>
                <a:lnTo>
                  <a:pt x="30138" y="186183"/>
                </a:lnTo>
                <a:lnTo>
                  <a:pt x="52361" y="150988"/>
                </a:lnTo>
                <a:lnTo>
                  <a:pt x="79911" y="118571"/>
                </a:lnTo>
                <a:lnTo>
                  <a:pt x="112331" y="89296"/>
                </a:lnTo>
                <a:lnTo>
                  <a:pt x="149164" y="63527"/>
                </a:lnTo>
                <a:lnTo>
                  <a:pt x="189954" y="41627"/>
                </a:lnTo>
                <a:lnTo>
                  <a:pt x="234243" y="23961"/>
                </a:lnTo>
                <a:lnTo>
                  <a:pt x="281575" y="10892"/>
                </a:lnTo>
                <a:lnTo>
                  <a:pt x="331493" y="2783"/>
                </a:lnTo>
                <a:lnTo>
                  <a:pt x="383540" y="0"/>
                </a:lnTo>
                <a:lnTo>
                  <a:pt x="435586" y="2783"/>
                </a:lnTo>
                <a:lnTo>
                  <a:pt x="485504" y="10892"/>
                </a:lnTo>
                <a:lnTo>
                  <a:pt x="532836" y="23961"/>
                </a:lnTo>
                <a:lnTo>
                  <a:pt x="577125" y="41627"/>
                </a:lnTo>
                <a:lnTo>
                  <a:pt x="617915" y="63527"/>
                </a:lnTo>
                <a:lnTo>
                  <a:pt x="654748" y="89296"/>
                </a:lnTo>
                <a:lnTo>
                  <a:pt x="687168" y="118571"/>
                </a:lnTo>
                <a:lnTo>
                  <a:pt x="714718" y="150988"/>
                </a:lnTo>
                <a:lnTo>
                  <a:pt x="736941" y="186183"/>
                </a:lnTo>
                <a:lnTo>
                  <a:pt x="753380" y="223793"/>
                </a:lnTo>
                <a:lnTo>
                  <a:pt x="763578" y="263453"/>
                </a:lnTo>
                <a:lnTo>
                  <a:pt x="767080" y="304800"/>
                </a:lnTo>
                <a:lnTo>
                  <a:pt x="763578" y="346146"/>
                </a:lnTo>
                <a:lnTo>
                  <a:pt x="753380" y="385806"/>
                </a:lnTo>
                <a:lnTo>
                  <a:pt x="736941" y="423416"/>
                </a:lnTo>
                <a:lnTo>
                  <a:pt x="714718" y="458611"/>
                </a:lnTo>
                <a:lnTo>
                  <a:pt x="687168" y="491028"/>
                </a:lnTo>
                <a:lnTo>
                  <a:pt x="654748" y="520303"/>
                </a:lnTo>
                <a:lnTo>
                  <a:pt x="617915" y="546072"/>
                </a:lnTo>
                <a:lnTo>
                  <a:pt x="577125" y="567972"/>
                </a:lnTo>
                <a:lnTo>
                  <a:pt x="532836" y="585638"/>
                </a:lnTo>
                <a:lnTo>
                  <a:pt x="485504" y="598707"/>
                </a:lnTo>
                <a:lnTo>
                  <a:pt x="435586" y="606816"/>
                </a:lnTo>
                <a:lnTo>
                  <a:pt x="383540" y="609600"/>
                </a:lnTo>
                <a:lnTo>
                  <a:pt x="331493" y="606816"/>
                </a:lnTo>
                <a:lnTo>
                  <a:pt x="281575" y="598707"/>
                </a:lnTo>
                <a:lnTo>
                  <a:pt x="234243" y="585638"/>
                </a:lnTo>
                <a:lnTo>
                  <a:pt x="189954" y="567972"/>
                </a:lnTo>
                <a:lnTo>
                  <a:pt x="149164" y="546072"/>
                </a:lnTo>
                <a:lnTo>
                  <a:pt x="112331" y="520303"/>
                </a:lnTo>
                <a:lnTo>
                  <a:pt x="79911" y="491028"/>
                </a:lnTo>
                <a:lnTo>
                  <a:pt x="52361" y="458611"/>
                </a:lnTo>
                <a:lnTo>
                  <a:pt x="30138" y="423416"/>
                </a:lnTo>
                <a:lnTo>
                  <a:pt x="13699" y="385806"/>
                </a:lnTo>
                <a:lnTo>
                  <a:pt x="3501" y="346146"/>
                </a:lnTo>
                <a:lnTo>
                  <a:pt x="0" y="3048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4200" y="2212339"/>
            <a:ext cx="3573779" cy="2743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31740" y="2075179"/>
            <a:ext cx="3573779" cy="2740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43929" y="2752089"/>
            <a:ext cx="1087120" cy="436880"/>
          </a:xfrm>
          <a:custGeom>
            <a:avLst/>
            <a:gdLst/>
            <a:ahLst/>
            <a:cxnLst/>
            <a:rect l="l" t="t" r="r" b="b"/>
            <a:pathLst>
              <a:path w="1087120" h="436880">
                <a:moveTo>
                  <a:pt x="543560" y="0"/>
                </a:moveTo>
                <a:lnTo>
                  <a:pt x="475371" y="1701"/>
                </a:lnTo>
                <a:lnTo>
                  <a:pt x="409712" y="6670"/>
                </a:lnTo>
                <a:lnTo>
                  <a:pt x="347090" y="14702"/>
                </a:lnTo>
                <a:lnTo>
                  <a:pt x="288017" y="25591"/>
                </a:lnTo>
                <a:lnTo>
                  <a:pt x="233000" y="39134"/>
                </a:lnTo>
                <a:lnTo>
                  <a:pt x="182548" y="55126"/>
                </a:lnTo>
                <a:lnTo>
                  <a:pt x="137172" y="73361"/>
                </a:lnTo>
                <a:lnTo>
                  <a:pt x="97380" y="93636"/>
                </a:lnTo>
                <a:lnTo>
                  <a:pt x="63681" y="115746"/>
                </a:lnTo>
                <a:lnTo>
                  <a:pt x="16599" y="164651"/>
                </a:lnTo>
                <a:lnTo>
                  <a:pt x="0" y="218439"/>
                </a:lnTo>
                <a:lnTo>
                  <a:pt x="4234" y="245842"/>
                </a:lnTo>
                <a:lnTo>
                  <a:pt x="36584" y="297393"/>
                </a:lnTo>
                <a:lnTo>
                  <a:pt x="97380" y="343243"/>
                </a:lnTo>
                <a:lnTo>
                  <a:pt x="137172" y="363518"/>
                </a:lnTo>
                <a:lnTo>
                  <a:pt x="182548" y="381753"/>
                </a:lnTo>
                <a:lnTo>
                  <a:pt x="233000" y="397745"/>
                </a:lnTo>
                <a:lnTo>
                  <a:pt x="288017" y="411288"/>
                </a:lnTo>
                <a:lnTo>
                  <a:pt x="347090" y="422177"/>
                </a:lnTo>
                <a:lnTo>
                  <a:pt x="409712" y="430209"/>
                </a:lnTo>
                <a:lnTo>
                  <a:pt x="475371" y="435178"/>
                </a:lnTo>
                <a:lnTo>
                  <a:pt x="543560" y="436880"/>
                </a:lnTo>
                <a:lnTo>
                  <a:pt x="611748" y="435178"/>
                </a:lnTo>
                <a:lnTo>
                  <a:pt x="677407" y="430209"/>
                </a:lnTo>
                <a:lnTo>
                  <a:pt x="740029" y="422177"/>
                </a:lnTo>
                <a:lnTo>
                  <a:pt x="799102" y="411288"/>
                </a:lnTo>
                <a:lnTo>
                  <a:pt x="854119" y="397745"/>
                </a:lnTo>
                <a:lnTo>
                  <a:pt x="904571" y="381753"/>
                </a:lnTo>
                <a:lnTo>
                  <a:pt x="949947" y="363518"/>
                </a:lnTo>
                <a:lnTo>
                  <a:pt x="989739" y="343243"/>
                </a:lnTo>
                <a:lnTo>
                  <a:pt x="1023438" y="321133"/>
                </a:lnTo>
                <a:lnTo>
                  <a:pt x="1070520" y="272228"/>
                </a:lnTo>
                <a:lnTo>
                  <a:pt x="1087120" y="218439"/>
                </a:lnTo>
                <a:lnTo>
                  <a:pt x="1082885" y="191037"/>
                </a:lnTo>
                <a:lnTo>
                  <a:pt x="1050535" y="139486"/>
                </a:lnTo>
                <a:lnTo>
                  <a:pt x="989739" y="93636"/>
                </a:lnTo>
                <a:lnTo>
                  <a:pt x="949947" y="73361"/>
                </a:lnTo>
                <a:lnTo>
                  <a:pt x="904571" y="55126"/>
                </a:lnTo>
                <a:lnTo>
                  <a:pt x="854119" y="39134"/>
                </a:lnTo>
                <a:lnTo>
                  <a:pt x="799102" y="25591"/>
                </a:lnTo>
                <a:lnTo>
                  <a:pt x="740029" y="14702"/>
                </a:lnTo>
                <a:lnTo>
                  <a:pt x="677407" y="6670"/>
                </a:lnTo>
                <a:lnTo>
                  <a:pt x="611748" y="1701"/>
                </a:lnTo>
                <a:lnTo>
                  <a:pt x="543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43929" y="2752089"/>
            <a:ext cx="1087120" cy="436880"/>
          </a:xfrm>
          <a:custGeom>
            <a:avLst/>
            <a:gdLst/>
            <a:ahLst/>
            <a:cxnLst/>
            <a:rect l="l" t="t" r="r" b="b"/>
            <a:pathLst>
              <a:path w="1087120" h="436880">
                <a:moveTo>
                  <a:pt x="0" y="218439"/>
                </a:moveTo>
                <a:lnTo>
                  <a:pt x="16599" y="164651"/>
                </a:lnTo>
                <a:lnTo>
                  <a:pt x="63681" y="115746"/>
                </a:lnTo>
                <a:lnTo>
                  <a:pt x="97380" y="93636"/>
                </a:lnTo>
                <a:lnTo>
                  <a:pt x="137172" y="73361"/>
                </a:lnTo>
                <a:lnTo>
                  <a:pt x="182548" y="55126"/>
                </a:lnTo>
                <a:lnTo>
                  <a:pt x="233000" y="39134"/>
                </a:lnTo>
                <a:lnTo>
                  <a:pt x="288017" y="25591"/>
                </a:lnTo>
                <a:lnTo>
                  <a:pt x="347090" y="14702"/>
                </a:lnTo>
                <a:lnTo>
                  <a:pt x="409712" y="6670"/>
                </a:lnTo>
                <a:lnTo>
                  <a:pt x="475371" y="1701"/>
                </a:lnTo>
                <a:lnTo>
                  <a:pt x="543560" y="0"/>
                </a:lnTo>
                <a:lnTo>
                  <a:pt x="611748" y="1701"/>
                </a:lnTo>
                <a:lnTo>
                  <a:pt x="677407" y="6670"/>
                </a:lnTo>
                <a:lnTo>
                  <a:pt x="740029" y="14702"/>
                </a:lnTo>
                <a:lnTo>
                  <a:pt x="799102" y="25591"/>
                </a:lnTo>
                <a:lnTo>
                  <a:pt x="854119" y="39134"/>
                </a:lnTo>
                <a:lnTo>
                  <a:pt x="904571" y="55126"/>
                </a:lnTo>
                <a:lnTo>
                  <a:pt x="949947" y="73361"/>
                </a:lnTo>
                <a:lnTo>
                  <a:pt x="989739" y="93636"/>
                </a:lnTo>
                <a:lnTo>
                  <a:pt x="1023438" y="115746"/>
                </a:lnTo>
                <a:lnTo>
                  <a:pt x="1070520" y="164651"/>
                </a:lnTo>
                <a:lnTo>
                  <a:pt x="1087120" y="218439"/>
                </a:lnTo>
                <a:lnTo>
                  <a:pt x="1082885" y="245842"/>
                </a:lnTo>
                <a:lnTo>
                  <a:pt x="1050535" y="297393"/>
                </a:lnTo>
                <a:lnTo>
                  <a:pt x="989739" y="343243"/>
                </a:lnTo>
                <a:lnTo>
                  <a:pt x="949947" y="363518"/>
                </a:lnTo>
                <a:lnTo>
                  <a:pt x="904571" y="381753"/>
                </a:lnTo>
                <a:lnTo>
                  <a:pt x="854119" y="397745"/>
                </a:lnTo>
                <a:lnTo>
                  <a:pt x="799102" y="411288"/>
                </a:lnTo>
                <a:lnTo>
                  <a:pt x="740029" y="422177"/>
                </a:lnTo>
                <a:lnTo>
                  <a:pt x="677407" y="430209"/>
                </a:lnTo>
                <a:lnTo>
                  <a:pt x="611748" y="435178"/>
                </a:lnTo>
                <a:lnTo>
                  <a:pt x="543560" y="436880"/>
                </a:lnTo>
                <a:lnTo>
                  <a:pt x="475371" y="435178"/>
                </a:lnTo>
                <a:lnTo>
                  <a:pt x="409712" y="430209"/>
                </a:lnTo>
                <a:lnTo>
                  <a:pt x="347090" y="422177"/>
                </a:lnTo>
                <a:lnTo>
                  <a:pt x="288017" y="411288"/>
                </a:lnTo>
                <a:lnTo>
                  <a:pt x="233000" y="397745"/>
                </a:lnTo>
                <a:lnTo>
                  <a:pt x="182548" y="381753"/>
                </a:lnTo>
                <a:lnTo>
                  <a:pt x="137172" y="363518"/>
                </a:lnTo>
                <a:lnTo>
                  <a:pt x="97380" y="343243"/>
                </a:lnTo>
                <a:lnTo>
                  <a:pt x="63681" y="321133"/>
                </a:lnTo>
                <a:lnTo>
                  <a:pt x="16599" y="272228"/>
                </a:lnTo>
                <a:lnTo>
                  <a:pt x="0" y="21843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08090" y="2360929"/>
            <a:ext cx="1457960" cy="251460"/>
          </a:xfrm>
          <a:custGeom>
            <a:avLst/>
            <a:gdLst/>
            <a:ahLst/>
            <a:cxnLst/>
            <a:rect l="l" t="t" r="r" b="b"/>
            <a:pathLst>
              <a:path w="1457959" h="251460">
                <a:moveTo>
                  <a:pt x="0" y="251460"/>
                </a:moveTo>
                <a:lnTo>
                  <a:pt x="1457960" y="251460"/>
                </a:lnTo>
                <a:lnTo>
                  <a:pt x="1457960" y="0"/>
                </a:lnTo>
                <a:lnTo>
                  <a:pt x="0" y="0"/>
                </a:lnTo>
                <a:lnTo>
                  <a:pt x="0" y="2514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08090" y="2360929"/>
            <a:ext cx="1457960" cy="251460"/>
          </a:xfrm>
          <a:custGeom>
            <a:avLst/>
            <a:gdLst/>
            <a:ahLst/>
            <a:cxnLst/>
            <a:rect l="l" t="t" r="r" b="b"/>
            <a:pathLst>
              <a:path w="1457959" h="251460">
                <a:moveTo>
                  <a:pt x="0" y="251460"/>
                </a:moveTo>
                <a:lnTo>
                  <a:pt x="1457960" y="251460"/>
                </a:lnTo>
                <a:lnTo>
                  <a:pt x="1457960" y="0"/>
                </a:lnTo>
                <a:lnTo>
                  <a:pt x="0" y="0"/>
                </a:lnTo>
                <a:lnTo>
                  <a:pt x="0" y="25146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29350" y="2485389"/>
            <a:ext cx="716280" cy="535940"/>
          </a:xfrm>
          <a:custGeom>
            <a:avLst/>
            <a:gdLst/>
            <a:ahLst/>
            <a:cxnLst/>
            <a:rect l="l" t="t" r="r" b="b"/>
            <a:pathLst>
              <a:path w="716279" h="535939">
                <a:moveTo>
                  <a:pt x="358140" y="0"/>
                </a:moveTo>
                <a:lnTo>
                  <a:pt x="305229" y="2906"/>
                </a:lnTo>
                <a:lnTo>
                  <a:pt x="254724" y="11348"/>
                </a:lnTo>
                <a:lnTo>
                  <a:pt x="207181" y="24912"/>
                </a:lnTo>
                <a:lnTo>
                  <a:pt x="163153" y="43181"/>
                </a:lnTo>
                <a:lnTo>
                  <a:pt x="123196" y="65742"/>
                </a:lnTo>
                <a:lnTo>
                  <a:pt x="87864" y="92178"/>
                </a:lnTo>
                <a:lnTo>
                  <a:pt x="57712" y="122075"/>
                </a:lnTo>
                <a:lnTo>
                  <a:pt x="33295" y="155018"/>
                </a:lnTo>
                <a:lnTo>
                  <a:pt x="15167" y="190591"/>
                </a:lnTo>
                <a:lnTo>
                  <a:pt x="3884" y="228380"/>
                </a:lnTo>
                <a:lnTo>
                  <a:pt x="0" y="267970"/>
                </a:lnTo>
                <a:lnTo>
                  <a:pt x="3884" y="307559"/>
                </a:lnTo>
                <a:lnTo>
                  <a:pt x="15167" y="345348"/>
                </a:lnTo>
                <a:lnTo>
                  <a:pt x="33295" y="380921"/>
                </a:lnTo>
                <a:lnTo>
                  <a:pt x="57712" y="413864"/>
                </a:lnTo>
                <a:lnTo>
                  <a:pt x="87864" y="443761"/>
                </a:lnTo>
                <a:lnTo>
                  <a:pt x="123196" y="470197"/>
                </a:lnTo>
                <a:lnTo>
                  <a:pt x="163153" y="492758"/>
                </a:lnTo>
                <a:lnTo>
                  <a:pt x="207181" y="511027"/>
                </a:lnTo>
                <a:lnTo>
                  <a:pt x="254724" y="524591"/>
                </a:lnTo>
                <a:lnTo>
                  <a:pt x="305229" y="533033"/>
                </a:lnTo>
                <a:lnTo>
                  <a:pt x="358140" y="535939"/>
                </a:lnTo>
                <a:lnTo>
                  <a:pt x="411050" y="533033"/>
                </a:lnTo>
                <a:lnTo>
                  <a:pt x="461555" y="524591"/>
                </a:lnTo>
                <a:lnTo>
                  <a:pt x="509098" y="511027"/>
                </a:lnTo>
                <a:lnTo>
                  <a:pt x="553126" y="492758"/>
                </a:lnTo>
                <a:lnTo>
                  <a:pt x="593083" y="470197"/>
                </a:lnTo>
                <a:lnTo>
                  <a:pt x="628415" y="443761"/>
                </a:lnTo>
                <a:lnTo>
                  <a:pt x="658567" y="413864"/>
                </a:lnTo>
                <a:lnTo>
                  <a:pt x="682984" y="380921"/>
                </a:lnTo>
                <a:lnTo>
                  <a:pt x="701112" y="345348"/>
                </a:lnTo>
                <a:lnTo>
                  <a:pt x="712395" y="307559"/>
                </a:lnTo>
                <a:lnTo>
                  <a:pt x="716279" y="267970"/>
                </a:lnTo>
                <a:lnTo>
                  <a:pt x="712395" y="228380"/>
                </a:lnTo>
                <a:lnTo>
                  <a:pt x="701112" y="190591"/>
                </a:lnTo>
                <a:lnTo>
                  <a:pt x="682984" y="155018"/>
                </a:lnTo>
                <a:lnTo>
                  <a:pt x="658567" y="122075"/>
                </a:lnTo>
                <a:lnTo>
                  <a:pt x="628415" y="92178"/>
                </a:lnTo>
                <a:lnTo>
                  <a:pt x="593083" y="65742"/>
                </a:lnTo>
                <a:lnTo>
                  <a:pt x="553126" y="43181"/>
                </a:lnTo>
                <a:lnTo>
                  <a:pt x="509098" y="24912"/>
                </a:lnTo>
                <a:lnTo>
                  <a:pt x="461555" y="11348"/>
                </a:lnTo>
                <a:lnTo>
                  <a:pt x="411050" y="2906"/>
                </a:lnTo>
                <a:lnTo>
                  <a:pt x="3581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29350" y="2485389"/>
            <a:ext cx="716280" cy="535940"/>
          </a:xfrm>
          <a:custGeom>
            <a:avLst/>
            <a:gdLst/>
            <a:ahLst/>
            <a:cxnLst/>
            <a:rect l="l" t="t" r="r" b="b"/>
            <a:pathLst>
              <a:path w="716279" h="535939">
                <a:moveTo>
                  <a:pt x="0" y="267970"/>
                </a:moveTo>
                <a:lnTo>
                  <a:pt x="3884" y="228380"/>
                </a:lnTo>
                <a:lnTo>
                  <a:pt x="15167" y="190591"/>
                </a:lnTo>
                <a:lnTo>
                  <a:pt x="33295" y="155018"/>
                </a:lnTo>
                <a:lnTo>
                  <a:pt x="57712" y="122075"/>
                </a:lnTo>
                <a:lnTo>
                  <a:pt x="87864" y="92178"/>
                </a:lnTo>
                <a:lnTo>
                  <a:pt x="123196" y="65742"/>
                </a:lnTo>
                <a:lnTo>
                  <a:pt x="163153" y="43181"/>
                </a:lnTo>
                <a:lnTo>
                  <a:pt x="207181" y="24912"/>
                </a:lnTo>
                <a:lnTo>
                  <a:pt x="254724" y="11348"/>
                </a:lnTo>
                <a:lnTo>
                  <a:pt x="305229" y="2906"/>
                </a:lnTo>
                <a:lnTo>
                  <a:pt x="358140" y="0"/>
                </a:lnTo>
                <a:lnTo>
                  <a:pt x="411050" y="2906"/>
                </a:lnTo>
                <a:lnTo>
                  <a:pt x="461555" y="11348"/>
                </a:lnTo>
                <a:lnTo>
                  <a:pt x="509098" y="24912"/>
                </a:lnTo>
                <a:lnTo>
                  <a:pt x="553126" y="43181"/>
                </a:lnTo>
                <a:lnTo>
                  <a:pt x="593083" y="65742"/>
                </a:lnTo>
                <a:lnTo>
                  <a:pt x="628415" y="92178"/>
                </a:lnTo>
                <a:lnTo>
                  <a:pt x="658567" y="122075"/>
                </a:lnTo>
                <a:lnTo>
                  <a:pt x="682984" y="155018"/>
                </a:lnTo>
                <a:lnTo>
                  <a:pt x="701112" y="190591"/>
                </a:lnTo>
                <a:lnTo>
                  <a:pt x="712395" y="228380"/>
                </a:lnTo>
                <a:lnTo>
                  <a:pt x="716279" y="267970"/>
                </a:lnTo>
                <a:lnTo>
                  <a:pt x="712395" y="307559"/>
                </a:lnTo>
                <a:lnTo>
                  <a:pt x="701112" y="345348"/>
                </a:lnTo>
                <a:lnTo>
                  <a:pt x="682984" y="380921"/>
                </a:lnTo>
                <a:lnTo>
                  <a:pt x="658567" y="413864"/>
                </a:lnTo>
                <a:lnTo>
                  <a:pt x="628415" y="443761"/>
                </a:lnTo>
                <a:lnTo>
                  <a:pt x="593083" y="470197"/>
                </a:lnTo>
                <a:lnTo>
                  <a:pt x="553126" y="492758"/>
                </a:lnTo>
                <a:lnTo>
                  <a:pt x="509098" y="511027"/>
                </a:lnTo>
                <a:lnTo>
                  <a:pt x="461555" y="524591"/>
                </a:lnTo>
                <a:lnTo>
                  <a:pt x="411050" y="533033"/>
                </a:lnTo>
                <a:lnTo>
                  <a:pt x="358140" y="535939"/>
                </a:lnTo>
                <a:lnTo>
                  <a:pt x="305229" y="533033"/>
                </a:lnTo>
                <a:lnTo>
                  <a:pt x="254724" y="524591"/>
                </a:lnTo>
                <a:lnTo>
                  <a:pt x="207181" y="511027"/>
                </a:lnTo>
                <a:lnTo>
                  <a:pt x="163153" y="492758"/>
                </a:lnTo>
                <a:lnTo>
                  <a:pt x="123196" y="470197"/>
                </a:lnTo>
                <a:lnTo>
                  <a:pt x="87864" y="443761"/>
                </a:lnTo>
                <a:lnTo>
                  <a:pt x="57712" y="413864"/>
                </a:lnTo>
                <a:lnTo>
                  <a:pt x="33295" y="380921"/>
                </a:lnTo>
                <a:lnTo>
                  <a:pt x="15167" y="345348"/>
                </a:lnTo>
                <a:lnTo>
                  <a:pt x="3884" y="307559"/>
                </a:lnTo>
                <a:lnTo>
                  <a:pt x="0" y="26797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02350" y="2736850"/>
            <a:ext cx="690880" cy="563880"/>
          </a:xfrm>
          <a:custGeom>
            <a:avLst/>
            <a:gdLst/>
            <a:ahLst/>
            <a:cxnLst/>
            <a:rect l="l" t="t" r="r" b="b"/>
            <a:pathLst>
              <a:path w="690879" h="563879">
                <a:moveTo>
                  <a:pt x="0" y="563879"/>
                </a:moveTo>
                <a:lnTo>
                  <a:pt x="690879" y="563879"/>
                </a:lnTo>
                <a:lnTo>
                  <a:pt x="690879" y="0"/>
                </a:lnTo>
                <a:lnTo>
                  <a:pt x="0" y="0"/>
                </a:lnTo>
                <a:lnTo>
                  <a:pt x="0" y="563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02350" y="2736850"/>
            <a:ext cx="690880" cy="563880"/>
          </a:xfrm>
          <a:custGeom>
            <a:avLst/>
            <a:gdLst/>
            <a:ahLst/>
            <a:cxnLst/>
            <a:rect l="l" t="t" r="r" b="b"/>
            <a:pathLst>
              <a:path w="690879" h="563879">
                <a:moveTo>
                  <a:pt x="0" y="563879"/>
                </a:moveTo>
                <a:lnTo>
                  <a:pt x="690879" y="563879"/>
                </a:lnTo>
                <a:lnTo>
                  <a:pt x="690879" y="0"/>
                </a:lnTo>
                <a:lnTo>
                  <a:pt x="0" y="0"/>
                </a:lnTo>
                <a:lnTo>
                  <a:pt x="0" y="56387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29350" y="3077210"/>
            <a:ext cx="304800" cy="393700"/>
          </a:xfrm>
          <a:custGeom>
            <a:avLst/>
            <a:gdLst/>
            <a:ahLst/>
            <a:cxnLst/>
            <a:rect l="l" t="t" r="r" b="b"/>
            <a:pathLst>
              <a:path w="304800" h="393700">
                <a:moveTo>
                  <a:pt x="152400" y="0"/>
                </a:moveTo>
                <a:lnTo>
                  <a:pt x="111874" y="7032"/>
                </a:lnTo>
                <a:lnTo>
                  <a:pt x="75466" y="26876"/>
                </a:lnTo>
                <a:lnTo>
                  <a:pt x="44624" y="57658"/>
                </a:lnTo>
                <a:lnTo>
                  <a:pt x="20799" y="97498"/>
                </a:lnTo>
                <a:lnTo>
                  <a:pt x="5441" y="144521"/>
                </a:lnTo>
                <a:lnTo>
                  <a:pt x="0" y="196850"/>
                </a:lnTo>
                <a:lnTo>
                  <a:pt x="5441" y="249178"/>
                </a:lnTo>
                <a:lnTo>
                  <a:pt x="20799" y="296201"/>
                </a:lnTo>
                <a:lnTo>
                  <a:pt x="44624" y="336041"/>
                </a:lnTo>
                <a:lnTo>
                  <a:pt x="75466" y="366823"/>
                </a:lnTo>
                <a:lnTo>
                  <a:pt x="111874" y="386667"/>
                </a:lnTo>
                <a:lnTo>
                  <a:pt x="152400" y="393700"/>
                </a:lnTo>
                <a:lnTo>
                  <a:pt x="192925" y="386667"/>
                </a:lnTo>
                <a:lnTo>
                  <a:pt x="229333" y="366823"/>
                </a:lnTo>
                <a:lnTo>
                  <a:pt x="260175" y="336041"/>
                </a:lnTo>
                <a:lnTo>
                  <a:pt x="284000" y="296201"/>
                </a:lnTo>
                <a:lnTo>
                  <a:pt x="299358" y="249178"/>
                </a:lnTo>
                <a:lnTo>
                  <a:pt x="304800" y="196850"/>
                </a:lnTo>
                <a:lnTo>
                  <a:pt x="299358" y="144521"/>
                </a:lnTo>
                <a:lnTo>
                  <a:pt x="284000" y="97498"/>
                </a:lnTo>
                <a:lnTo>
                  <a:pt x="260175" y="57658"/>
                </a:lnTo>
                <a:lnTo>
                  <a:pt x="229333" y="26876"/>
                </a:lnTo>
                <a:lnTo>
                  <a:pt x="192925" y="7032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29350" y="3077210"/>
            <a:ext cx="304800" cy="393700"/>
          </a:xfrm>
          <a:custGeom>
            <a:avLst/>
            <a:gdLst/>
            <a:ahLst/>
            <a:cxnLst/>
            <a:rect l="l" t="t" r="r" b="b"/>
            <a:pathLst>
              <a:path w="304800" h="393700">
                <a:moveTo>
                  <a:pt x="0" y="196850"/>
                </a:moveTo>
                <a:lnTo>
                  <a:pt x="5441" y="144521"/>
                </a:lnTo>
                <a:lnTo>
                  <a:pt x="20799" y="97498"/>
                </a:lnTo>
                <a:lnTo>
                  <a:pt x="44624" y="57658"/>
                </a:lnTo>
                <a:lnTo>
                  <a:pt x="75466" y="26876"/>
                </a:lnTo>
                <a:lnTo>
                  <a:pt x="111874" y="7032"/>
                </a:lnTo>
                <a:lnTo>
                  <a:pt x="152400" y="0"/>
                </a:lnTo>
                <a:lnTo>
                  <a:pt x="192925" y="7032"/>
                </a:lnTo>
                <a:lnTo>
                  <a:pt x="229333" y="26876"/>
                </a:lnTo>
                <a:lnTo>
                  <a:pt x="260175" y="57658"/>
                </a:lnTo>
                <a:lnTo>
                  <a:pt x="284000" y="97498"/>
                </a:lnTo>
                <a:lnTo>
                  <a:pt x="299358" y="144521"/>
                </a:lnTo>
                <a:lnTo>
                  <a:pt x="304800" y="196850"/>
                </a:lnTo>
                <a:lnTo>
                  <a:pt x="299358" y="249178"/>
                </a:lnTo>
                <a:lnTo>
                  <a:pt x="284000" y="296201"/>
                </a:lnTo>
                <a:lnTo>
                  <a:pt x="260175" y="336041"/>
                </a:lnTo>
                <a:lnTo>
                  <a:pt x="229333" y="366823"/>
                </a:lnTo>
                <a:lnTo>
                  <a:pt x="192925" y="386667"/>
                </a:lnTo>
                <a:lnTo>
                  <a:pt x="152400" y="393700"/>
                </a:lnTo>
                <a:lnTo>
                  <a:pt x="111874" y="386667"/>
                </a:lnTo>
                <a:lnTo>
                  <a:pt x="75466" y="366823"/>
                </a:lnTo>
                <a:lnTo>
                  <a:pt x="44624" y="336041"/>
                </a:lnTo>
                <a:lnTo>
                  <a:pt x="20799" y="296201"/>
                </a:lnTo>
                <a:lnTo>
                  <a:pt x="5441" y="249178"/>
                </a:lnTo>
                <a:lnTo>
                  <a:pt x="0" y="1968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80250" y="3049270"/>
            <a:ext cx="228600" cy="381000"/>
          </a:xfrm>
          <a:custGeom>
            <a:avLst/>
            <a:gdLst/>
            <a:ahLst/>
            <a:cxnLst/>
            <a:rect l="l" t="t" r="r" b="b"/>
            <a:pathLst>
              <a:path w="228600" h="381000">
                <a:moveTo>
                  <a:pt x="114300" y="0"/>
                </a:moveTo>
                <a:lnTo>
                  <a:pt x="46798" y="36771"/>
                </a:lnTo>
                <a:lnTo>
                  <a:pt x="22055" y="78016"/>
                </a:lnTo>
                <a:lnTo>
                  <a:pt x="5827" y="130308"/>
                </a:lnTo>
                <a:lnTo>
                  <a:pt x="0" y="190500"/>
                </a:lnTo>
                <a:lnTo>
                  <a:pt x="5827" y="250691"/>
                </a:lnTo>
                <a:lnTo>
                  <a:pt x="22055" y="302983"/>
                </a:lnTo>
                <a:lnTo>
                  <a:pt x="46798" y="344228"/>
                </a:lnTo>
                <a:lnTo>
                  <a:pt x="78175" y="371282"/>
                </a:lnTo>
                <a:lnTo>
                  <a:pt x="114300" y="381000"/>
                </a:lnTo>
                <a:lnTo>
                  <a:pt x="150424" y="371282"/>
                </a:lnTo>
                <a:lnTo>
                  <a:pt x="181801" y="344228"/>
                </a:lnTo>
                <a:lnTo>
                  <a:pt x="206544" y="302983"/>
                </a:lnTo>
                <a:lnTo>
                  <a:pt x="222772" y="250691"/>
                </a:lnTo>
                <a:lnTo>
                  <a:pt x="228600" y="190500"/>
                </a:lnTo>
                <a:lnTo>
                  <a:pt x="222772" y="130308"/>
                </a:lnTo>
                <a:lnTo>
                  <a:pt x="206544" y="78016"/>
                </a:lnTo>
                <a:lnTo>
                  <a:pt x="181801" y="36771"/>
                </a:lnTo>
                <a:lnTo>
                  <a:pt x="150424" y="9717"/>
                </a:lnTo>
                <a:lnTo>
                  <a:pt x="1143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80250" y="3049270"/>
            <a:ext cx="228600" cy="381000"/>
          </a:xfrm>
          <a:custGeom>
            <a:avLst/>
            <a:gdLst/>
            <a:ahLst/>
            <a:cxnLst/>
            <a:rect l="l" t="t" r="r" b="b"/>
            <a:pathLst>
              <a:path w="228600" h="381000">
                <a:moveTo>
                  <a:pt x="0" y="190500"/>
                </a:moveTo>
                <a:lnTo>
                  <a:pt x="5827" y="130308"/>
                </a:lnTo>
                <a:lnTo>
                  <a:pt x="22055" y="78016"/>
                </a:lnTo>
                <a:lnTo>
                  <a:pt x="46798" y="36771"/>
                </a:lnTo>
                <a:lnTo>
                  <a:pt x="78175" y="9717"/>
                </a:lnTo>
                <a:lnTo>
                  <a:pt x="114300" y="0"/>
                </a:lnTo>
                <a:lnTo>
                  <a:pt x="150424" y="9717"/>
                </a:lnTo>
                <a:lnTo>
                  <a:pt x="181801" y="36771"/>
                </a:lnTo>
                <a:lnTo>
                  <a:pt x="206544" y="78016"/>
                </a:lnTo>
                <a:lnTo>
                  <a:pt x="222772" y="130308"/>
                </a:lnTo>
                <a:lnTo>
                  <a:pt x="228600" y="190500"/>
                </a:lnTo>
                <a:lnTo>
                  <a:pt x="222772" y="250691"/>
                </a:lnTo>
                <a:lnTo>
                  <a:pt x="206544" y="302983"/>
                </a:lnTo>
                <a:lnTo>
                  <a:pt x="181801" y="344228"/>
                </a:lnTo>
                <a:lnTo>
                  <a:pt x="150424" y="371282"/>
                </a:lnTo>
                <a:lnTo>
                  <a:pt x="114300" y="381000"/>
                </a:lnTo>
                <a:lnTo>
                  <a:pt x="78175" y="371282"/>
                </a:lnTo>
                <a:lnTo>
                  <a:pt x="46798" y="344228"/>
                </a:lnTo>
                <a:lnTo>
                  <a:pt x="22055" y="302983"/>
                </a:lnTo>
                <a:lnTo>
                  <a:pt x="5827" y="250691"/>
                </a:lnTo>
                <a:lnTo>
                  <a:pt x="0" y="1905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801609" y="2866389"/>
            <a:ext cx="596900" cy="152400"/>
          </a:xfrm>
          <a:custGeom>
            <a:avLst/>
            <a:gdLst/>
            <a:ahLst/>
            <a:cxnLst/>
            <a:rect l="l" t="t" r="r" b="b"/>
            <a:pathLst>
              <a:path w="596900" h="152400">
                <a:moveTo>
                  <a:pt x="0" y="152400"/>
                </a:moveTo>
                <a:lnTo>
                  <a:pt x="596900" y="152400"/>
                </a:lnTo>
                <a:lnTo>
                  <a:pt x="5969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801609" y="2866389"/>
            <a:ext cx="596900" cy="152400"/>
          </a:xfrm>
          <a:custGeom>
            <a:avLst/>
            <a:gdLst/>
            <a:ahLst/>
            <a:cxnLst/>
            <a:rect l="l" t="t" r="r" b="b"/>
            <a:pathLst>
              <a:path w="596900" h="152400">
                <a:moveTo>
                  <a:pt x="0" y="152400"/>
                </a:moveTo>
                <a:lnTo>
                  <a:pt x="596900" y="152400"/>
                </a:lnTo>
                <a:lnTo>
                  <a:pt x="5969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501890" y="2866389"/>
            <a:ext cx="299720" cy="251460"/>
          </a:xfrm>
          <a:custGeom>
            <a:avLst/>
            <a:gdLst/>
            <a:ahLst/>
            <a:cxnLst/>
            <a:rect l="l" t="t" r="r" b="b"/>
            <a:pathLst>
              <a:path w="299720" h="251460">
                <a:moveTo>
                  <a:pt x="149859" y="0"/>
                </a:moveTo>
                <a:lnTo>
                  <a:pt x="102477" y="6406"/>
                </a:lnTo>
                <a:lnTo>
                  <a:pt x="61337" y="24249"/>
                </a:lnTo>
                <a:lnTo>
                  <a:pt x="28903" y="51462"/>
                </a:lnTo>
                <a:lnTo>
                  <a:pt x="7636" y="85977"/>
                </a:lnTo>
                <a:lnTo>
                  <a:pt x="0" y="125730"/>
                </a:lnTo>
                <a:lnTo>
                  <a:pt x="7636" y="165482"/>
                </a:lnTo>
                <a:lnTo>
                  <a:pt x="28903" y="199997"/>
                </a:lnTo>
                <a:lnTo>
                  <a:pt x="61337" y="227210"/>
                </a:lnTo>
                <a:lnTo>
                  <a:pt x="102477" y="245053"/>
                </a:lnTo>
                <a:lnTo>
                  <a:pt x="149859" y="251460"/>
                </a:lnTo>
                <a:lnTo>
                  <a:pt x="197242" y="245053"/>
                </a:lnTo>
                <a:lnTo>
                  <a:pt x="238382" y="227210"/>
                </a:lnTo>
                <a:lnTo>
                  <a:pt x="270816" y="199997"/>
                </a:lnTo>
                <a:lnTo>
                  <a:pt x="292083" y="165482"/>
                </a:lnTo>
                <a:lnTo>
                  <a:pt x="299719" y="125730"/>
                </a:lnTo>
                <a:lnTo>
                  <a:pt x="292083" y="85977"/>
                </a:lnTo>
                <a:lnTo>
                  <a:pt x="270816" y="51462"/>
                </a:lnTo>
                <a:lnTo>
                  <a:pt x="238382" y="24249"/>
                </a:lnTo>
                <a:lnTo>
                  <a:pt x="197242" y="6406"/>
                </a:lnTo>
                <a:lnTo>
                  <a:pt x="1498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01890" y="2866389"/>
            <a:ext cx="299720" cy="251460"/>
          </a:xfrm>
          <a:custGeom>
            <a:avLst/>
            <a:gdLst/>
            <a:ahLst/>
            <a:cxnLst/>
            <a:rect l="l" t="t" r="r" b="b"/>
            <a:pathLst>
              <a:path w="299720" h="251460">
                <a:moveTo>
                  <a:pt x="0" y="125730"/>
                </a:moveTo>
                <a:lnTo>
                  <a:pt x="7636" y="85977"/>
                </a:lnTo>
                <a:lnTo>
                  <a:pt x="28903" y="51462"/>
                </a:lnTo>
                <a:lnTo>
                  <a:pt x="61337" y="24249"/>
                </a:lnTo>
                <a:lnTo>
                  <a:pt x="102477" y="6406"/>
                </a:lnTo>
                <a:lnTo>
                  <a:pt x="149859" y="0"/>
                </a:lnTo>
                <a:lnTo>
                  <a:pt x="197242" y="6406"/>
                </a:lnTo>
                <a:lnTo>
                  <a:pt x="238382" y="24249"/>
                </a:lnTo>
                <a:lnTo>
                  <a:pt x="270816" y="51462"/>
                </a:lnTo>
                <a:lnTo>
                  <a:pt x="292083" y="85977"/>
                </a:lnTo>
                <a:lnTo>
                  <a:pt x="299719" y="125730"/>
                </a:lnTo>
                <a:lnTo>
                  <a:pt x="292083" y="165482"/>
                </a:lnTo>
                <a:lnTo>
                  <a:pt x="270816" y="199997"/>
                </a:lnTo>
                <a:lnTo>
                  <a:pt x="238382" y="227210"/>
                </a:lnTo>
                <a:lnTo>
                  <a:pt x="197242" y="245053"/>
                </a:lnTo>
                <a:lnTo>
                  <a:pt x="149859" y="251460"/>
                </a:lnTo>
                <a:lnTo>
                  <a:pt x="102477" y="245053"/>
                </a:lnTo>
                <a:lnTo>
                  <a:pt x="61337" y="227210"/>
                </a:lnTo>
                <a:lnTo>
                  <a:pt x="28903" y="199997"/>
                </a:lnTo>
                <a:lnTo>
                  <a:pt x="7636" y="165482"/>
                </a:lnTo>
                <a:lnTo>
                  <a:pt x="0" y="12573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2300" y="1696720"/>
            <a:ext cx="3497579" cy="30606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69840" y="1696720"/>
            <a:ext cx="3497579" cy="3060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99150" y="2279650"/>
            <a:ext cx="1125220" cy="637540"/>
          </a:xfrm>
          <a:custGeom>
            <a:avLst/>
            <a:gdLst/>
            <a:ahLst/>
            <a:cxnLst/>
            <a:rect l="l" t="t" r="r" b="b"/>
            <a:pathLst>
              <a:path w="1125220" h="637539">
                <a:moveTo>
                  <a:pt x="562610" y="0"/>
                </a:moveTo>
                <a:lnTo>
                  <a:pt x="501299" y="1870"/>
                </a:lnTo>
                <a:lnTo>
                  <a:pt x="441902" y="7353"/>
                </a:lnTo>
                <a:lnTo>
                  <a:pt x="384763" y="16253"/>
                </a:lnTo>
                <a:lnTo>
                  <a:pt x="330224" y="28376"/>
                </a:lnTo>
                <a:lnTo>
                  <a:pt x="278628" y="43528"/>
                </a:lnTo>
                <a:lnTo>
                  <a:pt x="230319" y="61512"/>
                </a:lnTo>
                <a:lnTo>
                  <a:pt x="185638" y="82136"/>
                </a:lnTo>
                <a:lnTo>
                  <a:pt x="144930" y="105204"/>
                </a:lnTo>
                <a:lnTo>
                  <a:pt x="108537" y="130521"/>
                </a:lnTo>
                <a:lnTo>
                  <a:pt x="76802" y="157893"/>
                </a:lnTo>
                <a:lnTo>
                  <a:pt x="50067" y="187126"/>
                </a:lnTo>
                <a:lnTo>
                  <a:pt x="12974" y="250395"/>
                </a:lnTo>
                <a:lnTo>
                  <a:pt x="0" y="318770"/>
                </a:lnTo>
                <a:lnTo>
                  <a:pt x="3300" y="353498"/>
                </a:lnTo>
                <a:lnTo>
                  <a:pt x="28677" y="419514"/>
                </a:lnTo>
                <a:lnTo>
                  <a:pt x="76802" y="479646"/>
                </a:lnTo>
                <a:lnTo>
                  <a:pt x="108537" y="507018"/>
                </a:lnTo>
                <a:lnTo>
                  <a:pt x="144930" y="532335"/>
                </a:lnTo>
                <a:lnTo>
                  <a:pt x="185638" y="555403"/>
                </a:lnTo>
                <a:lnTo>
                  <a:pt x="230319" y="576027"/>
                </a:lnTo>
                <a:lnTo>
                  <a:pt x="278628" y="594011"/>
                </a:lnTo>
                <a:lnTo>
                  <a:pt x="330224" y="609163"/>
                </a:lnTo>
                <a:lnTo>
                  <a:pt x="384763" y="621286"/>
                </a:lnTo>
                <a:lnTo>
                  <a:pt x="441902" y="630186"/>
                </a:lnTo>
                <a:lnTo>
                  <a:pt x="501299" y="635669"/>
                </a:lnTo>
                <a:lnTo>
                  <a:pt x="562610" y="637539"/>
                </a:lnTo>
                <a:lnTo>
                  <a:pt x="623920" y="635669"/>
                </a:lnTo>
                <a:lnTo>
                  <a:pt x="683317" y="630186"/>
                </a:lnTo>
                <a:lnTo>
                  <a:pt x="740456" y="621286"/>
                </a:lnTo>
                <a:lnTo>
                  <a:pt x="794995" y="609163"/>
                </a:lnTo>
                <a:lnTo>
                  <a:pt x="846591" y="594011"/>
                </a:lnTo>
                <a:lnTo>
                  <a:pt x="894900" y="576027"/>
                </a:lnTo>
                <a:lnTo>
                  <a:pt x="939581" y="555403"/>
                </a:lnTo>
                <a:lnTo>
                  <a:pt x="980289" y="532335"/>
                </a:lnTo>
                <a:lnTo>
                  <a:pt x="1016682" y="507018"/>
                </a:lnTo>
                <a:lnTo>
                  <a:pt x="1048417" y="479646"/>
                </a:lnTo>
                <a:lnTo>
                  <a:pt x="1075152" y="450413"/>
                </a:lnTo>
                <a:lnTo>
                  <a:pt x="1112245" y="387144"/>
                </a:lnTo>
                <a:lnTo>
                  <a:pt x="1125220" y="318770"/>
                </a:lnTo>
                <a:lnTo>
                  <a:pt x="1121919" y="284041"/>
                </a:lnTo>
                <a:lnTo>
                  <a:pt x="1096542" y="218025"/>
                </a:lnTo>
                <a:lnTo>
                  <a:pt x="1048417" y="157893"/>
                </a:lnTo>
                <a:lnTo>
                  <a:pt x="1016682" y="130521"/>
                </a:lnTo>
                <a:lnTo>
                  <a:pt x="980289" y="105204"/>
                </a:lnTo>
                <a:lnTo>
                  <a:pt x="939581" y="82136"/>
                </a:lnTo>
                <a:lnTo>
                  <a:pt x="894900" y="61512"/>
                </a:lnTo>
                <a:lnTo>
                  <a:pt x="846591" y="43528"/>
                </a:lnTo>
                <a:lnTo>
                  <a:pt x="794995" y="28376"/>
                </a:lnTo>
                <a:lnTo>
                  <a:pt x="740456" y="16253"/>
                </a:lnTo>
                <a:lnTo>
                  <a:pt x="683317" y="7353"/>
                </a:lnTo>
                <a:lnTo>
                  <a:pt x="623920" y="1870"/>
                </a:lnTo>
                <a:lnTo>
                  <a:pt x="5626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99150" y="2279650"/>
            <a:ext cx="1125220" cy="637540"/>
          </a:xfrm>
          <a:custGeom>
            <a:avLst/>
            <a:gdLst/>
            <a:ahLst/>
            <a:cxnLst/>
            <a:rect l="l" t="t" r="r" b="b"/>
            <a:pathLst>
              <a:path w="1125220" h="637539">
                <a:moveTo>
                  <a:pt x="0" y="318770"/>
                </a:moveTo>
                <a:lnTo>
                  <a:pt x="12974" y="250395"/>
                </a:lnTo>
                <a:lnTo>
                  <a:pt x="50067" y="187126"/>
                </a:lnTo>
                <a:lnTo>
                  <a:pt x="76802" y="157893"/>
                </a:lnTo>
                <a:lnTo>
                  <a:pt x="108537" y="130521"/>
                </a:lnTo>
                <a:lnTo>
                  <a:pt x="144930" y="105204"/>
                </a:lnTo>
                <a:lnTo>
                  <a:pt x="185638" y="82136"/>
                </a:lnTo>
                <a:lnTo>
                  <a:pt x="230319" y="61512"/>
                </a:lnTo>
                <a:lnTo>
                  <a:pt x="278628" y="43528"/>
                </a:lnTo>
                <a:lnTo>
                  <a:pt x="330224" y="28376"/>
                </a:lnTo>
                <a:lnTo>
                  <a:pt x="384763" y="16253"/>
                </a:lnTo>
                <a:lnTo>
                  <a:pt x="441902" y="7353"/>
                </a:lnTo>
                <a:lnTo>
                  <a:pt x="501299" y="1870"/>
                </a:lnTo>
                <a:lnTo>
                  <a:pt x="562610" y="0"/>
                </a:lnTo>
                <a:lnTo>
                  <a:pt x="623920" y="1870"/>
                </a:lnTo>
                <a:lnTo>
                  <a:pt x="683317" y="7353"/>
                </a:lnTo>
                <a:lnTo>
                  <a:pt x="740456" y="16253"/>
                </a:lnTo>
                <a:lnTo>
                  <a:pt x="794995" y="28376"/>
                </a:lnTo>
                <a:lnTo>
                  <a:pt x="846591" y="43528"/>
                </a:lnTo>
                <a:lnTo>
                  <a:pt x="894900" y="61512"/>
                </a:lnTo>
                <a:lnTo>
                  <a:pt x="939581" y="82136"/>
                </a:lnTo>
                <a:lnTo>
                  <a:pt x="980289" y="105204"/>
                </a:lnTo>
                <a:lnTo>
                  <a:pt x="1016682" y="130521"/>
                </a:lnTo>
                <a:lnTo>
                  <a:pt x="1048417" y="157893"/>
                </a:lnTo>
                <a:lnTo>
                  <a:pt x="1075152" y="187126"/>
                </a:lnTo>
                <a:lnTo>
                  <a:pt x="1112245" y="250395"/>
                </a:lnTo>
                <a:lnTo>
                  <a:pt x="1125220" y="318770"/>
                </a:lnTo>
                <a:lnTo>
                  <a:pt x="1121919" y="353498"/>
                </a:lnTo>
                <a:lnTo>
                  <a:pt x="1096542" y="419514"/>
                </a:lnTo>
                <a:lnTo>
                  <a:pt x="1048417" y="479646"/>
                </a:lnTo>
                <a:lnTo>
                  <a:pt x="1016682" y="507018"/>
                </a:lnTo>
                <a:lnTo>
                  <a:pt x="980289" y="532335"/>
                </a:lnTo>
                <a:lnTo>
                  <a:pt x="939581" y="555403"/>
                </a:lnTo>
                <a:lnTo>
                  <a:pt x="894900" y="576027"/>
                </a:lnTo>
                <a:lnTo>
                  <a:pt x="846591" y="594011"/>
                </a:lnTo>
                <a:lnTo>
                  <a:pt x="794995" y="609163"/>
                </a:lnTo>
                <a:lnTo>
                  <a:pt x="740456" y="621286"/>
                </a:lnTo>
                <a:lnTo>
                  <a:pt x="683317" y="630186"/>
                </a:lnTo>
                <a:lnTo>
                  <a:pt x="623920" y="635669"/>
                </a:lnTo>
                <a:lnTo>
                  <a:pt x="562610" y="637539"/>
                </a:lnTo>
                <a:lnTo>
                  <a:pt x="501299" y="635669"/>
                </a:lnTo>
                <a:lnTo>
                  <a:pt x="441902" y="630186"/>
                </a:lnTo>
                <a:lnTo>
                  <a:pt x="384763" y="621286"/>
                </a:lnTo>
                <a:lnTo>
                  <a:pt x="330224" y="609163"/>
                </a:lnTo>
                <a:lnTo>
                  <a:pt x="278628" y="594011"/>
                </a:lnTo>
                <a:lnTo>
                  <a:pt x="230319" y="576027"/>
                </a:lnTo>
                <a:lnTo>
                  <a:pt x="185638" y="555403"/>
                </a:lnTo>
                <a:lnTo>
                  <a:pt x="144930" y="532335"/>
                </a:lnTo>
                <a:lnTo>
                  <a:pt x="108537" y="507018"/>
                </a:lnTo>
                <a:lnTo>
                  <a:pt x="76802" y="479646"/>
                </a:lnTo>
                <a:lnTo>
                  <a:pt x="50067" y="450413"/>
                </a:lnTo>
                <a:lnTo>
                  <a:pt x="12974" y="387144"/>
                </a:lnTo>
                <a:lnTo>
                  <a:pt x="0" y="31877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9940" y="1478280"/>
            <a:ext cx="3159760" cy="3596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37479" y="1478280"/>
            <a:ext cx="3159760" cy="35966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06500" y="1252219"/>
            <a:ext cx="2357120" cy="3949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38800" y="1252219"/>
            <a:ext cx="2360549" cy="3949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7080" y="1640839"/>
            <a:ext cx="3238499" cy="30911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99379" y="1640839"/>
            <a:ext cx="3238500" cy="30911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93690" y="1751329"/>
            <a:ext cx="782320" cy="754380"/>
          </a:xfrm>
          <a:custGeom>
            <a:avLst/>
            <a:gdLst/>
            <a:ahLst/>
            <a:cxnLst/>
            <a:rect l="l" t="t" r="r" b="b"/>
            <a:pathLst>
              <a:path w="782320" h="754380">
                <a:moveTo>
                  <a:pt x="391160" y="0"/>
                </a:moveTo>
                <a:lnTo>
                  <a:pt x="342094" y="2939"/>
                </a:lnTo>
                <a:lnTo>
                  <a:pt x="294847" y="11521"/>
                </a:lnTo>
                <a:lnTo>
                  <a:pt x="249785" y="25393"/>
                </a:lnTo>
                <a:lnTo>
                  <a:pt x="207275" y="44200"/>
                </a:lnTo>
                <a:lnTo>
                  <a:pt x="167683" y="67589"/>
                </a:lnTo>
                <a:lnTo>
                  <a:pt x="131376" y="95206"/>
                </a:lnTo>
                <a:lnTo>
                  <a:pt x="98721" y="126697"/>
                </a:lnTo>
                <a:lnTo>
                  <a:pt x="70084" y="161709"/>
                </a:lnTo>
                <a:lnTo>
                  <a:pt x="45831" y="199887"/>
                </a:lnTo>
                <a:lnTo>
                  <a:pt x="26330" y="240878"/>
                </a:lnTo>
                <a:lnTo>
                  <a:pt x="11946" y="284327"/>
                </a:lnTo>
                <a:lnTo>
                  <a:pt x="3047" y="329883"/>
                </a:lnTo>
                <a:lnTo>
                  <a:pt x="0" y="377190"/>
                </a:lnTo>
                <a:lnTo>
                  <a:pt x="3047" y="424496"/>
                </a:lnTo>
                <a:lnTo>
                  <a:pt x="11946" y="470052"/>
                </a:lnTo>
                <a:lnTo>
                  <a:pt x="26330" y="513501"/>
                </a:lnTo>
                <a:lnTo>
                  <a:pt x="45831" y="554492"/>
                </a:lnTo>
                <a:lnTo>
                  <a:pt x="70084" y="592670"/>
                </a:lnTo>
                <a:lnTo>
                  <a:pt x="98721" y="627682"/>
                </a:lnTo>
                <a:lnTo>
                  <a:pt x="131376" y="659173"/>
                </a:lnTo>
                <a:lnTo>
                  <a:pt x="167683" y="686790"/>
                </a:lnTo>
                <a:lnTo>
                  <a:pt x="207275" y="710179"/>
                </a:lnTo>
                <a:lnTo>
                  <a:pt x="249785" y="728986"/>
                </a:lnTo>
                <a:lnTo>
                  <a:pt x="294847" y="742858"/>
                </a:lnTo>
                <a:lnTo>
                  <a:pt x="342094" y="751440"/>
                </a:lnTo>
                <a:lnTo>
                  <a:pt x="391160" y="754380"/>
                </a:lnTo>
                <a:lnTo>
                  <a:pt x="440225" y="751440"/>
                </a:lnTo>
                <a:lnTo>
                  <a:pt x="487472" y="742858"/>
                </a:lnTo>
                <a:lnTo>
                  <a:pt x="532534" y="728986"/>
                </a:lnTo>
                <a:lnTo>
                  <a:pt x="575044" y="710179"/>
                </a:lnTo>
                <a:lnTo>
                  <a:pt x="614636" y="686790"/>
                </a:lnTo>
                <a:lnTo>
                  <a:pt x="650943" y="659173"/>
                </a:lnTo>
                <a:lnTo>
                  <a:pt x="683598" y="627682"/>
                </a:lnTo>
                <a:lnTo>
                  <a:pt x="712235" y="592670"/>
                </a:lnTo>
                <a:lnTo>
                  <a:pt x="736488" y="554492"/>
                </a:lnTo>
                <a:lnTo>
                  <a:pt x="755989" y="513501"/>
                </a:lnTo>
                <a:lnTo>
                  <a:pt x="770373" y="470052"/>
                </a:lnTo>
                <a:lnTo>
                  <a:pt x="779272" y="424496"/>
                </a:lnTo>
                <a:lnTo>
                  <a:pt x="782320" y="377190"/>
                </a:lnTo>
                <a:lnTo>
                  <a:pt x="779272" y="329883"/>
                </a:lnTo>
                <a:lnTo>
                  <a:pt x="770373" y="284327"/>
                </a:lnTo>
                <a:lnTo>
                  <a:pt x="755989" y="240878"/>
                </a:lnTo>
                <a:lnTo>
                  <a:pt x="736488" y="199887"/>
                </a:lnTo>
                <a:lnTo>
                  <a:pt x="712235" y="161709"/>
                </a:lnTo>
                <a:lnTo>
                  <a:pt x="683598" y="126697"/>
                </a:lnTo>
                <a:lnTo>
                  <a:pt x="650943" y="95206"/>
                </a:lnTo>
                <a:lnTo>
                  <a:pt x="614636" y="67589"/>
                </a:lnTo>
                <a:lnTo>
                  <a:pt x="575044" y="44200"/>
                </a:lnTo>
                <a:lnTo>
                  <a:pt x="532534" y="25393"/>
                </a:lnTo>
                <a:lnTo>
                  <a:pt x="487472" y="11521"/>
                </a:lnTo>
                <a:lnTo>
                  <a:pt x="440225" y="2939"/>
                </a:lnTo>
                <a:lnTo>
                  <a:pt x="3911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93690" y="1751329"/>
            <a:ext cx="782320" cy="754380"/>
          </a:xfrm>
          <a:custGeom>
            <a:avLst/>
            <a:gdLst/>
            <a:ahLst/>
            <a:cxnLst/>
            <a:rect l="l" t="t" r="r" b="b"/>
            <a:pathLst>
              <a:path w="782320" h="754380">
                <a:moveTo>
                  <a:pt x="0" y="377190"/>
                </a:moveTo>
                <a:lnTo>
                  <a:pt x="3047" y="329883"/>
                </a:lnTo>
                <a:lnTo>
                  <a:pt x="11946" y="284327"/>
                </a:lnTo>
                <a:lnTo>
                  <a:pt x="26330" y="240878"/>
                </a:lnTo>
                <a:lnTo>
                  <a:pt x="45831" y="199887"/>
                </a:lnTo>
                <a:lnTo>
                  <a:pt x="70084" y="161709"/>
                </a:lnTo>
                <a:lnTo>
                  <a:pt x="98721" y="126697"/>
                </a:lnTo>
                <a:lnTo>
                  <a:pt x="131376" y="95206"/>
                </a:lnTo>
                <a:lnTo>
                  <a:pt x="167683" y="67589"/>
                </a:lnTo>
                <a:lnTo>
                  <a:pt x="207275" y="44200"/>
                </a:lnTo>
                <a:lnTo>
                  <a:pt x="249785" y="25393"/>
                </a:lnTo>
                <a:lnTo>
                  <a:pt x="294847" y="11521"/>
                </a:lnTo>
                <a:lnTo>
                  <a:pt x="342094" y="2939"/>
                </a:lnTo>
                <a:lnTo>
                  <a:pt x="391160" y="0"/>
                </a:lnTo>
                <a:lnTo>
                  <a:pt x="440225" y="2939"/>
                </a:lnTo>
                <a:lnTo>
                  <a:pt x="487472" y="11521"/>
                </a:lnTo>
                <a:lnTo>
                  <a:pt x="532534" y="25393"/>
                </a:lnTo>
                <a:lnTo>
                  <a:pt x="575044" y="44200"/>
                </a:lnTo>
                <a:lnTo>
                  <a:pt x="614636" y="67589"/>
                </a:lnTo>
                <a:lnTo>
                  <a:pt x="650943" y="95206"/>
                </a:lnTo>
                <a:lnTo>
                  <a:pt x="683598" y="126697"/>
                </a:lnTo>
                <a:lnTo>
                  <a:pt x="712235" y="161709"/>
                </a:lnTo>
                <a:lnTo>
                  <a:pt x="736488" y="199887"/>
                </a:lnTo>
                <a:lnTo>
                  <a:pt x="755989" y="240878"/>
                </a:lnTo>
                <a:lnTo>
                  <a:pt x="770373" y="284327"/>
                </a:lnTo>
                <a:lnTo>
                  <a:pt x="779272" y="329883"/>
                </a:lnTo>
                <a:lnTo>
                  <a:pt x="782320" y="377190"/>
                </a:lnTo>
                <a:lnTo>
                  <a:pt x="779272" y="424496"/>
                </a:lnTo>
                <a:lnTo>
                  <a:pt x="770373" y="470052"/>
                </a:lnTo>
                <a:lnTo>
                  <a:pt x="755989" y="513501"/>
                </a:lnTo>
                <a:lnTo>
                  <a:pt x="736488" y="554492"/>
                </a:lnTo>
                <a:lnTo>
                  <a:pt x="712235" y="592670"/>
                </a:lnTo>
                <a:lnTo>
                  <a:pt x="683598" y="627682"/>
                </a:lnTo>
                <a:lnTo>
                  <a:pt x="650943" y="659173"/>
                </a:lnTo>
                <a:lnTo>
                  <a:pt x="614636" y="686790"/>
                </a:lnTo>
                <a:lnTo>
                  <a:pt x="575044" y="710179"/>
                </a:lnTo>
                <a:lnTo>
                  <a:pt x="532534" y="728986"/>
                </a:lnTo>
                <a:lnTo>
                  <a:pt x="487472" y="742858"/>
                </a:lnTo>
                <a:lnTo>
                  <a:pt x="440225" y="751440"/>
                </a:lnTo>
                <a:lnTo>
                  <a:pt x="391160" y="754380"/>
                </a:lnTo>
                <a:lnTo>
                  <a:pt x="342094" y="751440"/>
                </a:lnTo>
                <a:lnTo>
                  <a:pt x="294847" y="742858"/>
                </a:lnTo>
                <a:lnTo>
                  <a:pt x="249785" y="728986"/>
                </a:lnTo>
                <a:lnTo>
                  <a:pt x="207275" y="710179"/>
                </a:lnTo>
                <a:lnTo>
                  <a:pt x="167683" y="686790"/>
                </a:lnTo>
                <a:lnTo>
                  <a:pt x="131376" y="659173"/>
                </a:lnTo>
                <a:lnTo>
                  <a:pt x="98721" y="627682"/>
                </a:lnTo>
                <a:lnTo>
                  <a:pt x="70084" y="592670"/>
                </a:lnTo>
                <a:lnTo>
                  <a:pt x="45831" y="554492"/>
                </a:lnTo>
                <a:lnTo>
                  <a:pt x="26330" y="513501"/>
                </a:lnTo>
                <a:lnTo>
                  <a:pt x="11946" y="470052"/>
                </a:lnTo>
                <a:lnTo>
                  <a:pt x="3047" y="424496"/>
                </a:lnTo>
                <a:lnTo>
                  <a:pt x="0" y="37719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87590" y="1751329"/>
            <a:ext cx="782320" cy="754380"/>
          </a:xfrm>
          <a:custGeom>
            <a:avLst/>
            <a:gdLst/>
            <a:ahLst/>
            <a:cxnLst/>
            <a:rect l="l" t="t" r="r" b="b"/>
            <a:pathLst>
              <a:path w="782320" h="754380">
                <a:moveTo>
                  <a:pt x="391159" y="0"/>
                </a:moveTo>
                <a:lnTo>
                  <a:pt x="342094" y="2939"/>
                </a:lnTo>
                <a:lnTo>
                  <a:pt x="294847" y="11521"/>
                </a:lnTo>
                <a:lnTo>
                  <a:pt x="249785" y="25393"/>
                </a:lnTo>
                <a:lnTo>
                  <a:pt x="207275" y="44200"/>
                </a:lnTo>
                <a:lnTo>
                  <a:pt x="167683" y="67589"/>
                </a:lnTo>
                <a:lnTo>
                  <a:pt x="131376" y="95206"/>
                </a:lnTo>
                <a:lnTo>
                  <a:pt x="98721" y="126697"/>
                </a:lnTo>
                <a:lnTo>
                  <a:pt x="70084" y="161709"/>
                </a:lnTo>
                <a:lnTo>
                  <a:pt x="45831" y="199887"/>
                </a:lnTo>
                <a:lnTo>
                  <a:pt x="26330" y="240878"/>
                </a:lnTo>
                <a:lnTo>
                  <a:pt x="11946" y="284327"/>
                </a:lnTo>
                <a:lnTo>
                  <a:pt x="3047" y="329883"/>
                </a:lnTo>
                <a:lnTo>
                  <a:pt x="0" y="377190"/>
                </a:lnTo>
                <a:lnTo>
                  <a:pt x="3047" y="424496"/>
                </a:lnTo>
                <a:lnTo>
                  <a:pt x="11946" y="470052"/>
                </a:lnTo>
                <a:lnTo>
                  <a:pt x="26330" y="513501"/>
                </a:lnTo>
                <a:lnTo>
                  <a:pt x="45831" y="554492"/>
                </a:lnTo>
                <a:lnTo>
                  <a:pt x="70084" y="592670"/>
                </a:lnTo>
                <a:lnTo>
                  <a:pt x="98721" y="627682"/>
                </a:lnTo>
                <a:lnTo>
                  <a:pt x="131376" y="659173"/>
                </a:lnTo>
                <a:lnTo>
                  <a:pt x="167683" y="686790"/>
                </a:lnTo>
                <a:lnTo>
                  <a:pt x="207275" y="710179"/>
                </a:lnTo>
                <a:lnTo>
                  <a:pt x="249785" y="728986"/>
                </a:lnTo>
                <a:lnTo>
                  <a:pt x="294847" y="742858"/>
                </a:lnTo>
                <a:lnTo>
                  <a:pt x="342094" y="751440"/>
                </a:lnTo>
                <a:lnTo>
                  <a:pt x="391159" y="754380"/>
                </a:lnTo>
                <a:lnTo>
                  <a:pt x="440225" y="751440"/>
                </a:lnTo>
                <a:lnTo>
                  <a:pt x="487472" y="742858"/>
                </a:lnTo>
                <a:lnTo>
                  <a:pt x="532534" y="728986"/>
                </a:lnTo>
                <a:lnTo>
                  <a:pt x="575044" y="710179"/>
                </a:lnTo>
                <a:lnTo>
                  <a:pt x="614636" y="686790"/>
                </a:lnTo>
                <a:lnTo>
                  <a:pt x="650943" y="659173"/>
                </a:lnTo>
                <a:lnTo>
                  <a:pt x="683598" y="627682"/>
                </a:lnTo>
                <a:lnTo>
                  <a:pt x="712235" y="592670"/>
                </a:lnTo>
                <a:lnTo>
                  <a:pt x="736488" y="554492"/>
                </a:lnTo>
                <a:lnTo>
                  <a:pt x="755989" y="513501"/>
                </a:lnTo>
                <a:lnTo>
                  <a:pt x="770373" y="470052"/>
                </a:lnTo>
                <a:lnTo>
                  <a:pt x="779272" y="424496"/>
                </a:lnTo>
                <a:lnTo>
                  <a:pt x="782319" y="377190"/>
                </a:lnTo>
                <a:lnTo>
                  <a:pt x="779272" y="329883"/>
                </a:lnTo>
                <a:lnTo>
                  <a:pt x="770373" y="284327"/>
                </a:lnTo>
                <a:lnTo>
                  <a:pt x="755989" y="240878"/>
                </a:lnTo>
                <a:lnTo>
                  <a:pt x="736488" y="199887"/>
                </a:lnTo>
                <a:lnTo>
                  <a:pt x="712235" y="161709"/>
                </a:lnTo>
                <a:lnTo>
                  <a:pt x="683598" y="126697"/>
                </a:lnTo>
                <a:lnTo>
                  <a:pt x="650943" y="95206"/>
                </a:lnTo>
                <a:lnTo>
                  <a:pt x="614636" y="67589"/>
                </a:lnTo>
                <a:lnTo>
                  <a:pt x="575044" y="44200"/>
                </a:lnTo>
                <a:lnTo>
                  <a:pt x="532534" y="25393"/>
                </a:lnTo>
                <a:lnTo>
                  <a:pt x="487472" y="11521"/>
                </a:lnTo>
                <a:lnTo>
                  <a:pt x="440225" y="2939"/>
                </a:lnTo>
                <a:lnTo>
                  <a:pt x="3911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87590" y="1751329"/>
            <a:ext cx="782320" cy="754380"/>
          </a:xfrm>
          <a:custGeom>
            <a:avLst/>
            <a:gdLst/>
            <a:ahLst/>
            <a:cxnLst/>
            <a:rect l="l" t="t" r="r" b="b"/>
            <a:pathLst>
              <a:path w="782320" h="754380">
                <a:moveTo>
                  <a:pt x="0" y="377190"/>
                </a:moveTo>
                <a:lnTo>
                  <a:pt x="3047" y="329883"/>
                </a:lnTo>
                <a:lnTo>
                  <a:pt x="11946" y="284327"/>
                </a:lnTo>
                <a:lnTo>
                  <a:pt x="26330" y="240878"/>
                </a:lnTo>
                <a:lnTo>
                  <a:pt x="45831" y="199887"/>
                </a:lnTo>
                <a:lnTo>
                  <a:pt x="70084" y="161709"/>
                </a:lnTo>
                <a:lnTo>
                  <a:pt x="98721" y="126697"/>
                </a:lnTo>
                <a:lnTo>
                  <a:pt x="131376" y="95206"/>
                </a:lnTo>
                <a:lnTo>
                  <a:pt x="167683" y="67589"/>
                </a:lnTo>
                <a:lnTo>
                  <a:pt x="207275" y="44200"/>
                </a:lnTo>
                <a:lnTo>
                  <a:pt x="249785" y="25393"/>
                </a:lnTo>
                <a:lnTo>
                  <a:pt x="294847" y="11521"/>
                </a:lnTo>
                <a:lnTo>
                  <a:pt x="342094" y="2939"/>
                </a:lnTo>
                <a:lnTo>
                  <a:pt x="391159" y="0"/>
                </a:lnTo>
                <a:lnTo>
                  <a:pt x="440225" y="2939"/>
                </a:lnTo>
                <a:lnTo>
                  <a:pt x="487472" y="11521"/>
                </a:lnTo>
                <a:lnTo>
                  <a:pt x="532534" y="25393"/>
                </a:lnTo>
                <a:lnTo>
                  <a:pt x="575044" y="44200"/>
                </a:lnTo>
                <a:lnTo>
                  <a:pt x="614636" y="67589"/>
                </a:lnTo>
                <a:lnTo>
                  <a:pt x="650943" y="95206"/>
                </a:lnTo>
                <a:lnTo>
                  <a:pt x="683598" y="126697"/>
                </a:lnTo>
                <a:lnTo>
                  <a:pt x="712235" y="161709"/>
                </a:lnTo>
                <a:lnTo>
                  <a:pt x="736488" y="199887"/>
                </a:lnTo>
                <a:lnTo>
                  <a:pt x="755989" y="240878"/>
                </a:lnTo>
                <a:lnTo>
                  <a:pt x="770373" y="284327"/>
                </a:lnTo>
                <a:lnTo>
                  <a:pt x="779272" y="329883"/>
                </a:lnTo>
                <a:lnTo>
                  <a:pt x="782319" y="377190"/>
                </a:lnTo>
                <a:lnTo>
                  <a:pt x="779272" y="424496"/>
                </a:lnTo>
                <a:lnTo>
                  <a:pt x="770373" y="470052"/>
                </a:lnTo>
                <a:lnTo>
                  <a:pt x="755989" y="513501"/>
                </a:lnTo>
                <a:lnTo>
                  <a:pt x="736488" y="554492"/>
                </a:lnTo>
                <a:lnTo>
                  <a:pt x="712235" y="592670"/>
                </a:lnTo>
                <a:lnTo>
                  <a:pt x="683598" y="627682"/>
                </a:lnTo>
                <a:lnTo>
                  <a:pt x="650943" y="659173"/>
                </a:lnTo>
                <a:lnTo>
                  <a:pt x="614636" y="686790"/>
                </a:lnTo>
                <a:lnTo>
                  <a:pt x="575044" y="710179"/>
                </a:lnTo>
                <a:lnTo>
                  <a:pt x="532534" y="728986"/>
                </a:lnTo>
                <a:lnTo>
                  <a:pt x="487472" y="742858"/>
                </a:lnTo>
                <a:lnTo>
                  <a:pt x="440225" y="751440"/>
                </a:lnTo>
                <a:lnTo>
                  <a:pt x="391159" y="754380"/>
                </a:lnTo>
                <a:lnTo>
                  <a:pt x="342094" y="751440"/>
                </a:lnTo>
                <a:lnTo>
                  <a:pt x="294847" y="742858"/>
                </a:lnTo>
                <a:lnTo>
                  <a:pt x="249785" y="728986"/>
                </a:lnTo>
                <a:lnTo>
                  <a:pt x="207275" y="710179"/>
                </a:lnTo>
                <a:lnTo>
                  <a:pt x="167683" y="686790"/>
                </a:lnTo>
                <a:lnTo>
                  <a:pt x="131376" y="659173"/>
                </a:lnTo>
                <a:lnTo>
                  <a:pt x="98721" y="627682"/>
                </a:lnTo>
                <a:lnTo>
                  <a:pt x="70084" y="592670"/>
                </a:lnTo>
                <a:lnTo>
                  <a:pt x="45831" y="554492"/>
                </a:lnTo>
                <a:lnTo>
                  <a:pt x="26330" y="513501"/>
                </a:lnTo>
                <a:lnTo>
                  <a:pt x="11946" y="470052"/>
                </a:lnTo>
                <a:lnTo>
                  <a:pt x="3047" y="424496"/>
                </a:lnTo>
                <a:lnTo>
                  <a:pt x="0" y="37719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76009" y="2472689"/>
            <a:ext cx="1099820" cy="957580"/>
          </a:xfrm>
          <a:custGeom>
            <a:avLst/>
            <a:gdLst/>
            <a:ahLst/>
            <a:cxnLst/>
            <a:rect l="l" t="t" r="r" b="b"/>
            <a:pathLst>
              <a:path w="1099820" h="957579">
                <a:moveTo>
                  <a:pt x="549910" y="0"/>
                </a:moveTo>
                <a:lnTo>
                  <a:pt x="499864" y="1956"/>
                </a:lnTo>
                <a:lnTo>
                  <a:pt x="451076" y="7714"/>
                </a:lnTo>
                <a:lnTo>
                  <a:pt x="403739" y="17103"/>
                </a:lnTo>
                <a:lnTo>
                  <a:pt x="358048" y="29955"/>
                </a:lnTo>
                <a:lnTo>
                  <a:pt x="314198" y="46101"/>
                </a:lnTo>
                <a:lnTo>
                  <a:pt x="272382" y="65372"/>
                </a:lnTo>
                <a:lnTo>
                  <a:pt x="232794" y="87597"/>
                </a:lnTo>
                <a:lnTo>
                  <a:pt x="195630" y="112610"/>
                </a:lnTo>
                <a:lnTo>
                  <a:pt x="161083" y="140239"/>
                </a:lnTo>
                <a:lnTo>
                  <a:pt x="129348" y="170317"/>
                </a:lnTo>
                <a:lnTo>
                  <a:pt x="100619" y="202674"/>
                </a:lnTo>
                <a:lnTo>
                  <a:pt x="75089" y="237141"/>
                </a:lnTo>
                <a:lnTo>
                  <a:pt x="52955" y="273550"/>
                </a:lnTo>
                <a:lnTo>
                  <a:pt x="34409" y="311730"/>
                </a:lnTo>
                <a:lnTo>
                  <a:pt x="19646" y="351513"/>
                </a:lnTo>
                <a:lnTo>
                  <a:pt x="8861" y="392730"/>
                </a:lnTo>
                <a:lnTo>
                  <a:pt x="2247" y="435212"/>
                </a:lnTo>
                <a:lnTo>
                  <a:pt x="0" y="478789"/>
                </a:lnTo>
                <a:lnTo>
                  <a:pt x="2247" y="522367"/>
                </a:lnTo>
                <a:lnTo>
                  <a:pt x="8861" y="564849"/>
                </a:lnTo>
                <a:lnTo>
                  <a:pt x="19646" y="606066"/>
                </a:lnTo>
                <a:lnTo>
                  <a:pt x="34409" y="645849"/>
                </a:lnTo>
                <a:lnTo>
                  <a:pt x="52955" y="684029"/>
                </a:lnTo>
                <a:lnTo>
                  <a:pt x="75089" y="720438"/>
                </a:lnTo>
                <a:lnTo>
                  <a:pt x="100619" y="754905"/>
                </a:lnTo>
                <a:lnTo>
                  <a:pt x="129348" y="787262"/>
                </a:lnTo>
                <a:lnTo>
                  <a:pt x="161083" y="817340"/>
                </a:lnTo>
                <a:lnTo>
                  <a:pt x="195630" y="844969"/>
                </a:lnTo>
                <a:lnTo>
                  <a:pt x="232794" y="869982"/>
                </a:lnTo>
                <a:lnTo>
                  <a:pt x="272382" y="892207"/>
                </a:lnTo>
                <a:lnTo>
                  <a:pt x="314198" y="911478"/>
                </a:lnTo>
                <a:lnTo>
                  <a:pt x="358048" y="927624"/>
                </a:lnTo>
                <a:lnTo>
                  <a:pt x="403739" y="940476"/>
                </a:lnTo>
                <a:lnTo>
                  <a:pt x="451076" y="949865"/>
                </a:lnTo>
                <a:lnTo>
                  <a:pt x="499864" y="955623"/>
                </a:lnTo>
                <a:lnTo>
                  <a:pt x="549910" y="957580"/>
                </a:lnTo>
                <a:lnTo>
                  <a:pt x="599955" y="955623"/>
                </a:lnTo>
                <a:lnTo>
                  <a:pt x="648743" y="949865"/>
                </a:lnTo>
                <a:lnTo>
                  <a:pt x="696080" y="940476"/>
                </a:lnTo>
                <a:lnTo>
                  <a:pt x="741771" y="927624"/>
                </a:lnTo>
                <a:lnTo>
                  <a:pt x="785621" y="911478"/>
                </a:lnTo>
                <a:lnTo>
                  <a:pt x="827437" y="892207"/>
                </a:lnTo>
                <a:lnTo>
                  <a:pt x="867025" y="869982"/>
                </a:lnTo>
                <a:lnTo>
                  <a:pt x="904189" y="844969"/>
                </a:lnTo>
                <a:lnTo>
                  <a:pt x="938736" y="817340"/>
                </a:lnTo>
                <a:lnTo>
                  <a:pt x="970471" y="787262"/>
                </a:lnTo>
                <a:lnTo>
                  <a:pt x="999200" y="754905"/>
                </a:lnTo>
                <a:lnTo>
                  <a:pt x="1024730" y="720438"/>
                </a:lnTo>
                <a:lnTo>
                  <a:pt x="1046864" y="684029"/>
                </a:lnTo>
                <a:lnTo>
                  <a:pt x="1065410" y="645849"/>
                </a:lnTo>
                <a:lnTo>
                  <a:pt x="1080173" y="606066"/>
                </a:lnTo>
                <a:lnTo>
                  <a:pt x="1090958" y="564849"/>
                </a:lnTo>
                <a:lnTo>
                  <a:pt x="1097572" y="522367"/>
                </a:lnTo>
                <a:lnTo>
                  <a:pt x="1099819" y="478789"/>
                </a:lnTo>
                <a:lnTo>
                  <a:pt x="1097572" y="435212"/>
                </a:lnTo>
                <a:lnTo>
                  <a:pt x="1090958" y="392730"/>
                </a:lnTo>
                <a:lnTo>
                  <a:pt x="1080173" y="351513"/>
                </a:lnTo>
                <a:lnTo>
                  <a:pt x="1065410" y="311730"/>
                </a:lnTo>
                <a:lnTo>
                  <a:pt x="1046864" y="273550"/>
                </a:lnTo>
                <a:lnTo>
                  <a:pt x="1024730" y="237141"/>
                </a:lnTo>
                <a:lnTo>
                  <a:pt x="999200" y="202674"/>
                </a:lnTo>
                <a:lnTo>
                  <a:pt x="970471" y="170317"/>
                </a:lnTo>
                <a:lnTo>
                  <a:pt x="938736" y="140239"/>
                </a:lnTo>
                <a:lnTo>
                  <a:pt x="904189" y="112610"/>
                </a:lnTo>
                <a:lnTo>
                  <a:pt x="867025" y="87597"/>
                </a:lnTo>
                <a:lnTo>
                  <a:pt x="827437" y="65372"/>
                </a:lnTo>
                <a:lnTo>
                  <a:pt x="785621" y="46101"/>
                </a:lnTo>
                <a:lnTo>
                  <a:pt x="741771" y="29955"/>
                </a:lnTo>
                <a:lnTo>
                  <a:pt x="696080" y="17103"/>
                </a:lnTo>
                <a:lnTo>
                  <a:pt x="648743" y="7714"/>
                </a:lnTo>
                <a:lnTo>
                  <a:pt x="599955" y="1956"/>
                </a:lnTo>
                <a:lnTo>
                  <a:pt x="5499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76009" y="2472689"/>
            <a:ext cx="1099820" cy="957580"/>
          </a:xfrm>
          <a:custGeom>
            <a:avLst/>
            <a:gdLst/>
            <a:ahLst/>
            <a:cxnLst/>
            <a:rect l="l" t="t" r="r" b="b"/>
            <a:pathLst>
              <a:path w="1099820" h="957579">
                <a:moveTo>
                  <a:pt x="0" y="478789"/>
                </a:moveTo>
                <a:lnTo>
                  <a:pt x="2247" y="435212"/>
                </a:lnTo>
                <a:lnTo>
                  <a:pt x="8861" y="392730"/>
                </a:lnTo>
                <a:lnTo>
                  <a:pt x="19646" y="351513"/>
                </a:lnTo>
                <a:lnTo>
                  <a:pt x="34409" y="311730"/>
                </a:lnTo>
                <a:lnTo>
                  <a:pt x="52955" y="273550"/>
                </a:lnTo>
                <a:lnTo>
                  <a:pt x="75089" y="237141"/>
                </a:lnTo>
                <a:lnTo>
                  <a:pt x="100619" y="202674"/>
                </a:lnTo>
                <a:lnTo>
                  <a:pt x="129348" y="170317"/>
                </a:lnTo>
                <a:lnTo>
                  <a:pt x="161083" y="140239"/>
                </a:lnTo>
                <a:lnTo>
                  <a:pt x="195630" y="112610"/>
                </a:lnTo>
                <a:lnTo>
                  <a:pt x="232794" y="87597"/>
                </a:lnTo>
                <a:lnTo>
                  <a:pt x="272382" y="65372"/>
                </a:lnTo>
                <a:lnTo>
                  <a:pt x="314198" y="46101"/>
                </a:lnTo>
                <a:lnTo>
                  <a:pt x="358048" y="29955"/>
                </a:lnTo>
                <a:lnTo>
                  <a:pt x="403739" y="17103"/>
                </a:lnTo>
                <a:lnTo>
                  <a:pt x="451076" y="7714"/>
                </a:lnTo>
                <a:lnTo>
                  <a:pt x="499864" y="1956"/>
                </a:lnTo>
                <a:lnTo>
                  <a:pt x="549910" y="0"/>
                </a:lnTo>
                <a:lnTo>
                  <a:pt x="599955" y="1956"/>
                </a:lnTo>
                <a:lnTo>
                  <a:pt x="648743" y="7714"/>
                </a:lnTo>
                <a:lnTo>
                  <a:pt x="696080" y="17103"/>
                </a:lnTo>
                <a:lnTo>
                  <a:pt x="741771" y="29955"/>
                </a:lnTo>
                <a:lnTo>
                  <a:pt x="785621" y="46101"/>
                </a:lnTo>
                <a:lnTo>
                  <a:pt x="827437" y="65372"/>
                </a:lnTo>
                <a:lnTo>
                  <a:pt x="867025" y="87597"/>
                </a:lnTo>
                <a:lnTo>
                  <a:pt x="904189" y="112610"/>
                </a:lnTo>
                <a:lnTo>
                  <a:pt x="938736" y="140239"/>
                </a:lnTo>
                <a:lnTo>
                  <a:pt x="970471" y="170317"/>
                </a:lnTo>
                <a:lnTo>
                  <a:pt x="999200" y="202674"/>
                </a:lnTo>
                <a:lnTo>
                  <a:pt x="1024730" y="237141"/>
                </a:lnTo>
                <a:lnTo>
                  <a:pt x="1046864" y="273550"/>
                </a:lnTo>
                <a:lnTo>
                  <a:pt x="1065410" y="311730"/>
                </a:lnTo>
                <a:lnTo>
                  <a:pt x="1080173" y="351513"/>
                </a:lnTo>
                <a:lnTo>
                  <a:pt x="1090958" y="392730"/>
                </a:lnTo>
                <a:lnTo>
                  <a:pt x="1097572" y="435212"/>
                </a:lnTo>
                <a:lnTo>
                  <a:pt x="1099819" y="478789"/>
                </a:lnTo>
                <a:lnTo>
                  <a:pt x="1097572" y="522367"/>
                </a:lnTo>
                <a:lnTo>
                  <a:pt x="1090958" y="564849"/>
                </a:lnTo>
                <a:lnTo>
                  <a:pt x="1080173" y="606066"/>
                </a:lnTo>
                <a:lnTo>
                  <a:pt x="1065410" y="645849"/>
                </a:lnTo>
                <a:lnTo>
                  <a:pt x="1046864" y="684029"/>
                </a:lnTo>
                <a:lnTo>
                  <a:pt x="1024730" y="720438"/>
                </a:lnTo>
                <a:lnTo>
                  <a:pt x="999200" y="754905"/>
                </a:lnTo>
                <a:lnTo>
                  <a:pt x="970471" y="787262"/>
                </a:lnTo>
                <a:lnTo>
                  <a:pt x="938736" y="817340"/>
                </a:lnTo>
                <a:lnTo>
                  <a:pt x="904189" y="844969"/>
                </a:lnTo>
                <a:lnTo>
                  <a:pt x="867025" y="869982"/>
                </a:lnTo>
                <a:lnTo>
                  <a:pt x="827437" y="892207"/>
                </a:lnTo>
                <a:lnTo>
                  <a:pt x="785621" y="911478"/>
                </a:lnTo>
                <a:lnTo>
                  <a:pt x="741771" y="927624"/>
                </a:lnTo>
                <a:lnTo>
                  <a:pt x="696080" y="940476"/>
                </a:lnTo>
                <a:lnTo>
                  <a:pt x="648743" y="949865"/>
                </a:lnTo>
                <a:lnTo>
                  <a:pt x="599955" y="955623"/>
                </a:lnTo>
                <a:lnTo>
                  <a:pt x="549910" y="957580"/>
                </a:lnTo>
                <a:lnTo>
                  <a:pt x="499864" y="955623"/>
                </a:lnTo>
                <a:lnTo>
                  <a:pt x="451076" y="949865"/>
                </a:lnTo>
                <a:lnTo>
                  <a:pt x="403739" y="940476"/>
                </a:lnTo>
                <a:lnTo>
                  <a:pt x="358048" y="927624"/>
                </a:lnTo>
                <a:lnTo>
                  <a:pt x="314198" y="911478"/>
                </a:lnTo>
                <a:lnTo>
                  <a:pt x="272382" y="892207"/>
                </a:lnTo>
                <a:lnTo>
                  <a:pt x="232794" y="869982"/>
                </a:lnTo>
                <a:lnTo>
                  <a:pt x="195630" y="844969"/>
                </a:lnTo>
                <a:lnTo>
                  <a:pt x="161083" y="817340"/>
                </a:lnTo>
                <a:lnTo>
                  <a:pt x="129348" y="787262"/>
                </a:lnTo>
                <a:lnTo>
                  <a:pt x="100619" y="754905"/>
                </a:lnTo>
                <a:lnTo>
                  <a:pt x="75089" y="720438"/>
                </a:lnTo>
                <a:lnTo>
                  <a:pt x="52955" y="684029"/>
                </a:lnTo>
                <a:lnTo>
                  <a:pt x="34409" y="645849"/>
                </a:lnTo>
                <a:lnTo>
                  <a:pt x="19646" y="606066"/>
                </a:lnTo>
                <a:lnTo>
                  <a:pt x="8861" y="564849"/>
                </a:lnTo>
                <a:lnTo>
                  <a:pt x="2247" y="522367"/>
                </a:lnTo>
                <a:lnTo>
                  <a:pt x="0" y="47878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27470" y="3448050"/>
            <a:ext cx="782320" cy="754380"/>
          </a:xfrm>
          <a:custGeom>
            <a:avLst/>
            <a:gdLst/>
            <a:ahLst/>
            <a:cxnLst/>
            <a:rect l="l" t="t" r="r" b="b"/>
            <a:pathLst>
              <a:path w="782320" h="754379">
                <a:moveTo>
                  <a:pt x="391159" y="0"/>
                </a:moveTo>
                <a:lnTo>
                  <a:pt x="342094" y="2939"/>
                </a:lnTo>
                <a:lnTo>
                  <a:pt x="294847" y="11521"/>
                </a:lnTo>
                <a:lnTo>
                  <a:pt x="249785" y="25393"/>
                </a:lnTo>
                <a:lnTo>
                  <a:pt x="207275" y="44200"/>
                </a:lnTo>
                <a:lnTo>
                  <a:pt x="167683" y="67589"/>
                </a:lnTo>
                <a:lnTo>
                  <a:pt x="131376" y="95206"/>
                </a:lnTo>
                <a:lnTo>
                  <a:pt x="98721" y="126697"/>
                </a:lnTo>
                <a:lnTo>
                  <a:pt x="70084" y="161709"/>
                </a:lnTo>
                <a:lnTo>
                  <a:pt x="45831" y="199887"/>
                </a:lnTo>
                <a:lnTo>
                  <a:pt x="26330" y="240878"/>
                </a:lnTo>
                <a:lnTo>
                  <a:pt x="11946" y="284327"/>
                </a:lnTo>
                <a:lnTo>
                  <a:pt x="3047" y="329883"/>
                </a:lnTo>
                <a:lnTo>
                  <a:pt x="0" y="377189"/>
                </a:lnTo>
                <a:lnTo>
                  <a:pt x="3047" y="424496"/>
                </a:lnTo>
                <a:lnTo>
                  <a:pt x="11946" y="470052"/>
                </a:lnTo>
                <a:lnTo>
                  <a:pt x="26330" y="513501"/>
                </a:lnTo>
                <a:lnTo>
                  <a:pt x="45831" y="554492"/>
                </a:lnTo>
                <a:lnTo>
                  <a:pt x="70084" y="592670"/>
                </a:lnTo>
                <a:lnTo>
                  <a:pt x="98721" y="627682"/>
                </a:lnTo>
                <a:lnTo>
                  <a:pt x="131376" y="659173"/>
                </a:lnTo>
                <a:lnTo>
                  <a:pt x="167683" y="686790"/>
                </a:lnTo>
                <a:lnTo>
                  <a:pt x="207275" y="710179"/>
                </a:lnTo>
                <a:lnTo>
                  <a:pt x="249785" y="728986"/>
                </a:lnTo>
                <a:lnTo>
                  <a:pt x="294847" y="742858"/>
                </a:lnTo>
                <a:lnTo>
                  <a:pt x="342094" y="751440"/>
                </a:lnTo>
                <a:lnTo>
                  <a:pt x="391159" y="754380"/>
                </a:lnTo>
                <a:lnTo>
                  <a:pt x="440225" y="751440"/>
                </a:lnTo>
                <a:lnTo>
                  <a:pt x="487472" y="742858"/>
                </a:lnTo>
                <a:lnTo>
                  <a:pt x="532534" y="728986"/>
                </a:lnTo>
                <a:lnTo>
                  <a:pt x="575044" y="710179"/>
                </a:lnTo>
                <a:lnTo>
                  <a:pt x="614636" y="686790"/>
                </a:lnTo>
                <a:lnTo>
                  <a:pt x="650943" y="659173"/>
                </a:lnTo>
                <a:lnTo>
                  <a:pt x="683598" y="627682"/>
                </a:lnTo>
                <a:lnTo>
                  <a:pt x="712235" y="592670"/>
                </a:lnTo>
                <a:lnTo>
                  <a:pt x="736488" y="554492"/>
                </a:lnTo>
                <a:lnTo>
                  <a:pt x="755989" y="513501"/>
                </a:lnTo>
                <a:lnTo>
                  <a:pt x="770373" y="470052"/>
                </a:lnTo>
                <a:lnTo>
                  <a:pt x="779272" y="424496"/>
                </a:lnTo>
                <a:lnTo>
                  <a:pt x="782320" y="377189"/>
                </a:lnTo>
                <a:lnTo>
                  <a:pt x="779272" y="329883"/>
                </a:lnTo>
                <a:lnTo>
                  <a:pt x="770373" y="284327"/>
                </a:lnTo>
                <a:lnTo>
                  <a:pt x="755989" y="240878"/>
                </a:lnTo>
                <a:lnTo>
                  <a:pt x="736488" y="199887"/>
                </a:lnTo>
                <a:lnTo>
                  <a:pt x="712235" y="161709"/>
                </a:lnTo>
                <a:lnTo>
                  <a:pt x="683598" y="126697"/>
                </a:lnTo>
                <a:lnTo>
                  <a:pt x="650943" y="95206"/>
                </a:lnTo>
                <a:lnTo>
                  <a:pt x="614636" y="67589"/>
                </a:lnTo>
                <a:lnTo>
                  <a:pt x="575044" y="44200"/>
                </a:lnTo>
                <a:lnTo>
                  <a:pt x="532534" y="25393"/>
                </a:lnTo>
                <a:lnTo>
                  <a:pt x="487472" y="11521"/>
                </a:lnTo>
                <a:lnTo>
                  <a:pt x="440225" y="2939"/>
                </a:lnTo>
                <a:lnTo>
                  <a:pt x="3911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27470" y="3448050"/>
            <a:ext cx="782320" cy="754380"/>
          </a:xfrm>
          <a:custGeom>
            <a:avLst/>
            <a:gdLst/>
            <a:ahLst/>
            <a:cxnLst/>
            <a:rect l="l" t="t" r="r" b="b"/>
            <a:pathLst>
              <a:path w="782320" h="754379">
                <a:moveTo>
                  <a:pt x="0" y="377189"/>
                </a:moveTo>
                <a:lnTo>
                  <a:pt x="3047" y="329883"/>
                </a:lnTo>
                <a:lnTo>
                  <a:pt x="11946" y="284327"/>
                </a:lnTo>
                <a:lnTo>
                  <a:pt x="26330" y="240878"/>
                </a:lnTo>
                <a:lnTo>
                  <a:pt x="45831" y="199887"/>
                </a:lnTo>
                <a:lnTo>
                  <a:pt x="70084" y="161709"/>
                </a:lnTo>
                <a:lnTo>
                  <a:pt x="98721" y="126697"/>
                </a:lnTo>
                <a:lnTo>
                  <a:pt x="131376" y="95206"/>
                </a:lnTo>
                <a:lnTo>
                  <a:pt x="167683" y="67589"/>
                </a:lnTo>
                <a:lnTo>
                  <a:pt x="207275" y="44200"/>
                </a:lnTo>
                <a:lnTo>
                  <a:pt x="249785" y="25393"/>
                </a:lnTo>
                <a:lnTo>
                  <a:pt x="294847" y="11521"/>
                </a:lnTo>
                <a:lnTo>
                  <a:pt x="342094" y="2939"/>
                </a:lnTo>
                <a:lnTo>
                  <a:pt x="391159" y="0"/>
                </a:lnTo>
                <a:lnTo>
                  <a:pt x="440225" y="2939"/>
                </a:lnTo>
                <a:lnTo>
                  <a:pt x="487472" y="11521"/>
                </a:lnTo>
                <a:lnTo>
                  <a:pt x="532534" y="25393"/>
                </a:lnTo>
                <a:lnTo>
                  <a:pt x="575044" y="44200"/>
                </a:lnTo>
                <a:lnTo>
                  <a:pt x="614636" y="67589"/>
                </a:lnTo>
                <a:lnTo>
                  <a:pt x="650943" y="95206"/>
                </a:lnTo>
                <a:lnTo>
                  <a:pt x="683598" y="126697"/>
                </a:lnTo>
                <a:lnTo>
                  <a:pt x="712235" y="161709"/>
                </a:lnTo>
                <a:lnTo>
                  <a:pt x="736488" y="199887"/>
                </a:lnTo>
                <a:lnTo>
                  <a:pt x="755989" y="240878"/>
                </a:lnTo>
                <a:lnTo>
                  <a:pt x="770373" y="284327"/>
                </a:lnTo>
                <a:lnTo>
                  <a:pt x="779272" y="329883"/>
                </a:lnTo>
                <a:lnTo>
                  <a:pt x="782320" y="377189"/>
                </a:lnTo>
                <a:lnTo>
                  <a:pt x="779272" y="424496"/>
                </a:lnTo>
                <a:lnTo>
                  <a:pt x="770373" y="470052"/>
                </a:lnTo>
                <a:lnTo>
                  <a:pt x="755989" y="513501"/>
                </a:lnTo>
                <a:lnTo>
                  <a:pt x="736488" y="554492"/>
                </a:lnTo>
                <a:lnTo>
                  <a:pt x="712235" y="592670"/>
                </a:lnTo>
                <a:lnTo>
                  <a:pt x="683598" y="627682"/>
                </a:lnTo>
                <a:lnTo>
                  <a:pt x="650943" y="659173"/>
                </a:lnTo>
                <a:lnTo>
                  <a:pt x="614636" y="686790"/>
                </a:lnTo>
                <a:lnTo>
                  <a:pt x="575044" y="710179"/>
                </a:lnTo>
                <a:lnTo>
                  <a:pt x="532534" y="728986"/>
                </a:lnTo>
                <a:lnTo>
                  <a:pt x="487472" y="742858"/>
                </a:lnTo>
                <a:lnTo>
                  <a:pt x="440225" y="751440"/>
                </a:lnTo>
                <a:lnTo>
                  <a:pt x="391159" y="754380"/>
                </a:lnTo>
                <a:lnTo>
                  <a:pt x="342094" y="751440"/>
                </a:lnTo>
                <a:lnTo>
                  <a:pt x="294847" y="742858"/>
                </a:lnTo>
                <a:lnTo>
                  <a:pt x="249785" y="728986"/>
                </a:lnTo>
                <a:lnTo>
                  <a:pt x="207275" y="710179"/>
                </a:lnTo>
                <a:lnTo>
                  <a:pt x="167683" y="686790"/>
                </a:lnTo>
                <a:lnTo>
                  <a:pt x="131376" y="659173"/>
                </a:lnTo>
                <a:lnTo>
                  <a:pt x="98721" y="627682"/>
                </a:lnTo>
                <a:lnTo>
                  <a:pt x="70084" y="592670"/>
                </a:lnTo>
                <a:lnTo>
                  <a:pt x="45831" y="554492"/>
                </a:lnTo>
                <a:lnTo>
                  <a:pt x="26330" y="513501"/>
                </a:lnTo>
                <a:lnTo>
                  <a:pt x="11946" y="470052"/>
                </a:lnTo>
                <a:lnTo>
                  <a:pt x="3047" y="424496"/>
                </a:lnTo>
                <a:lnTo>
                  <a:pt x="0" y="377189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26819" y="1572260"/>
            <a:ext cx="2072639" cy="32969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44540" y="1572260"/>
            <a:ext cx="2072639" cy="32969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84580" y="1765300"/>
            <a:ext cx="2575560" cy="33604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32120" y="1765300"/>
            <a:ext cx="2573020" cy="33604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9019" y="1940560"/>
            <a:ext cx="2644139" cy="30099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96559" y="1925320"/>
            <a:ext cx="2644140" cy="30073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27760" y="1656079"/>
            <a:ext cx="2435860" cy="32664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86120" y="1656079"/>
            <a:ext cx="2435860" cy="32664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97000" y="1778000"/>
            <a:ext cx="1948179" cy="330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44540" y="1778000"/>
            <a:ext cx="1948180" cy="3302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62660" y="1778000"/>
            <a:ext cx="2816860" cy="330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10200" y="1778000"/>
            <a:ext cx="2816859" cy="3302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1539" y="2242820"/>
            <a:ext cx="2954020" cy="2372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41620" y="2260600"/>
            <a:ext cx="2954020" cy="23698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7559" y="2143760"/>
            <a:ext cx="3147060" cy="2603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89879" y="2143760"/>
            <a:ext cx="3147060" cy="2603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0580" y="2456179"/>
            <a:ext cx="3053080" cy="1945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93359" y="2473960"/>
            <a:ext cx="3050540" cy="19481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18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2159" y="2331720"/>
            <a:ext cx="3200400" cy="22301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224779" y="2331720"/>
            <a:ext cx="3200400" cy="22301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090" y="173989"/>
            <a:ext cx="4320540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2090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40" y="6545580"/>
                </a:lnTo>
                <a:lnTo>
                  <a:pt x="4320540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700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1" y="0"/>
                </a:moveTo>
                <a:lnTo>
                  <a:pt x="638390" y="0"/>
                </a:lnTo>
                <a:lnTo>
                  <a:pt x="590748" y="1751"/>
                </a:lnTo>
                <a:lnTo>
                  <a:pt x="544056" y="6923"/>
                </a:lnTo>
                <a:lnTo>
                  <a:pt x="498438" y="15391"/>
                </a:lnTo>
                <a:lnTo>
                  <a:pt x="454018" y="27033"/>
                </a:lnTo>
                <a:lnTo>
                  <a:pt x="410919" y="41725"/>
                </a:lnTo>
                <a:lnTo>
                  <a:pt x="369265" y="59344"/>
                </a:lnTo>
                <a:lnTo>
                  <a:pt x="329179" y="79765"/>
                </a:lnTo>
                <a:lnTo>
                  <a:pt x="290784" y="102865"/>
                </a:lnTo>
                <a:lnTo>
                  <a:pt x="254204" y="128521"/>
                </a:lnTo>
                <a:lnTo>
                  <a:pt x="219563" y="156610"/>
                </a:lnTo>
                <a:lnTo>
                  <a:pt x="186983" y="187007"/>
                </a:lnTo>
                <a:lnTo>
                  <a:pt x="156589" y="219589"/>
                </a:lnTo>
                <a:lnTo>
                  <a:pt x="128504" y="254234"/>
                </a:lnTo>
                <a:lnTo>
                  <a:pt x="102850" y="290816"/>
                </a:lnTo>
                <a:lnTo>
                  <a:pt x="79753" y="329213"/>
                </a:lnTo>
                <a:lnTo>
                  <a:pt x="59335" y="369301"/>
                </a:lnTo>
                <a:lnTo>
                  <a:pt x="41719" y="410957"/>
                </a:lnTo>
                <a:lnTo>
                  <a:pt x="27029" y="454057"/>
                </a:lnTo>
                <a:lnTo>
                  <a:pt x="15389" y="498478"/>
                </a:lnTo>
                <a:lnTo>
                  <a:pt x="6921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1" y="5262374"/>
                </a:lnTo>
                <a:lnTo>
                  <a:pt x="15389" y="5307993"/>
                </a:lnTo>
                <a:lnTo>
                  <a:pt x="27029" y="5352414"/>
                </a:lnTo>
                <a:lnTo>
                  <a:pt x="41719" y="5395514"/>
                </a:lnTo>
                <a:lnTo>
                  <a:pt x="59335" y="5437169"/>
                </a:lnTo>
                <a:lnTo>
                  <a:pt x="79753" y="5477256"/>
                </a:lnTo>
                <a:lnTo>
                  <a:pt x="102850" y="5515652"/>
                </a:lnTo>
                <a:lnTo>
                  <a:pt x="128504" y="5552232"/>
                </a:lnTo>
                <a:lnTo>
                  <a:pt x="156589" y="5586874"/>
                </a:lnTo>
                <a:lnTo>
                  <a:pt x="186983" y="5619454"/>
                </a:lnTo>
                <a:lnTo>
                  <a:pt x="219563" y="5649849"/>
                </a:lnTo>
                <a:lnTo>
                  <a:pt x="254204" y="5677935"/>
                </a:lnTo>
                <a:lnTo>
                  <a:pt x="290784" y="5703588"/>
                </a:lnTo>
                <a:lnTo>
                  <a:pt x="329179" y="5726686"/>
                </a:lnTo>
                <a:lnTo>
                  <a:pt x="369265" y="5747104"/>
                </a:lnTo>
                <a:lnTo>
                  <a:pt x="410919" y="5764720"/>
                </a:lnTo>
                <a:lnTo>
                  <a:pt x="454018" y="5779410"/>
                </a:lnTo>
                <a:lnTo>
                  <a:pt x="498438" y="5791050"/>
                </a:lnTo>
                <a:lnTo>
                  <a:pt x="544056" y="5799517"/>
                </a:lnTo>
                <a:lnTo>
                  <a:pt x="590748" y="5804688"/>
                </a:lnTo>
                <a:lnTo>
                  <a:pt x="638390" y="5806440"/>
                </a:lnTo>
                <a:lnTo>
                  <a:pt x="3191891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19" y="5168036"/>
                </a:lnTo>
                <a:lnTo>
                  <a:pt x="3830319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8469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1" y="544096"/>
                </a:lnTo>
                <a:lnTo>
                  <a:pt x="15389" y="498478"/>
                </a:lnTo>
                <a:lnTo>
                  <a:pt x="27029" y="454057"/>
                </a:lnTo>
                <a:lnTo>
                  <a:pt x="41719" y="410957"/>
                </a:lnTo>
                <a:lnTo>
                  <a:pt x="59335" y="369301"/>
                </a:lnTo>
                <a:lnTo>
                  <a:pt x="79753" y="329213"/>
                </a:lnTo>
                <a:lnTo>
                  <a:pt x="102850" y="290816"/>
                </a:lnTo>
                <a:lnTo>
                  <a:pt x="128504" y="254234"/>
                </a:lnTo>
                <a:lnTo>
                  <a:pt x="156589" y="219589"/>
                </a:lnTo>
                <a:lnTo>
                  <a:pt x="186983" y="187007"/>
                </a:lnTo>
                <a:lnTo>
                  <a:pt x="219563" y="156610"/>
                </a:lnTo>
                <a:lnTo>
                  <a:pt x="254204" y="128521"/>
                </a:lnTo>
                <a:lnTo>
                  <a:pt x="290784" y="102865"/>
                </a:lnTo>
                <a:lnTo>
                  <a:pt x="329179" y="79765"/>
                </a:lnTo>
                <a:lnTo>
                  <a:pt x="369265" y="59344"/>
                </a:lnTo>
                <a:lnTo>
                  <a:pt x="410919" y="41725"/>
                </a:lnTo>
                <a:lnTo>
                  <a:pt x="454018" y="27033"/>
                </a:lnTo>
                <a:lnTo>
                  <a:pt x="498438" y="15391"/>
                </a:lnTo>
                <a:lnTo>
                  <a:pt x="544056" y="6923"/>
                </a:lnTo>
                <a:lnTo>
                  <a:pt x="590748" y="1751"/>
                </a:lnTo>
                <a:lnTo>
                  <a:pt x="638390" y="0"/>
                </a:lnTo>
                <a:lnTo>
                  <a:pt x="3191891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19" y="638428"/>
                </a:lnTo>
                <a:lnTo>
                  <a:pt x="3830319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1" y="5806440"/>
                </a:lnTo>
                <a:lnTo>
                  <a:pt x="638390" y="5806440"/>
                </a:lnTo>
                <a:lnTo>
                  <a:pt x="590748" y="5804688"/>
                </a:lnTo>
                <a:lnTo>
                  <a:pt x="544056" y="5799517"/>
                </a:lnTo>
                <a:lnTo>
                  <a:pt x="498438" y="5791050"/>
                </a:lnTo>
                <a:lnTo>
                  <a:pt x="454018" y="5779410"/>
                </a:lnTo>
                <a:lnTo>
                  <a:pt x="410919" y="5764720"/>
                </a:lnTo>
                <a:lnTo>
                  <a:pt x="369265" y="5747104"/>
                </a:lnTo>
                <a:lnTo>
                  <a:pt x="329179" y="5726686"/>
                </a:lnTo>
                <a:lnTo>
                  <a:pt x="290784" y="5703588"/>
                </a:lnTo>
                <a:lnTo>
                  <a:pt x="254204" y="5677935"/>
                </a:lnTo>
                <a:lnTo>
                  <a:pt x="219563" y="5649849"/>
                </a:lnTo>
                <a:lnTo>
                  <a:pt x="186983" y="5619454"/>
                </a:lnTo>
                <a:lnTo>
                  <a:pt x="156589" y="5586874"/>
                </a:lnTo>
                <a:lnTo>
                  <a:pt x="128504" y="5552232"/>
                </a:lnTo>
                <a:lnTo>
                  <a:pt x="102850" y="5515652"/>
                </a:lnTo>
                <a:lnTo>
                  <a:pt x="79753" y="5477256"/>
                </a:lnTo>
                <a:lnTo>
                  <a:pt x="59335" y="5437169"/>
                </a:lnTo>
                <a:lnTo>
                  <a:pt x="41719" y="5395514"/>
                </a:lnTo>
                <a:lnTo>
                  <a:pt x="27029" y="5352414"/>
                </a:lnTo>
                <a:lnTo>
                  <a:pt x="15389" y="5307993"/>
                </a:lnTo>
                <a:lnTo>
                  <a:pt x="6921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59629" y="173989"/>
            <a:ext cx="4320539" cy="6509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59629" y="173989"/>
            <a:ext cx="4320540" cy="6545580"/>
          </a:xfrm>
          <a:custGeom>
            <a:avLst/>
            <a:gdLst/>
            <a:ahLst/>
            <a:cxnLst/>
            <a:rect l="l" t="t" r="r" b="b"/>
            <a:pathLst>
              <a:path w="4320540" h="6545580">
                <a:moveTo>
                  <a:pt x="0" y="6545580"/>
                </a:moveTo>
                <a:lnTo>
                  <a:pt x="4320539" y="6545580"/>
                </a:lnTo>
                <a:lnTo>
                  <a:pt x="4320539" y="0"/>
                </a:lnTo>
                <a:lnTo>
                  <a:pt x="0" y="0"/>
                </a:lnTo>
                <a:lnTo>
                  <a:pt x="0" y="6545580"/>
                </a:lnTo>
                <a:close/>
              </a:path>
            </a:pathLst>
          </a:custGeom>
          <a:ln w="12699">
            <a:solidFill>
              <a:srgbClr val="2E52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3191890" y="0"/>
                </a:moveTo>
                <a:lnTo>
                  <a:pt x="638428" y="0"/>
                </a:lnTo>
                <a:lnTo>
                  <a:pt x="590787" y="1751"/>
                </a:lnTo>
                <a:lnTo>
                  <a:pt x="544096" y="6923"/>
                </a:lnTo>
                <a:lnTo>
                  <a:pt x="498478" y="15391"/>
                </a:lnTo>
                <a:lnTo>
                  <a:pt x="454057" y="27033"/>
                </a:lnTo>
                <a:lnTo>
                  <a:pt x="410957" y="41725"/>
                </a:lnTo>
                <a:lnTo>
                  <a:pt x="369301" y="59344"/>
                </a:lnTo>
                <a:lnTo>
                  <a:pt x="329213" y="79765"/>
                </a:lnTo>
                <a:lnTo>
                  <a:pt x="290816" y="102865"/>
                </a:lnTo>
                <a:lnTo>
                  <a:pt x="254234" y="128521"/>
                </a:lnTo>
                <a:lnTo>
                  <a:pt x="219589" y="156610"/>
                </a:lnTo>
                <a:lnTo>
                  <a:pt x="187007" y="187007"/>
                </a:lnTo>
                <a:lnTo>
                  <a:pt x="156610" y="219589"/>
                </a:lnTo>
                <a:lnTo>
                  <a:pt x="128521" y="254234"/>
                </a:lnTo>
                <a:lnTo>
                  <a:pt x="102865" y="290816"/>
                </a:lnTo>
                <a:lnTo>
                  <a:pt x="79765" y="329213"/>
                </a:lnTo>
                <a:lnTo>
                  <a:pt x="59344" y="369301"/>
                </a:lnTo>
                <a:lnTo>
                  <a:pt x="41725" y="410957"/>
                </a:lnTo>
                <a:lnTo>
                  <a:pt x="27033" y="454057"/>
                </a:lnTo>
                <a:lnTo>
                  <a:pt x="15391" y="498478"/>
                </a:lnTo>
                <a:lnTo>
                  <a:pt x="6923" y="544096"/>
                </a:lnTo>
                <a:lnTo>
                  <a:pt x="1751" y="590787"/>
                </a:lnTo>
                <a:lnTo>
                  <a:pt x="0" y="638428"/>
                </a:lnTo>
                <a:lnTo>
                  <a:pt x="0" y="5168036"/>
                </a:lnTo>
                <a:lnTo>
                  <a:pt x="1751" y="5215680"/>
                </a:lnTo>
                <a:lnTo>
                  <a:pt x="6923" y="5262374"/>
                </a:lnTo>
                <a:lnTo>
                  <a:pt x="15391" y="5307993"/>
                </a:lnTo>
                <a:lnTo>
                  <a:pt x="27033" y="5352414"/>
                </a:lnTo>
                <a:lnTo>
                  <a:pt x="41725" y="5395514"/>
                </a:lnTo>
                <a:lnTo>
                  <a:pt x="59344" y="5437169"/>
                </a:lnTo>
                <a:lnTo>
                  <a:pt x="79765" y="5477256"/>
                </a:lnTo>
                <a:lnTo>
                  <a:pt x="102865" y="5515652"/>
                </a:lnTo>
                <a:lnTo>
                  <a:pt x="128521" y="5552232"/>
                </a:lnTo>
                <a:lnTo>
                  <a:pt x="156610" y="5586874"/>
                </a:lnTo>
                <a:lnTo>
                  <a:pt x="187007" y="5619454"/>
                </a:lnTo>
                <a:lnTo>
                  <a:pt x="219589" y="5649849"/>
                </a:lnTo>
                <a:lnTo>
                  <a:pt x="254234" y="5677935"/>
                </a:lnTo>
                <a:lnTo>
                  <a:pt x="290816" y="5703588"/>
                </a:lnTo>
                <a:lnTo>
                  <a:pt x="329213" y="5726686"/>
                </a:lnTo>
                <a:lnTo>
                  <a:pt x="369301" y="5747104"/>
                </a:lnTo>
                <a:lnTo>
                  <a:pt x="410957" y="5764720"/>
                </a:lnTo>
                <a:lnTo>
                  <a:pt x="454057" y="5779410"/>
                </a:lnTo>
                <a:lnTo>
                  <a:pt x="498478" y="5791050"/>
                </a:lnTo>
                <a:lnTo>
                  <a:pt x="544096" y="5799517"/>
                </a:lnTo>
                <a:lnTo>
                  <a:pt x="590787" y="5804688"/>
                </a:lnTo>
                <a:lnTo>
                  <a:pt x="638428" y="5806440"/>
                </a:lnTo>
                <a:lnTo>
                  <a:pt x="3191890" y="5806440"/>
                </a:lnTo>
                <a:lnTo>
                  <a:pt x="3239532" y="5804688"/>
                </a:lnTo>
                <a:lnTo>
                  <a:pt x="3286223" y="5799517"/>
                </a:lnTo>
                <a:lnTo>
                  <a:pt x="3331841" y="5791050"/>
                </a:lnTo>
                <a:lnTo>
                  <a:pt x="3376262" y="5779410"/>
                </a:lnTo>
                <a:lnTo>
                  <a:pt x="3419362" y="5764720"/>
                </a:lnTo>
                <a:lnTo>
                  <a:pt x="3461018" y="5747104"/>
                </a:lnTo>
                <a:lnTo>
                  <a:pt x="3501106" y="5726686"/>
                </a:lnTo>
                <a:lnTo>
                  <a:pt x="3539503" y="5703588"/>
                </a:lnTo>
                <a:lnTo>
                  <a:pt x="3576085" y="5677935"/>
                </a:lnTo>
                <a:lnTo>
                  <a:pt x="3610730" y="5649849"/>
                </a:lnTo>
                <a:lnTo>
                  <a:pt x="3643312" y="5619454"/>
                </a:lnTo>
                <a:lnTo>
                  <a:pt x="3673709" y="5586874"/>
                </a:lnTo>
                <a:lnTo>
                  <a:pt x="3701798" y="5552232"/>
                </a:lnTo>
                <a:lnTo>
                  <a:pt x="3727454" y="5515652"/>
                </a:lnTo>
                <a:lnTo>
                  <a:pt x="3750554" y="5477256"/>
                </a:lnTo>
                <a:lnTo>
                  <a:pt x="3770975" y="5437169"/>
                </a:lnTo>
                <a:lnTo>
                  <a:pt x="3788594" y="5395514"/>
                </a:lnTo>
                <a:lnTo>
                  <a:pt x="3803286" y="5352414"/>
                </a:lnTo>
                <a:lnTo>
                  <a:pt x="3814928" y="5307993"/>
                </a:lnTo>
                <a:lnTo>
                  <a:pt x="3823396" y="5262374"/>
                </a:lnTo>
                <a:lnTo>
                  <a:pt x="3828568" y="5215680"/>
                </a:lnTo>
                <a:lnTo>
                  <a:pt x="3830320" y="5168036"/>
                </a:lnTo>
                <a:lnTo>
                  <a:pt x="3830320" y="638428"/>
                </a:lnTo>
                <a:lnTo>
                  <a:pt x="3828568" y="590787"/>
                </a:lnTo>
                <a:lnTo>
                  <a:pt x="3823396" y="544096"/>
                </a:lnTo>
                <a:lnTo>
                  <a:pt x="3814928" y="498478"/>
                </a:lnTo>
                <a:lnTo>
                  <a:pt x="3803286" y="454057"/>
                </a:lnTo>
                <a:lnTo>
                  <a:pt x="3788594" y="410957"/>
                </a:lnTo>
                <a:lnTo>
                  <a:pt x="3770975" y="369301"/>
                </a:lnTo>
                <a:lnTo>
                  <a:pt x="3750554" y="329213"/>
                </a:lnTo>
                <a:lnTo>
                  <a:pt x="3727454" y="290816"/>
                </a:lnTo>
                <a:lnTo>
                  <a:pt x="3701798" y="254234"/>
                </a:lnTo>
                <a:lnTo>
                  <a:pt x="3673709" y="219589"/>
                </a:lnTo>
                <a:lnTo>
                  <a:pt x="3643312" y="187007"/>
                </a:lnTo>
                <a:lnTo>
                  <a:pt x="3610730" y="156610"/>
                </a:lnTo>
                <a:lnTo>
                  <a:pt x="3576085" y="128521"/>
                </a:lnTo>
                <a:lnTo>
                  <a:pt x="3539503" y="102865"/>
                </a:lnTo>
                <a:lnTo>
                  <a:pt x="3501106" y="79765"/>
                </a:lnTo>
                <a:lnTo>
                  <a:pt x="3461018" y="59344"/>
                </a:lnTo>
                <a:lnTo>
                  <a:pt x="3419362" y="41725"/>
                </a:lnTo>
                <a:lnTo>
                  <a:pt x="3376262" y="27033"/>
                </a:lnTo>
                <a:lnTo>
                  <a:pt x="3331841" y="15391"/>
                </a:lnTo>
                <a:lnTo>
                  <a:pt x="3286223" y="6923"/>
                </a:lnTo>
                <a:lnTo>
                  <a:pt x="3239532" y="1751"/>
                </a:lnTo>
                <a:lnTo>
                  <a:pt x="31918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03470" y="527050"/>
            <a:ext cx="3830320" cy="5806440"/>
          </a:xfrm>
          <a:custGeom>
            <a:avLst/>
            <a:gdLst/>
            <a:ahLst/>
            <a:cxnLst/>
            <a:rect l="l" t="t" r="r" b="b"/>
            <a:pathLst>
              <a:path w="3830320" h="5806440">
                <a:moveTo>
                  <a:pt x="0" y="638428"/>
                </a:moveTo>
                <a:lnTo>
                  <a:pt x="1751" y="590787"/>
                </a:lnTo>
                <a:lnTo>
                  <a:pt x="6923" y="544096"/>
                </a:lnTo>
                <a:lnTo>
                  <a:pt x="15391" y="498478"/>
                </a:lnTo>
                <a:lnTo>
                  <a:pt x="27033" y="454057"/>
                </a:lnTo>
                <a:lnTo>
                  <a:pt x="41725" y="410957"/>
                </a:lnTo>
                <a:lnTo>
                  <a:pt x="59344" y="369301"/>
                </a:lnTo>
                <a:lnTo>
                  <a:pt x="79765" y="329213"/>
                </a:lnTo>
                <a:lnTo>
                  <a:pt x="102865" y="290816"/>
                </a:lnTo>
                <a:lnTo>
                  <a:pt x="128521" y="254234"/>
                </a:lnTo>
                <a:lnTo>
                  <a:pt x="156610" y="219589"/>
                </a:lnTo>
                <a:lnTo>
                  <a:pt x="187007" y="187007"/>
                </a:lnTo>
                <a:lnTo>
                  <a:pt x="219589" y="156610"/>
                </a:lnTo>
                <a:lnTo>
                  <a:pt x="254234" y="128521"/>
                </a:lnTo>
                <a:lnTo>
                  <a:pt x="290816" y="102865"/>
                </a:lnTo>
                <a:lnTo>
                  <a:pt x="329213" y="79765"/>
                </a:lnTo>
                <a:lnTo>
                  <a:pt x="369301" y="59344"/>
                </a:lnTo>
                <a:lnTo>
                  <a:pt x="410957" y="41725"/>
                </a:lnTo>
                <a:lnTo>
                  <a:pt x="454057" y="27033"/>
                </a:lnTo>
                <a:lnTo>
                  <a:pt x="498478" y="15391"/>
                </a:lnTo>
                <a:lnTo>
                  <a:pt x="544096" y="6923"/>
                </a:lnTo>
                <a:lnTo>
                  <a:pt x="590787" y="1751"/>
                </a:lnTo>
                <a:lnTo>
                  <a:pt x="638428" y="0"/>
                </a:lnTo>
                <a:lnTo>
                  <a:pt x="3191890" y="0"/>
                </a:lnTo>
                <a:lnTo>
                  <a:pt x="3239532" y="1751"/>
                </a:lnTo>
                <a:lnTo>
                  <a:pt x="3286223" y="6923"/>
                </a:lnTo>
                <a:lnTo>
                  <a:pt x="3331841" y="15391"/>
                </a:lnTo>
                <a:lnTo>
                  <a:pt x="3376262" y="27033"/>
                </a:lnTo>
                <a:lnTo>
                  <a:pt x="3419362" y="41725"/>
                </a:lnTo>
                <a:lnTo>
                  <a:pt x="3461018" y="59344"/>
                </a:lnTo>
                <a:lnTo>
                  <a:pt x="3501106" y="79765"/>
                </a:lnTo>
                <a:lnTo>
                  <a:pt x="3539503" y="102865"/>
                </a:lnTo>
                <a:lnTo>
                  <a:pt x="3576085" y="128521"/>
                </a:lnTo>
                <a:lnTo>
                  <a:pt x="3610730" y="156610"/>
                </a:lnTo>
                <a:lnTo>
                  <a:pt x="3643312" y="187007"/>
                </a:lnTo>
                <a:lnTo>
                  <a:pt x="3673709" y="219589"/>
                </a:lnTo>
                <a:lnTo>
                  <a:pt x="3701798" y="254234"/>
                </a:lnTo>
                <a:lnTo>
                  <a:pt x="3727454" y="290816"/>
                </a:lnTo>
                <a:lnTo>
                  <a:pt x="3750554" y="329213"/>
                </a:lnTo>
                <a:lnTo>
                  <a:pt x="3770975" y="369301"/>
                </a:lnTo>
                <a:lnTo>
                  <a:pt x="3788594" y="410957"/>
                </a:lnTo>
                <a:lnTo>
                  <a:pt x="3803286" y="454057"/>
                </a:lnTo>
                <a:lnTo>
                  <a:pt x="3814928" y="498478"/>
                </a:lnTo>
                <a:lnTo>
                  <a:pt x="3823396" y="544096"/>
                </a:lnTo>
                <a:lnTo>
                  <a:pt x="3828568" y="590787"/>
                </a:lnTo>
                <a:lnTo>
                  <a:pt x="3830320" y="638428"/>
                </a:lnTo>
                <a:lnTo>
                  <a:pt x="3830320" y="5168036"/>
                </a:lnTo>
                <a:lnTo>
                  <a:pt x="3828568" y="5215680"/>
                </a:lnTo>
                <a:lnTo>
                  <a:pt x="3823396" y="5262374"/>
                </a:lnTo>
                <a:lnTo>
                  <a:pt x="3814928" y="5307993"/>
                </a:lnTo>
                <a:lnTo>
                  <a:pt x="3803286" y="5352414"/>
                </a:lnTo>
                <a:lnTo>
                  <a:pt x="3788594" y="5395514"/>
                </a:lnTo>
                <a:lnTo>
                  <a:pt x="3770975" y="5437169"/>
                </a:lnTo>
                <a:lnTo>
                  <a:pt x="3750554" y="5477256"/>
                </a:lnTo>
                <a:lnTo>
                  <a:pt x="3727454" y="5515652"/>
                </a:lnTo>
                <a:lnTo>
                  <a:pt x="3701798" y="5552232"/>
                </a:lnTo>
                <a:lnTo>
                  <a:pt x="3673709" y="5586874"/>
                </a:lnTo>
                <a:lnTo>
                  <a:pt x="3643312" y="5619454"/>
                </a:lnTo>
                <a:lnTo>
                  <a:pt x="3610730" y="5649849"/>
                </a:lnTo>
                <a:lnTo>
                  <a:pt x="3576085" y="5677935"/>
                </a:lnTo>
                <a:lnTo>
                  <a:pt x="3539503" y="5703588"/>
                </a:lnTo>
                <a:lnTo>
                  <a:pt x="3501106" y="5726686"/>
                </a:lnTo>
                <a:lnTo>
                  <a:pt x="3461018" y="5747104"/>
                </a:lnTo>
                <a:lnTo>
                  <a:pt x="3419362" y="5764720"/>
                </a:lnTo>
                <a:lnTo>
                  <a:pt x="3376262" y="5779410"/>
                </a:lnTo>
                <a:lnTo>
                  <a:pt x="3331841" y="5791050"/>
                </a:lnTo>
                <a:lnTo>
                  <a:pt x="3286223" y="5799517"/>
                </a:lnTo>
                <a:lnTo>
                  <a:pt x="3239532" y="5804688"/>
                </a:lnTo>
                <a:lnTo>
                  <a:pt x="3191890" y="5806440"/>
                </a:lnTo>
                <a:lnTo>
                  <a:pt x="638428" y="5806440"/>
                </a:lnTo>
                <a:lnTo>
                  <a:pt x="590787" y="5804688"/>
                </a:lnTo>
                <a:lnTo>
                  <a:pt x="544096" y="5799517"/>
                </a:lnTo>
                <a:lnTo>
                  <a:pt x="498478" y="5791050"/>
                </a:lnTo>
                <a:lnTo>
                  <a:pt x="454057" y="5779410"/>
                </a:lnTo>
                <a:lnTo>
                  <a:pt x="410957" y="5764720"/>
                </a:lnTo>
                <a:lnTo>
                  <a:pt x="369301" y="5747104"/>
                </a:lnTo>
                <a:lnTo>
                  <a:pt x="329213" y="5726686"/>
                </a:lnTo>
                <a:lnTo>
                  <a:pt x="290816" y="5703588"/>
                </a:lnTo>
                <a:lnTo>
                  <a:pt x="254234" y="5677935"/>
                </a:lnTo>
                <a:lnTo>
                  <a:pt x="219589" y="5649849"/>
                </a:lnTo>
                <a:lnTo>
                  <a:pt x="187007" y="5619454"/>
                </a:lnTo>
                <a:lnTo>
                  <a:pt x="156610" y="5586874"/>
                </a:lnTo>
                <a:lnTo>
                  <a:pt x="128521" y="5552232"/>
                </a:lnTo>
                <a:lnTo>
                  <a:pt x="102865" y="5515652"/>
                </a:lnTo>
                <a:lnTo>
                  <a:pt x="79765" y="5477256"/>
                </a:lnTo>
                <a:lnTo>
                  <a:pt x="59344" y="5437169"/>
                </a:lnTo>
                <a:lnTo>
                  <a:pt x="41725" y="5395514"/>
                </a:lnTo>
                <a:lnTo>
                  <a:pt x="27033" y="5352414"/>
                </a:lnTo>
                <a:lnTo>
                  <a:pt x="15391" y="5307993"/>
                </a:lnTo>
                <a:lnTo>
                  <a:pt x="6923" y="5262374"/>
                </a:lnTo>
                <a:lnTo>
                  <a:pt x="1751" y="5215680"/>
                </a:lnTo>
                <a:lnTo>
                  <a:pt x="0" y="5168036"/>
                </a:lnTo>
                <a:lnTo>
                  <a:pt x="0" y="638428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61719" y="1640839"/>
            <a:ext cx="2598420" cy="32486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26100" y="1640839"/>
            <a:ext cx="2600959" cy="32486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5</Words>
  <Application>Microsoft Office PowerPoint</Application>
  <PresentationFormat>Presentación en pantalla (4:3)</PresentationFormat>
  <Paragraphs>2</Paragraphs>
  <Slides>23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4" baseType="lpstr"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  <vt:lpstr>Diapositiva 20</vt:lpstr>
      <vt:lpstr>Diapositiva 21</vt:lpstr>
      <vt:lpstr>Diapositiva 22</vt:lpstr>
      <vt:lpstr>Diapositiva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Alumnos</dc:creator>
  <cp:lastModifiedBy>samsung</cp:lastModifiedBy>
  <cp:revision>2</cp:revision>
  <dcterms:created xsi:type="dcterms:W3CDTF">2018-08-22T15:59:54Z</dcterms:created>
  <dcterms:modified xsi:type="dcterms:W3CDTF">2019-08-23T17:41:04Z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2018-07-22T00:00:00Z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2018-08-22T00:00:00Z</vt:filetime>
  </property>
</Properties>
</file>