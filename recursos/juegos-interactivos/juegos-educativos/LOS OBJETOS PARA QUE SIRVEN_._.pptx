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E70E42-FFFE-400B-9B87-A2AB11FBEDEF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es-CL"/>
        </a:p>
      </dgm:t>
    </dgm:pt>
    <dgm:pt modelId="{DAD9487A-4024-4034-AAAD-0B5BD442F205}">
      <dgm:prSet phldrT="[Texto]" phldr="1"/>
      <dgm:spPr/>
      <dgm:t>
        <a:bodyPr/>
        <a:lstStyle/>
        <a:p>
          <a:endParaRPr lang="es-CL"/>
        </a:p>
      </dgm:t>
    </dgm:pt>
    <dgm:pt modelId="{08754780-2CB1-45C5-8971-938864E4D7DE}" type="parTrans" cxnId="{0F5ED735-129E-420A-97D1-9C0F02900CE1}">
      <dgm:prSet/>
      <dgm:spPr/>
      <dgm:t>
        <a:bodyPr/>
        <a:lstStyle/>
        <a:p>
          <a:endParaRPr lang="es-CL"/>
        </a:p>
      </dgm:t>
    </dgm:pt>
    <dgm:pt modelId="{32C4043F-4FAD-4883-8F9D-03770B61850F}" type="sibTrans" cxnId="{0F5ED735-129E-420A-97D1-9C0F02900CE1}">
      <dgm:prSet/>
      <dgm:spPr/>
      <dgm:t>
        <a:bodyPr/>
        <a:lstStyle/>
        <a:p>
          <a:endParaRPr lang="es-CL"/>
        </a:p>
      </dgm:t>
    </dgm:pt>
    <dgm:pt modelId="{25DEC57E-7943-4EC9-AD1B-8B2589E18C95}">
      <dgm:prSet phldrT="[Texto]" phldr="1"/>
      <dgm:spPr/>
      <dgm:t>
        <a:bodyPr/>
        <a:lstStyle/>
        <a:p>
          <a:endParaRPr lang="es-CL"/>
        </a:p>
      </dgm:t>
    </dgm:pt>
    <dgm:pt modelId="{CD6110B4-98F5-4636-B376-2C1C2A9F55AF}" type="parTrans" cxnId="{EE73599C-F192-4C40-A77B-77DA6DF82B85}">
      <dgm:prSet/>
      <dgm:spPr/>
      <dgm:t>
        <a:bodyPr/>
        <a:lstStyle/>
        <a:p>
          <a:endParaRPr lang="es-CL"/>
        </a:p>
      </dgm:t>
    </dgm:pt>
    <dgm:pt modelId="{E1928CD7-5C82-468A-9F03-35D0DCF763C0}" type="sibTrans" cxnId="{EE73599C-F192-4C40-A77B-77DA6DF82B85}">
      <dgm:prSet/>
      <dgm:spPr/>
      <dgm:t>
        <a:bodyPr/>
        <a:lstStyle/>
        <a:p>
          <a:endParaRPr lang="es-CL"/>
        </a:p>
      </dgm:t>
    </dgm:pt>
    <dgm:pt modelId="{BA4EB0D1-255B-43E4-978B-F8D17401669D}">
      <dgm:prSet phldrT="[Texto]" phldr="1"/>
      <dgm:spPr/>
      <dgm:t>
        <a:bodyPr/>
        <a:lstStyle/>
        <a:p>
          <a:endParaRPr lang="es-CL"/>
        </a:p>
      </dgm:t>
    </dgm:pt>
    <dgm:pt modelId="{13E39F3A-F6A2-4136-8653-A432DBD2BB51}" type="parTrans" cxnId="{79E8ADF0-EDFF-4F02-B543-F8B588C16160}">
      <dgm:prSet/>
      <dgm:spPr/>
      <dgm:t>
        <a:bodyPr/>
        <a:lstStyle/>
        <a:p>
          <a:endParaRPr lang="es-CL"/>
        </a:p>
      </dgm:t>
    </dgm:pt>
    <dgm:pt modelId="{E8F3932A-E0D0-467D-8A71-D7E28FD94292}" type="sibTrans" cxnId="{79E8ADF0-EDFF-4F02-B543-F8B588C16160}">
      <dgm:prSet/>
      <dgm:spPr/>
      <dgm:t>
        <a:bodyPr/>
        <a:lstStyle/>
        <a:p>
          <a:endParaRPr lang="es-CL"/>
        </a:p>
      </dgm:t>
    </dgm:pt>
    <dgm:pt modelId="{3E2C686F-DE65-4AE7-9ADE-4041AE8EA35A}">
      <dgm:prSet phldrT="[Texto]" phldr="1"/>
      <dgm:spPr/>
      <dgm:t>
        <a:bodyPr/>
        <a:lstStyle/>
        <a:p>
          <a:endParaRPr lang="es-CL"/>
        </a:p>
      </dgm:t>
    </dgm:pt>
    <dgm:pt modelId="{0381084A-13B3-44BC-ABC1-EB2284F734AF}" type="parTrans" cxnId="{0325B04E-0405-443F-85DA-F365B9633038}">
      <dgm:prSet/>
      <dgm:spPr/>
      <dgm:t>
        <a:bodyPr/>
        <a:lstStyle/>
        <a:p>
          <a:endParaRPr lang="es-CL"/>
        </a:p>
      </dgm:t>
    </dgm:pt>
    <dgm:pt modelId="{E5DFD8AE-28B1-4AC9-A61F-62AADD9104DB}" type="sibTrans" cxnId="{0325B04E-0405-443F-85DA-F365B9633038}">
      <dgm:prSet/>
      <dgm:spPr/>
      <dgm:t>
        <a:bodyPr/>
        <a:lstStyle/>
        <a:p>
          <a:endParaRPr lang="es-CL"/>
        </a:p>
      </dgm:t>
    </dgm:pt>
    <dgm:pt modelId="{AD1960C9-F33B-4566-BE3A-D8A3104CB7F6}">
      <dgm:prSet phldrT="[Texto]" phldr="1"/>
      <dgm:spPr/>
      <dgm:t>
        <a:bodyPr/>
        <a:lstStyle/>
        <a:p>
          <a:endParaRPr lang="es-CL"/>
        </a:p>
      </dgm:t>
    </dgm:pt>
    <dgm:pt modelId="{1C385D78-410C-4FA0-9EE4-3BFB461FF45F}" type="parTrans" cxnId="{4FBFCB61-B647-4178-98D9-B508A220DDDF}">
      <dgm:prSet/>
      <dgm:spPr/>
      <dgm:t>
        <a:bodyPr/>
        <a:lstStyle/>
        <a:p>
          <a:endParaRPr lang="es-CL"/>
        </a:p>
      </dgm:t>
    </dgm:pt>
    <dgm:pt modelId="{32B4BA14-9C75-440E-9B9C-EA13991FA1B0}" type="sibTrans" cxnId="{4FBFCB61-B647-4178-98D9-B508A220DDDF}">
      <dgm:prSet/>
      <dgm:spPr/>
      <dgm:t>
        <a:bodyPr/>
        <a:lstStyle/>
        <a:p>
          <a:endParaRPr lang="es-CL"/>
        </a:p>
      </dgm:t>
    </dgm:pt>
    <dgm:pt modelId="{58022F90-9514-424E-85DA-A649291292F5}" type="pres">
      <dgm:prSet presAssocID="{08E70E42-FFFE-400B-9B87-A2AB11FBEDEF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CL"/>
        </a:p>
      </dgm:t>
    </dgm:pt>
    <dgm:pt modelId="{0B5CF2F6-A6B2-487E-8465-858C88E11B34}" type="pres">
      <dgm:prSet presAssocID="{DAD9487A-4024-4034-AAAD-0B5BD442F205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s-CL"/>
        </a:p>
      </dgm:t>
    </dgm:pt>
    <dgm:pt modelId="{89912BFE-5831-4AC3-8242-CA87C58C77D1}" type="pres">
      <dgm:prSet presAssocID="{32C4043F-4FAD-4883-8F9D-03770B61850F}" presName="sibTrans" presStyleCnt="0"/>
      <dgm:spPr/>
    </dgm:pt>
    <dgm:pt modelId="{F9928DF7-3056-437D-BC11-7820D28E2D73}" type="pres">
      <dgm:prSet presAssocID="{25DEC57E-7943-4EC9-AD1B-8B2589E18C95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s-CL"/>
        </a:p>
      </dgm:t>
    </dgm:pt>
    <dgm:pt modelId="{EAFD8110-BD75-4F35-8BD5-D63BF03AB741}" type="pres">
      <dgm:prSet presAssocID="{E1928CD7-5C82-468A-9F03-35D0DCF763C0}" presName="sibTrans" presStyleCnt="0"/>
      <dgm:spPr/>
    </dgm:pt>
    <dgm:pt modelId="{FCD07DBD-3970-401D-BAFF-DBA8D2B1AEF7}" type="pres">
      <dgm:prSet presAssocID="{BA4EB0D1-255B-43E4-978B-F8D17401669D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s-CL"/>
        </a:p>
      </dgm:t>
    </dgm:pt>
    <dgm:pt modelId="{55A20771-E9EF-4B73-A095-CBE7FC22BA2C}" type="pres">
      <dgm:prSet presAssocID="{E8F3932A-E0D0-467D-8A71-D7E28FD94292}" presName="sibTrans" presStyleCnt="0"/>
      <dgm:spPr/>
    </dgm:pt>
    <dgm:pt modelId="{C0B16DD8-2DD4-4A9D-90DF-AA73DFF0FE8F}" type="pres">
      <dgm:prSet presAssocID="{3E2C686F-DE65-4AE7-9ADE-4041AE8EA35A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s-CL"/>
        </a:p>
      </dgm:t>
    </dgm:pt>
    <dgm:pt modelId="{9FB45D17-52F3-4A5A-BFC7-CCBB65FB8AAE}" type="pres">
      <dgm:prSet presAssocID="{E5DFD8AE-28B1-4AC9-A61F-62AADD9104DB}" presName="sibTrans" presStyleCnt="0"/>
      <dgm:spPr/>
    </dgm:pt>
    <dgm:pt modelId="{4C08D770-08A2-4637-B43E-42CF2A079754}" type="pres">
      <dgm:prSet presAssocID="{AD1960C9-F33B-4566-BE3A-D8A3104CB7F6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s-CL"/>
        </a:p>
      </dgm:t>
    </dgm:pt>
  </dgm:ptLst>
  <dgm:cxnLst>
    <dgm:cxn modelId="{A7B87A4D-FD96-4C75-AFC2-9C0BC47DCDCF}" type="presOf" srcId="{BA4EB0D1-255B-43E4-978B-F8D17401669D}" destId="{FCD07DBD-3970-401D-BAFF-DBA8D2B1AEF7}" srcOrd="0" destOrd="0" presId="urn:microsoft.com/office/officeart/2005/8/layout/default"/>
    <dgm:cxn modelId="{0F5ED735-129E-420A-97D1-9C0F02900CE1}" srcId="{08E70E42-FFFE-400B-9B87-A2AB11FBEDEF}" destId="{DAD9487A-4024-4034-AAAD-0B5BD442F205}" srcOrd="0" destOrd="0" parTransId="{08754780-2CB1-45C5-8971-938864E4D7DE}" sibTransId="{32C4043F-4FAD-4883-8F9D-03770B61850F}"/>
    <dgm:cxn modelId="{431C018B-7A52-4411-8D3C-055E05ACA06C}" type="presOf" srcId="{DAD9487A-4024-4034-AAAD-0B5BD442F205}" destId="{0B5CF2F6-A6B2-487E-8465-858C88E11B34}" srcOrd="0" destOrd="0" presId="urn:microsoft.com/office/officeart/2005/8/layout/default"/>
    <dgm:cxn modelId="{EA8AD021-3D76-4041-9E58-42DC91BA4A01}" type="presOf" srcId="{08E70E42-FFFE-400B-9B87-A2AB11FBEDEF}" destId="{58022F90-9514-424E-85DA-A649291292F5}" srcOrd="0" destOrd="0" presId="urn:microsoft.com/office/officeart/2005/8/layout/default"/>
    <dgm:cxn modelId="{A80C4980-7229-497B-AF93-0A5601B2FF96}" type="presOf" srcId="{3E2C686F-DE65-4AE7-9ADE-4041AE8EA35A}" destId="{C0B16DD8-2DD4-4A9D-90DF-AA73DFF0FE8F}" srcOrd="0" destOrd="0" presId="urn:microsoft.com/office/officeart/2005/8/layout/default"/>
    <dgm:cxn modelId="{0325B04E-0405-443F-85DA-F365B9633038}" srcId="{08E70E42-FFFE-400B-9B87-A2AB11FBEDEF}" destId="{3E2C686F-DE65-4AE7-9ADE-4041AE8EA35A}" srcOrd="3" destOrd="0" parTransId="{0381084A-13B3-44BC-ABC1-EB2284F734AF}" sibTransId="{E5DFD8AE-28B1-4AC9-A61F-62AADD9104DB}"/>
    <dgm:cxn modelId="{79B7104F-4B23-4EFE-A774-85D9461AA618}" type="presOf" srcId="{25DEC57E-7943-4EC9-AD1B-8B2589E18C95}" destId="{F9928DF7-3056-437D-BC11-7820D28E2D73}" srcOrd="0" destOrd="0" presId="urn:microsoft.com/office/officeart/2005/8/layout/default"/>
    <dgm:cxn modelId="{79E8ADF0-EDFF-4F02-B543-F8B588C16160}" srcId="{08E70E42-FFFE-400B-9B87-A2AB11FBEDEF}" destId="{BA4EB0D1-255B-43E4-978B-F8D17401669D}" srcOrd="2" destOrd="0" parTransId="{13E39F3A-F6A2-4136-8653-A432DBD2BB51}" sibTransId="{E8F3932A-E0D0-467D-8A71-D7E28FD94292}"/>
    <dgm:cxn modelId="{A63A247A-816E-4068-B74C-ACB212E8A386}" type="presOf" srcId="{AD1960C9-F33B-4566-BE3A-D8A3104CB7F6}" destId="{4C08D770-08A2-4637-B43E-42CF2A079754}" srcOrd="0" destOrd="0" presId="urn:microsoft.com/office/officeart/2005/8/layout/default"/>
    <dgm:cxn modelId="{4FBFCB61-B647-4178-98D9-B508A220DDDF}" srcId="{08E70E42-FFFE-400B-9B87-A2AB11FBEDEF}" destId="{AD1960C9-F33B-4566-BE3A-D8A3104CB7F6}" srcOrd="4" destOrd="0" parTransId="{1C385D78-410C-4FA0-9EE4-3BFB461FF45F}" sibTransId="{32B4BA14-9C75-440E-9B9C-EA13991FA1B0}"/>
    <dgm:cxn modelId="{EE73599C-F192-4C40-A77B-77DA6DF82B85}" srcId="{08E70E42-FFFE-400B-9B87-A2AB11FBEDEF}" destId="{25DEC57E-7943-4EC9-AD1B-8B2589E18C95}" srcOrd="1" destOrd="0" parTransId="{CD6110B4-98F5-4636-B376-2C1C2A9F55AF}" sibTransId="{E1928CD7-5C82-468A-9F03-35D0DCF763C0}"/>
    <dgm:cxn modelId="{8A8660CA-6030-4DEC-8B39-B7D91296141D}" type="presParOf" srcId="{58022F90-9514-424E-85DA-A649291292F5}" destId="{0B5CF2F6-A6B2-487E-8465-858C88E11B34}" srcOrd="0" destOrd="0" presId="urn:microsoft.com/office/officeart/2005/8/layout/default"/>
    <dgm:cxn modelId="{2608AA23-A8EF-45D2-B196-71C0DCAC5A73}" type="presParOf" srcId="{58022F90-9514-424E-85DA-A649291292F5}" destId="{89912BFE-5831-4AC3-8242-CA87C58C77D1}" srcOrd="1" destOrd="0" presId="urn:microsoft.com/office/officeart/2005/8/layout/default"/>
    <dgm:cxn modelId="{18F498AC-23E4-45AA-A89B-6D0AD7C46DB1}" type="presParOf" srcId="{58022F90-9514-424E-85DA-A649291292F5}" destId="{F9928DF7-3056-437D-BC11-7820D28E2D73}" srcOrd="2" destOrd="0" presId="urn:microsoft.com/office/officeart/2005/8/layout/default"/>
    <dgm:cxn modelId="{0D69E96C-A145-4429-A505-8EDB20551D5A}" type="presParOf" srcId="{58022F90-9514-424E-85DA-A649291292F5}" destId="{EAFD8110-BD75-4F35-8BD5-D63BF03AB741}" srcOrd="3" destOrd="0" presId="urn:microsoft.com/office/officeart/2005/8/layout/default"/>
    <dgm:cxn modelId="{10F34478-FCC6-419C-9249-36716E703B4E}" type="presParOf" srcId="{58022F90-9514-424E-85DA-A649291292F5}" destId="{FCD07DBD-3970-401D-BAFF-DBA8D2B1AEF7}" srcOrd="4" destOrd="0" presId="urn:microsoft.com/office/officeart/2005/8/layout/default"/>
    <dgm:cxn modelId="{343D92BE-C2A6-4953-BF4A-C1FD64EDBCD5}" type="presParOf" srcId="{58022F90-9514-424E-85DA-A649291292F5}" destId="{55A20771-E9EF-4B73-A095-CBE7FC22BA2C}" srcOrd="5" destOrd="0" presId="urn:microsoft.com/office/officeart/2005/8/layout/default"/>
    <dgm:cxn modelId="{BD942CFC-003A-4D37-86B3-974B17EA0059}" type="presParOf" srcId="{58022F90-9514-424E-85DA-A649291292F5}" destId="{C0B16DD8-2DD4-4A9D-90DF-AA73DFF0FE8F}" srcOrd="6" destOrd="0" presId="urn:microsoft.com/office/officeart/2005/8/layout/default"/>
    <dgm:cxn modelId="{122E3808-6EB8-4639-93CD-5E94530B871F}" type="presParOf" srcId="{58022F90-9514-424E-85DA-A649291292F5}" destId="{9FB45D17-52F3-4A5A-BFC7-CCBB65FB8AAE}" srcOrd="7" destOrd="0" presId="urn:microsoft.com/office/officeart/2005/8/layout/default"/>
    <dgm:cxn modelId="{7FB7FF87-319E-4692-97E7-FB3E1934EB79}" type="presParOf" srcId="{58022F90-9514-424E-85DA-A649291292F5}" destId="{4C08D770-08A2-4637-B43E-42CF2A079754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5CF2F6-A6B2-487E-8465-858C88E11B34}">
      <dsp:nvSpPr>
        <dsp:cNvPr id="0" name=""/>
        <dsp:cNvSpPr/>
      </dsp:nvSpPr>
      <dsp:spPr>
        <a:xfrm>
          <a:off x="0" y="591343"/>
          <a:ext cx="2571749" cy="15430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lvl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CL" sz="5900" kern="1200"/>
        </a:p>
      </dsp:txBody>
      <dsp:txXfrm>
        <a:off x="0" y="591343"/>
        <a:ext cx="2571749" cy="1543050"/>
      </dsp:txXfrm>
    </dsp:sp>
    <dsp:sp modelId="{F9928DF7-3056-437D-BC11-7820D28E2D73}">
      <dsp:nvSpPr>
        <dsp:cNvPr id="0" name=""/>
        <dsp:cNvSpPr/>
      </dsp:nvSpPr>
      <dsp:spPr>
        <a:xfrm>
          <a:off x="2828925" y="591343"/>
          <a:ext cx="2571749" cy="15430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lvl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CL" sz="5900" kern="1200"/>
        </a:p>
      </dsp:txBody>
      <dsp:txXfrm>
        <a:off x="2828925" y="591343"/>
        <a:ext cx="2571749" cy="1543050"/>
      </dsp:txXfrm>
    </dsp:sp>
    <dsp:sp modelId="{FCD07DBD-3970-401D-BAFF-DBA8D2B1AEF7}">
      <dsp:nvSpPr>
        <dsp:cNvPr id="0" name=""/>
        <dsp:cNvSpPr/>
      </dsp:nvSpPr>
      <dsp:spPr>
        <a:xfrm>
          <a:off x="5657849" y="591343"/>
          <a:ext cx="2571749" cy="15430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lvl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CL" sz="5900" kern="1200"/>
        </a:p>
      </dsp:txBody>
      <dsp:txXfrm>
        <a:off x="5657849" y="591343"/>
        <a:ext cx="2571749" cy="1543050"/>
      </dsp:txXfrm>
    </dsp:sp>
    <dsp:sp modelId="{C0B16DD8-2DD4-4A9D-90DF-AA73DFF0FE8F}">
      <dsp:nvSpPr>
        <dsp:cNvPr id="0" name=""/>
        <dsp:cNvSpPr/>
      </dsp:nvSpPr>
      <dsp:spPr>
        <a:xfrm>
          <a:off x="1414462" y="2391569"/>
          <a:ext cx="2571749" cy="15430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lvl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CL" sz="5900" kern="1200"/>
        </a:p>
      </dsp:txBody>
      <dsp:txXfrm>
        <a:off x="1414462" y="2391569"/>
        <a:ext cx="2571749" cy="1543050"/>
      </dsp:txXfrm>
    </dsp:sp>
    <dsp:sp modelId="{4C08D770-08A2-4637-B43E-42CF2A079754}">
      <dsp:nvSpPr>
        <dsp:cNvPr id="0" name=""/>
        <dsp:cNvSpPr/>
      </dsp:nvSpPr>
      <dsp:spPr>
        <a:xfrm>
          <a:off x="4243387" y="2391569"/>
          <a:ext cx="2571749" cy="15430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lvl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CL" sz="5900" kern="1200"/>
        </a:p>
      </dsp:txBody>
      <dsp:txXfrm>
        <a:off x="4243387" y="2391569"/>
        <a:ext cx="2571749" cy="15430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3DFE3-3CDA-442B-BFF2-E05BD5FF1F6C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E954C-D0B6-42E1-9D2B-3A2815C31B2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19418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3DFE3-3CDA-442B-BFF2-E05BD5FF1F6C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E954C-D0B6-42E1-9D2B-3A2815C31B2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46168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3DFE3-3CDA-442B-BFF2-E05BD5FF1F6C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E954C-D0B6-42E1-9D2B-3A2815C31B2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52646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3DFE3-3CDA-442B-BFF2-E05BD5FF1F6C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E954C-D0B6-42E1-9D2B-3A2815C31B2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53264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3DFE3-3CDA-442B-BFF2-E05BD5FF1F6C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E954C-D0B6-42E1-9D2B-3A2815C31B2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09195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3DFE3-3CDA-442B-BFF2-E05BD5FF1F6C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E954C-D0B6-42E1-9D2B-3A2815C31B2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09354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3DFE3-3CDA-442B-BFF2-E05BD5FF1F6C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E954C-D0B6-42E1-9D2B-3A2815C31B2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01302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3DFE3-3CDA-442B-BFF2-E05BD5FF1F6C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E954C-D0B6-42E1-9D2B-3A2815C31B2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2112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3DFE3-3CDA-442B-BFF2-E05BD5FF1F6C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E954C-D0B6-42E1-9D2B-3A2815C31B2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24114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3DFE3-3CDA-442B-BFF2-E05BD5FF1F6C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E954C-D0B6-42E1-9D2B-3A2815C31B2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05767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3DFE3-3CDA-442B-BFF2-E05BD5FF1F6C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E954C-D0B6-42E1-9D2B-3A2815C31B2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42223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B3DFE3-3CDA-442B-BFF2-E05BD5FF1F6C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5E954C-D0B6-42E1-9D2B-3A2815C31B2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74101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diagramLayout" Target="../diagrams/layout1.xml"/><Relationship Id="rId7" Type="http://schemas.openxmlformats.org/officeDocument/2006/relationships/image" Target="../media/image2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 descr="Resultado de imagen para bordes infantil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6" name="AutoShape 4" descr="Resultado de imagen para bordes infantile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7" name="AutoShape 6" descr="Resultado de imagen para bordes infantiles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1026" name="Picture 2" descr="Resultado de imagen para FONDO DE NIÃ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943394" y="1700808"/>
            <a:ext cx="7084990" cy="1754326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¿ Para qué </a:t>
            </a:r>
            <a:r>
              <a:rPr lang="es-ES" sz="54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sirven</a:t>
            </a:r>
          </a:p>
          <a:p>
            <a:pPr algn="ctr"/>
            <a:r>
              <a:rPr lang="es-ES" sz="5400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Éstos objetos</a:t>
            </a:r>
            <a:r>
              <a:rPr lang="es-ES" sz="54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?</a:t>
            </a:r>
            <a:endParaRPr lang="es-ES" sz="54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ooper Black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0871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02" y="0"/>
            <a:ext cx="91462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Resultado de imagen para niÃ±o pensand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017" y="3389086"/>
            <a:ext cx="3194375" cy="2498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CuadroTexto"/>
          <p:cNvSpPr txBox="1"/>
          <p:nvPr/>
        </p:nvSpPr>
        <p:spPr>
          <a:xfrm>
            <a:off x="1547664" y="1268760"/>
            <a:ext cx="6120680" cy="707886"/>
          </a:xfrm>
          <a:prstGeom prst="rect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000" b="1" dirty="0" smtClean="0"/>
              <a:t>Actividad: </a:t>
            </a:r>
            <a:r>
              <a:rPr lang="es-CL" sz="2000" dirty="0" smtClean="0"/>
              <a:t>Observa las siguientes imágenes e identifica su funcionamiento. </a:t>
            </a:r>
            <a:endParaRPr lang="es-CL" sz="2000" dirty="0"/>
          </a:p>
        </p:txBody>
      </p:sp>
      <p:pic>
        <p:nvPicPr>
          <p:cNvPr id="7176" name="Picture 8" descr="Resultado de imagen para signo de interrogacion dibujo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38" t="18469" r="10031" b="11599"/>
          <a:stretch/>
        </p:blipFill>
        <p:spPr bwMode="auto">
          <a:xfrm>
            <a:off x="4932040" y="2363093"/>
            <a:ext cx="2486904" cy="2275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1424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graphicFrame>
        <p:nvGraphicFramePr>
          <p:cNvPr id="6" name="5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894931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02" y="0"/>
            <a:ext cx="91462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508478" y="980728"/>
            <a:ext cx="446045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latin typeface="Cooper Black" pitchFamily="18" charset="0"/>
              </a:rPr>
              <a:t>La lavadora:</a:t>
            </a:r>
            <a:endParaRPr lang="es-ES" sz="5400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latin typeface="Cooper Black" pitchFamily="18" charset="0"/>
            </a:endParaRPr>
          </a:p>
        </p:txBody>
      </p:sp>
      <p:pic>
        <p:nvPicPr>
          <p:cNvPr id="6146" name="Picture 2" descr="Resultado de imagen para lavadora dibujo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89" r="10335"/>
          <a:stretch/>
        </p:blipFill>
        <p:spPr bwMode="auto">
          <a:xfrm>
            <a:off x="1508478" y="2276872"/>
            <a:ext cx="2847498" cy="355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Elipse"/>
          <p:cNvSpPr/>
          <p:nvPr/>
        </p:nvSpPr>
        <p:spPr>
          <a:xfrm>
            <a:off x="4427984" y="1904058"/>
            <a:ext cx="2448272" cy="1152128"/>
          </a:xfrm>
          <a:prstGeom prst="ellipse">
            <a:avLst/>
          </a:prstGeom>
          <a:ln w="381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 smtClean="0"/>
              <a:t>¿ Qué </a:t>
            </a:r>
            <a:r>
              <a:rPr lang="es-CL" b="1" smtClean="0"/>
              <a:t>es ?</a:t>
            </a:r>
            <a:endParaRPr lang="es-CL" b="1" dirty="0"/>
          </a:p>
        </p:txBody>
      </p:sp>
      <p:sp>
        <p:nvSpPr>
          <p:cNvPr id="13" name="12 Elipse"/>
          <p:cNvSpPr/>
          <p:nvPr/>
        </p:nvSpPr>
        <p:spPr>
          <a:xfrm>
            <a:off x="4764244" y="3284984"/>
            <a:ext cx="2448272" cy="1152128"/>
          </a:xfrm>
          <a:prstGeom prst="ellipse">
            <a:avLst/>
          </a:prstGeom>
          <a:ln w="38100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 smtClean="0"/>
              <a:t>¿ Para qué nos sirve?</a:t>
            </a:r>
            <a:endParaRPr lang="es-CL" b="1" dirty="0"/>
          </a:p>
        </p:txBody>
      </p:sp>
      <p:sp>
        <p:nvSpPr>
          <p:cNvPr id="14" name="13 Elipse"/>
          <p:cNvSpPr/>
          <p:nvPr/>
        </p:nvSpPr>
        <p:spPr>
          <a:xfrm>
            <a:off x="4744794" y="4581128"/>
            <a:ext cx="2448272" cy="1152128"/>
          </a:xfrm>
          <a:prstGeom prst="ellipse">
            <a:avLst/>
          </a:prstGeom>
          <a:ln w="38100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 smtClean="0"/>
              <a:t>¿ Dónde la encontramos?</a:t>
            </a:r>
            <a:endParaRPr lang="es-CL" b="1" dirty="0"/>
          </a:p>
        </p:txBody>
      </p:sp>
    </p:spTree>
    <p:extLst>
      <p:ext uri="{BB962C8B-B14F-4D97-AF65-F5344CB8AC3E}">
        <p14:creationId xmlns:p14="http://schemas.microsoft.com/office/powerpoint/2010/main" val="780471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02" y="0"/>
            <a:ext cx="91462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763688" y="1052736"/>
            <a:ext cx="365035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dirty="0" smtClean="0">
                <a:ln w="11430"/>
                <a:latin typeface="Cooper Black" pitchFamily="18" charset="0"/>
              </a:rPr>
              <a:t>La cocina:</a:t>
            </a:r>
            <a:endParaRPr lang="es-ES" sz="5400" cap="none" spc="0" dirty="0">
              <a:ln w="11430"/>
              <a:latin typeface="Cooper Black" pitchFamily="18" charset="0"/>
            </a:endParaRPr>
          </a:p>
        </p:txBody>
      </p:sp>
      <p:pic>
        <p:nvPicPr>
          <p:cNvPr id="2050" name="Picture 2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100" y="2276872"/>
            <a:ext cx="3024336" cy="3116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CuadroTexto"/>
          <p:cNvSpPr txBox="1"/>
          <p:nvPr/>
        </p:nvSpPr>
        <p:spPr>
          <a:xfrm>
            <a:off x="4788024" y="2420888"/>
            <a:ext cx="2781419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b="1" dirty="0" smtClean="0"/>
              <a:t>1- ¿ Dónde la podemos encontrar?</a:t>
            </a:r>
            <a:endParaRPr lang="es-CL" b="1" dirty="0"/>
          </a:p>
        </p:txBody>
      </p:sp>
      <p:sp>
        <p:nvSpPr>
          <p:cNvPr id="9" name="8 CuadroTexto"/>
          <p:cNvSpPr txBox="1"/>
          <p:nvPr/>
        </p:nvSpPr>
        <p:spPr>
          <a:xfrm>
            <a:off x="4809193" y="3448219"/>
            <a:ext cx="2781419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b="1" dirty="0"/>
              <a:t>2</a:t>
            </a:r>
            <a:r>
              <a:rPr lang="es-CL" b="1" dirty="0" smtClean="0"/>
              <a:t>- ¿  Cómo es? </a:t>
            </a:r>
            <a:endParaRPr lang="es-CL" b="1" dirty="0"/>
          </a:p>
        </p:txBody>
      </p:sp>
      <p:sp>
        <p:nvSpPr>
          <p:cNvPr id="10" name="9 CuadroTexto"/>
          <p:cNvSpPr txBox="1"/>
          <p:nvPr/>
        </p:nvSpPr>
        <p:spPr>
          <a:xfrm>
            <a:off x="4809193" y="4149080"/>
            <a:ext cx="2781419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b="1" dirty="0" smtClean="0"/>
              <a:t>3-  ¿ Quienes pueden usar la cocina?</a:t>
            </a:r>
            <a:endParaRPr lang="es-CL" b="1" dirty="0"/>
          </a:p>
        </p:txBody>
      </p:sp>
    </p:spTree>
    <p:extLst>
      <p:ext uri="{BB962C8B-B14F-4D97-AF65-F5344CB8AC3E}">
        <p14:creationId xmlns:p14="http://schemas.microsoft.com/office/powerpoint/2010/main" val="435264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02" y="0"/>
            <a:ext cx="91462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877757" y="1052736"/>
            <a:ext cx="342222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dirty="0" smtClean="0">
                <a:ln w="11430"/>
                <a:latin typeface="Cooper Black" pitchFamily="18" charset="0"/>
              </a:rPr>
              <a:t>La toalla:</a:t>
            </a:r>
            <a:endParaRPr lang="es-ES" sz="5400" cap="none" spc="0" dirty="0">
              <a:ln w="11430"/>
              <a:latin typeface="Cooper Black" pitchFamily="18" charset="0"/>
            </a:endParaRPr>
          </a:p>
        </p:txBody>
      </p:sp>
      <p:pic>
        <p:nvPicPr>
          <p:cNvPr id="4098" name="Picture 2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204864"/>
            <a:ext cx="2664296" cy="316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Elipse"/>
          <p:cNvSpPr/>
          <p:nvPr/>
        </p:nvSpPr>
        <p:spPr>
          <a:xfrm>
            <a:off x="4427984" y="1904058"/>
            <a:ext cx="2664296" cy="1152128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 smtClean="0"/>
              <a:t>¿ Para qué sirve ?</a:t>
            </a:r>
            <a:endParaRPr lang="es-CL" b="1" dirty="0"/>
          </a:p>
        </p:txBody>
      </p:sp>
      <p:sp>
        <p:nvSpPr>
          <p:cNvPr id="8" name="7 Elipse"/>
          <p:cNvSpPr/>
          <p:nvPr/>
        </p:nvSpPr>
        <p:spPr>
          <a:xfrm>
            <a:off x="4570898" y="3212976"/>
            <a:ext cx="2664296" cy="1152128"/>
          </a:xfrm>
          <a:prstGeom prst="ellipse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 smtClean="0"/>
              <a:t>¿ cómo es?</a:t>
            </a:r>
            <a:endParaRPr lang="es-CL" b="1" dirty="0"/>
          </a:p>
        </p:txBody>
      </p:sp>
      <p:sp>
        <p:nvSpPr>
          <p:cNvPr id="9" name="8 Elipse"/>
          <p:cNvSpPr/>
          <p:nvPr/>
        </p:nvSpPr>
        <p:spPr>
          <a:xfrm>
            <a:off x="4784843" y="4581128"/>
            <a:ext cx="2664296" cy="1152128"/>
          </a:xfrm>
          <a:prstGeom prst="ellipse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 smtClean="0"/>
              <a:t>¿ Dónde la encontramos ?</a:t>
            </a:r>
            <a:endParaRPr lang="es-CL" b="1" dirty="0"/>
          </a:p>
        </p:txBody>
      </p:sp>
    </p:spTree>
    <p:extLst>
      <p:ext uri="{BB962C8B-B14F-4D97-AF65-F5344CB8AC3E}">
        <p14:creationId xmlns:p14="http://schemas.microsoft.com/office/powerpoint/2010/main" val="4065932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02" y="0"/>
            <a:ext cx="91462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547664" y="1052736"/>
            <a:ext cx="349807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es-ES" sz="5400" dirty="0" smtClean="0">
                <a:ln w="11430"/>
                <a:latin typeface="Cooper Black" pitchFamily="18" charset="0"/>
              </a:rPr>
              <a:t>El espejo:</a:t>
            </a:r>
            <a:endParaRPr lang="es-ES" sz="5400" cap="none" spc="0" dirty="0">
              <a:ln w="11430"/>
              <a:latin typeface="Cooper Black" pitchFamily="18" charset="0"/>
            </a:endParaRPr>
          </a:p>
        </p:txBody>
      </p:sp>
      <p:pic>
        <p:nvPicPr>
          <p:cNvPr id="3074" name="Picture 2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976066"/>
            <a:ext cx="3456384" cy="3456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Elipse"/>
          <p:cNvSpPr/>
          <p:nvPr/>
        </p:nvSpPr>
        <p:spPr>
          <a:xfrm>
            <a:off x="4427984" y="1904058"/>
            <a:ext cx="2664296" cy="1152128"/>
          </a:xfrm>
          <a:prstGeom prst="ellipse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 smtClean="0"/>
              <a:t>¿ Para qué sirve ?</a:t>
            </a:r>
            <a:endParaRPr lang="es-CL" b="1" dirty="0"/>
          </a:p>
        </p:txBody>
      </p:sp>
      <p:sp>
        <p:nvSpPr>
          <p:cNvPr id="8" name="7 Elipse"/>
          <p:cNvSpPr/>
          <p:nvPr/>
        </p:nvSpPr>
        <p:spPr>
          <a:xfrm>
            <a:off x="4716016" y="3133645"/>
            <a:ext cx="2664296" cy="1152128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 smtClean="0"/>
              <a:t>¿ Cómo son ?</a:t>
            </a:r>
            <a:endParaRPr lang="es-CL" b="1" dirty="0"/>
          </a:p>
        </p:txBody>
      </p:sp>
      <p:sp>
        <p:nvSpPr>
          <p:cNvPr id="9" name="8 Elipse"/>
          <p:cNvSpPr/>
          <p:nvPr/>
        </p:nvSpPr>
        <p:spPr>
          <a:xfrm>
            <a:off x="4604734" y="4509120"/>
            <a:ext cx="2664296" cy="1152128"/>
          </a:xfrm>
          <a:prstGeom prst="ellipse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 smtClean="0"/>
              <a:t>¿ En qué lugar la encontramos ?</a:t>
            </a:r>
            <a:endParaRPr lang="es-CL" b="1" dirty="0"/>
          </a:p>
        </p:txBody>
      </p:sp>
    </p:spTree>
    <p:extLst>
      <p:ext uri="{BB962C8B-B14F-4D97-AF65-F5344CB8AC3E}">
        <p14:creationId xmlns:p14="http://schemas.microsoft.com/office/powerpoint/2010/main" val="1656908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01" y="0"/>
            <a:ext cx="9146201" cy="6974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1547664" y="1052736"/>
            <a:ext cx="37660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es-ES" sz="5400" dirty="0" smtClean="0">
                <a:ln w="11430"/>
                <a:latin typeface="Cooper Black" pitchFamily="18" charset="0"/>
              </a:rPr>
              <a:t>El celular:</a:t>
            </a:r>
            <a:endParaRPr lang="es-ES" sz="5400" cap="none" spc="0" dirty="0">
              <a:ln w="11430"/>
              <a:latin typeface="Cooper Black" pitchFamily="18" charset="0"/>
            </a:endParaRPr>
          </a:p>
        </p:txBody>
      </p:sp>
      <p:pic>
        <p:nvPicPr>
          <p:cNvPr id="5124" name="Picture 4" descr="Resultado de imagen para dibujo de celular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75" r="24082"/>
          <a:stretch/>
        </p:blipFill>
        <p:spPr bwMode="auto">
          <a:xfrm>
            <a:off x="1711036" y="1976066"/>
            <a:ext cx="2068876" cy="4117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8 Elipse"/>
          <p:cNvSpPr/>
          <p:nvPr/>
        </p:nvSpPr>
        <p:spPr>
          <a:xfrm>
            <a:off x="4427984" y="1904058"/>
            <a:ext cx="2664296" cy="1152128"/>
          </a:xfrm>
          <a:prstGeom prst="ellipse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 smtClean="0"/>
              <a:t>¿ Para qué sirve ?</a:t>
            </a:r>
            <a:endParaRPr lang="es-CL" b="1" dirty="0"/>
          </a:p>
        </p:txBody>
      </p:sp>
      <p:sp>
        <p:nvSpPr>
          <p:cNvPr id="10" name="9 Elipse"/>
          <p:cNvSpPr/>
          <p:nvPr/>
        </p:nvSpPr>
        <p:spPr>
          <a:xfrm>
            <a:off x="4570899" y="3212976"/>
            <a:ext cx="2664296" cy="1152128"/>
          </a:xfrm>
          <a:prstGeom prst="ellipse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 smtClean="0"/>
              <a:t>¿ Quienes los usan ?</a:t>
            </a:r>
            <a:endParaRPr lang="es-CL" b="1" dirty="0"/>
          </a:p>
        </p:txBody>
      </p:sp>
      <p:sp>
        <p:nvSpPr>
          <p:cNvPr id="11" name="10 Elipse"/>
          <p:cNvSpPr/>
          <p:nvPr/>
        </p:nvSpPr>
        <p:spPr>
          <a:xfrm>
            <a:off x="4650521" y="4692530"/>
            <a:ext cx="2664296" cy="1152128"/>
          </a:xfrm>
          <a:prstGeom prst="ellipse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 smtClean="0"/>
              <a:t>¿  Cómo es?</a:t>
            </a:r>
            <a:endParaRPr lang="es-CL" b="1" dirty="0"/>
          </a:p>
        </p:txBody>
      </p:sp>
    </p:spTree>
    <p:extLst>
      <p:ext uri="{BB962C8B-B14F-4D97-AF65-F5344CB8AC3E}">
        <p14:creationId xmlns:p14="http://schemas.microsoft.com/office/powerpoint/2010/main" val="1978911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02" y="0"/>
            <a:ext cx="91462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6" name="Picture 2" descr="Resultado de imagen para cama dibujo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6" r="7234"/>
          <a:stretch/>
        </p:blipFill>
        <p:spPr bwMode="auto">
          <a:xfrm>
            <a:off x="1547664" y="1948506"/>
            <a:ext cx="3023233" cy="356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1547664" y="1052736"/>
            <a:ext cx="32143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es-ES" sz="5400" dirty="0" smtClean="0">
                <a:ln w="11430"/>
                <a:latin typeface="Cooper Black" pitchFamily="18" charset="0"/>
              </a:rPr>
              <a:t>La cama:</a:t>
            </a:r>
            <a:endParaRPr lang="es-ES" sz="5400" cap="none" spc="0" dirty="0">
              <a:ln w="11430"/>
              <a:latin typeface="Cooper Black" pitchFamily="18" charset="0"/>
            </a:endParaRPr>
          </a:p>
        </p:txBody>
      </p:sp>
      <p:sp>
        <p:nvSpPr>
          <p:cNvPr id="8" name="7 Elipse"/>
          <p:cNvSpPr/>
          <p:nvPr/>
        </p:nvSpPr>
        <p:spPr>
          <a:xfrm>
            <a:off x="4786266" y="1772816"/>
            <a:ext cx="2664296" cy="1152128"/>
          </a:xfrm>
          <a:prstGeom prst="ellipse">
            <a:avLst/>
          </a:prstGeom>
          <a:ln w="28575">
            <a:prstDash val="sysDash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 smtClean="0"/>
              <a:t>¿ Para qué sirve la cama ?</a:t>
            </a:r>
            <a:endParaRPr lang="es-CL" b="1" dirty="0"/>
          </a:p>
        </p:txBody>
      </p:sp>
      <p:sp>
        <p:nvSpPr>
          <p:cNvPr id="9" name="8 Elipse"/>
          <p:cNvSpPr/>
          <p:nvPr/>
        </p:nvSpPr>
        <p:spPr>
          <a:xfrm>
            <a:off x="4789180" y="3165787"/>
            <a:ext cx="2664296" cy="1152128"/>
          </a:xfrm>
          <a:prstGeom prst="ellipse">
            <a:avLst/>
          </a:prstGeom>
          <a:ln w="38100">
            <a:solidFill>
              <a:schemeClr val="accent1"/>
            </a:solidFill>
            <a:prstDash val="sysDash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 smtClean="0"/>
              <a:t>¿ Cuándo usamos la cama ?</a:t>
            </a:r>
            <a:endParaRPr lang="es-CL" b="1" dirty="0"/>
          </a:p>
        </p:txBody>
      </p:sp>
      <p:sp>
        <p:nvSpPr>
          <p:cNvPr id="10" name="9 Elipse"/>
          <p:cNvSpPr/>
          <p:nvPr/>
        </p:nvSpPr>
        <p:spPr>
          <a:xfrm>
            <a:off x="4822538" y="4653136"/>
            <a:ext cx="2664296" cy="1152128"/>
          </a:xfrm>
          <a:prstGeom prst="ellipse">
            <a:avLst/>
          </a:prstGeom>
          <a:ln w="38100">
            <a:prstDash val="sysDash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 smtClean="0"/>
              <a:t>¿ En qué lugar la encontramos ?</a:t>
            </a:r>
            <a:endParaRPr lang="es-CL" b="1" dirty="0"/>
          </a:p>
        </p:txBody>
      </p:sp>
    </p:spTree>
    <p:extLst>
      <p:ext uri="{BB962C8B-B14F-4D97-AF65-F5344CB8AC3E}">
        <p14:creationId xmlns:p14="http://schemas.microsoft.com/office/powerpoint/2010/main" val="3257491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02" y="0"/>
            <a:ext cx="91462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Elipse"/>
          <p:cNvSpPr/>
          <p:nvPr/>
        </p:nvSpPr>
        <p:spPr>
          <a:xfrm>
            <a:off x="4786266" y="1772816"/>
            <a:ext cx="2664296" cy="1152128"/>
          </a:xfrm>
          <a:prstGeom prst="ellipse">
            <a:avLst/>
          </a:prstGeom>
          <a:ln w="28575">
            <a:prstDash val="sysDash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 smtClean="0"/>
              <a:t>¿ Para qué sirve ?</a:t>
            </a:r>
            <a:endParaRPr lang="es-CL" b="1" dirty="0"/>
          </a:p>
        </p:txBody>
      </p:sp>
      <p:sp>
        <p:nvSpPr>
          <p:cNvPr id="7" name="6 Elipse"/>
          <p:cNvSpPr/>
          <p:nvPr/>
        </p:nvSpPr>
        <p:spPr>
          <a:xfrm>
            <a:off x="4900133" y="4537573"/>
            <a:ext cx="2664296" cy="1152128"/>
          </a:xfrm>
          <a:prstGeom prst="ellipse">
            <a:avLst/>
          </a:prstGeom>
          <a:ln w="28575">
            <a:prstDash val="sysDash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 smtClean="0"/>
              <a:t>¿  Cuándo usamos el lápiz ?</a:t>
            </a:r>
            <a:endParaRPr lang="es-CL" b="1" dirty="0"/>
          </a:p>
        </p:txBody>
      </p:sp>
      <p:sp>
        <p:nvSpPr>
          <p:cNvPr id="8" name="7 Elipse"/>
          <p:cNvSpPr/>
          <p:nvPr/>
        </p:nvSpPr>
        <p:spPr>
          <a:xfrm>
            <a:off x="4672398" y="3130707"/>
            <a:ext cx="2892031" cy="1152128"/>
          </a:xfrm>
          <a:prstGeom prst="ellipse">
            <a:avLst/>
          </a:prstGeom>
          <a:ln w="28575">
            <a:prstDash val="sysDash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 smtClean="0"/>
              <a:t>¿Cómo es el lápiz ?</a:t>
            </a:r>
            <a:endParaRPr lang="es-CL" b="1" dirty="0"/>
          </a:p>
        </p:txBody>
      </p:sp>
      <p:pic>
        <p:nvPicPr>
          <p:cNvPr id="10242" name="Picture 2" descr="Resultado de imagen para dibujo de lapiz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6969" y="2191040"/>
            <a:ext cx="2799007" cy="3326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9 Rectángulo"/>
          <p:cNvSpPr/>
          <p:nvPr/>
        </p:nvSpPr>
        <p:spPr>
          <a:xfrm>
            <a:off x="1547664" y="1052736"/>
            <a:ext cx="318067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es-ES" sz="5400" dirty="0" smtClean="0">
                <a:ln w="11430"/>
                <a:latin typeface="Cooper Black" pitchFamily="18" charset="0"/>
              </a:rPr>
              <a:t>El lápiz :</a:t>
            </a:r>
            <a:endParaRPr lang="es-ES" sz="5400" cap="none" spc="0" dirty="0">
              <a:ln w="11430"/>
              <a:latin typeface="Cooper Black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724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02" y="0"/>
            <a:ext cx="91462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Resultado de imagen para dibujo de refrigerado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29"/>
          <a:stretch/>
        </p:blipFill>
        <p:spPr bwMode="auto">
          <a:xfrm>
            <a:off x="1691680" y="2060848"/>
            <a:ext cx="2879218" cy="3754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1547664" y="1052736"/>
            <a:ext cx="587308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es-ES" sz="5400" dirty="0" smtClean="0">
                <a:ln w="11430"/>
                <a:latin typeface="Cooper Black" pitchFamily="18" charset="0"/>
              </a:rPr>
              <a:t>El refrigerador :</a:t>
            </a:r>
            <a:endParaRPr lang="es-ES" sz="5400" cap="none" spc="0" dirty="0">
              <a:ln w="11430"/>
              <a:latin typeface="Cooper Black" pitchFamily="18" charset="0"/>
            </a:endParaRPr>
          </a:p>
        </p:txBody>
      </p:sp>
      <p:sp>
        <p:nvSpPr>
          <p:cNvPr id="8" name="7 Elipse"/>
          <p:cNvSpPr/>
          <p:nvPr/>
        </p:nvSpPr>
        <p:spPr>
          <a:xfrm>
            <a:off x="4786266" y="1976066"/>
            <a:ext cx="2664296" cy="1152128"/>
          </a:xfrm>
          <a:prstGeom prst="ellipse">
            <a:avLst/>
          </a:prstGeom>
          <a:ln w="28575">
            <a:prstDash val="sysDash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 smtClean="0"/>
              <a:t>¿ Para que sirve?</a:t>
            </a:r>
            <a:endParaRPr lang="es-CL" b="1" dirty="0"/>
          </a:p>
        </p:txBody>
      </p:sp>
      <p:sp>
        <p:nvSpPr>
          <p:cNvPr id="9" name="8 Elipse"/>
          <p:cNvSpPr/>
          <p:nvPr/>
        </p:nvSpPr>
        <p:spPr>
          <a:xfrm>
            <a:off x="4932040" y="3362268"/>
            <a:ext cx="2664296" cy="1152128"/>
          </a:xfrm>
          <a:prstGeom prst="ellipse">
            <a:avLst/>
          </a:prstGeom>
          <a:ln w="28575">
            <a:prstDash val="sysDash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 smtClean="0"/>
              <a:t>¿ Dónde la encontramos ?</a:t>
            </a:r>
            <a:endParaRPr lang="es-CL" b="1" dirty="0"/>
          </a:p>
        </p:txBody>
      </p:sp>
      <p:sp>
        <p:nvSpPr>
          <p:cNvPr id="10" name="9 Elipse"/>
          <p:cNvSpPr/>
          <p:nvPr/>
        </p:nvSpPr>
        <p:spPr>
          <a:xfrm>
            <a:off x="4956301" y="4669904"/>
            <a:ext cx="2664296" cy="1152128"/>
          </a:xfrm>
          <a:prstGeom prst="ellipse">
            <a:avLst/>
          </a:prstGeom>
          <a:ln w="28575">
            <a:prstDash val="sysDash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 smtClean="0"/>
              <a:t>¿ Qué hay en su interior?</a:t>
            </a:r>
            <a:endParaRPr lang="es-CL" b="1" dirty="0"/>
          </a:p>
        </p:txBody>
      </p:sp>
    </p:spTree>
    <p:extLst>
      <p:ext uri="{BB962C8B-B14F-4D97-AF65-F5344CB8AC3E}">
        <p14:creationId xmlns:p14="http://schemas.microsoft.com/office/powerpoint/2010/main" val="4017617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01" y="-64725"/>
            <a:ext cx="91462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0" name="Picture 2" descr="Resultado de imagen para dibujo de cuaderno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873"/>
          <a:stretch/>
        </p:blipFill>
        <p:spPr bwMode="auto">
          <a:xfrm>
            <a:off x="1843757" y="2132856"/>
            <a:ext cx="2065760" cy="1597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Resultado de imagen para dibujo de goma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96" b="8478"/>
          <a:stretch/>
        </p:blipFill>
        <p:spPr bwMode="auto">
          <a:xfrm>
            <a:off x="1979712" y="4235655"/>
            <a:ext cx="1929805" cy="136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4" name="Picture 6" descr="Resultado de imagen para dibujo de mochil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5554" y="1977445"/>
            <a:ext cx="2174807" cy="2174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6" name="Picture 8" descr="Imagen relacionada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47" b="12748"/>
          <a:stretch/>
        </p:blipFill>
        <p:spPr bwMode="auto">
          <a:xfrm>
            <a:off x="4542477" y="4152252"/>
            <a:ext cx="2853801" cy="1535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843757" y="1137518"/>
            <a:ext cx="539744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¿ Para qué sirven?</a:t>
            </a:r>
            <a:endParaRPr lang="es-ES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045290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180</Words>
  <Application>Microsoft Office PowerPoint</Application>
  <PresentationFormat>Presentación en pantalla (4:3)</PresentationFormat>
  <Paragraphs>36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9</cp:revision>
  <dcterms:created xsi:type="dcterms:W3CDTF">2019-03-09T22:31:35Z</dcterms:created>
  <dcterms:modified xsi:type="dcterms:W3CDTF">2019-03-16T22:55:47Z</dcterms:modified>
</cp:coreProperties>
</file>