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770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99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838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906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344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89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85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855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355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64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875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473E8-1E70-48E9-BF5F-682D7E5EF32D}" type="datetimeFigureOut">
              <a:rPr lang="es-CL" smtClean="0"/>
              <a:t>11-02-2019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7A8CE-B653-46B2-922D-5B535AEF1E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960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5"/>
          <a:stretch/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780836" y="2636912"/>
            <a:ext cx="55419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Animales Marinos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404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934802" y="751344"/>
            <a:ext cx="70215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400" dirty="0" smtClean="0">
                <a:latin typeface="Arial" pitchFamily="34" charset="0"/>
                <a:cs typeface="Arial" pitchFamily="34" charset="0"/>
              </a:rPr>
              <a:t>Se suele pensar que los animales marinos son peces, pero es un error, existen especies que viven dentro o cerca del mar en todas las familias de animales; mamíferos: delfines y ballenas. Aves: pingüinos, cormoranes y gaviotas. ... Equinodermos: en esta especie se encuentran los erizos de mar o las estrellas</a:t>
            </a:r>
            <a:endParaRPr lang="es-CL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640042"/>
            <a:ext cx="1780165" cy="171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74" y="3395106"/>
            <a:ext cx="1955264" cy="195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06971"/>
            <a:ext cx="1661932" cy="1523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143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2" y="0"/>
            <a:ext cx="912736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16555"/>
            <a:ext cx="8208912" cy="602489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127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6096000" cy="4572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02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7" y="896602"/>
            <a:ext cx="7467098" cy="50647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197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648"/>
            <a:ext cx="3816424" cy="46805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758" y="908720"/>
            <a:ext cx="3643649" cy="48245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180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73" y="620688"/>
            <a:ext cx="6912768" cy="511256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80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80728"/>
            <a:ext cx="6912768" cy="51845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661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20688"/>
            <a:ext cx="7560840" cy="525658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428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764703"/>
            <a:ext cx="7056784" cy="52997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2076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764704"/>
            <a:ext cx="6429375" cy="511256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597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48"/>
          <a:stretch/>
        </p:blipFill>
        <p:spPr bwMode="auto">
          <a:xfrm>
            <a:off x="747911" y="757238"/>
            <a:ext cx="7288594" cy="490401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198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85800"/>
            <a:ext cx="7344816" cy="5486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2292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6762"/>
            <a:ext cx="7488832" cy="53244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053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08720"/>
            <a:ext cx="7200800" cy="48245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604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18" y="980728"/>
            <a:ext cx="6810375" cy="50405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9303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912653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 descr="Resultado de imagen para pingÃ¼i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06" y="714374"/>
            <a:ext cx="7239000" cy="54292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626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62</Words>
  <Application>Microsoft Office PowerPoint</Application>
  <PresentationFormat>Presentación en pantalla (4:3)</PresentationFormat>
  <Paragraphs>2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5</cp:revision>
  <dcterms:created xsi:type="dcterms:W3CDTF">2019-02-12T02:18:17Z</dcterms:created>
  <dcterms:modified xsi:type="dcterms:W3CDTF">2019-02-12T03:11:01Z</dcterms:modified>
</cp:coreProperties>
</file>