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56" r:id="rId2"/>
    <p:sldId id="266" r:id="rId3"/>
    <p:sldId id="267" r:id="rId4"/>
    <p:sldId id="268" r:id="rId5"/>
    <p:sldId id="271" r:id="rId6"/>
    <p:sldId id="272" r:id="rId7"/>
    <p:sldId id="269" r:id="rId8"/>
    <p:sldId id="270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4" r:id="rId29"/>
    <p:sldId id="295" r:id="rId30"/>
    <p:sldId id="296" r:id="rId31"/>
    <p:sldId id="297" r:id="rId32"/>
    <p:sldId id="298" r:id="rId33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B3C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206" autoAdjust="0"/>
    <p:restoredTop sz="94660"/>
  </p:normalViewPr>
  <p:slideViewPr>
    <p:cSldViewPr snapToGrid="0">
      <p:cViewPr varScale="1">
        <p:scale>
          <a:sx n="73" d="100"/>
          <a:sy n="73" d="100"/>
        </p:scale>
        <p:origin x="52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2478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874B7448-7A1A-4152-8C43-2B8EA0ACE980}" type="datetime1">
              <a:rPr lang="es-ES" smtClean="0"/>
              <a:t>13/03/2019</a:t>
            </a:fld>
            <a:endParaRPr lang="es-ES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73F7AA83-DE31-4E93-AB07-EF7FB05F6670}" type="slidenum">
              <a:rPr lang="es-ES" smtClean="0"/>
              <a:pPr algn="r"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212903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1A84DBA3-0E8D-4848-B1FC-9E9CB5A609E4}" type="datetime1">
              <a:rPr lang="es-ES" noProof="0" smtClean="0"/>
              <a:pPr/>
              <a:t>13/03/2019</a:t>
            </a:fld>
            <a:endParaRPr lang="es-ES" noProof="0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el estilo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935E2820-AFE1-45FA-949E-17BDB534E1DC}" type="slidenum">
              <a:rPr lang="es-ES" noProof="0" smtClean="0"/>
              <a:pPr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157997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935E2820-AFE1-45FA-949E-17BDB534E1DC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6991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2820-AFE1-45FA-949E-17BDB534E1DC}" type="slidenum">
              <a:rPr lang="es-ES" smtClean="0"/>
              <a:pPr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719156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935E2820-AFE1-45FA-949E-17BDB534E1DC}" type="slidenum">
              <a:rPr lang="es-ES" smtClean="0"/>
              <a:t>32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31248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65213" y="304800"/>
            <a:ext cx="7091361" cy="2793906"/>
          </a:xfrm>
        </p:spPr>
        <p:txBody>
          <a:bodyPr rtlCol="0" anchor="b">
            <a:normAutofit/>
          </a:bodyPr>
          <a:lstStyle>
            <a:lvl1pPr algn="l" rtl="0">
              <a:lnSpc>
                <a:spcPct val="80000"/>
              </a:lnSpc>
              <a:defRPr sz="60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65213" y="3108804"/>
            <a:ext cx="7091361" cy="838200"/>
          </a:xfrm>
        </p:spPr>
        <p:txBody>
          <a:bodyPr rtlCol="0"/>
          <a:lstStyle>
            <a:lvl1pPr marL="0" indent="0" algn="l" rtl="0">
              <a:spcBef>
                <a:spcPts val="0"/>
              </a:spcBef>
              <a:buNone/>
              <a:defRPr sz="2400">
                <a:solidFill>
                  <a:schemeClr val="accent2"/>
                </a:solidFill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r>
              <a:rPr lang="es-ES" noProof="0"/>
              <a:t>Haga clic para editar el estilo de subtítulo del patrón</a:t>
            </a:r>
            <a:endParaRPr lang="es-ES" noProof="0" dirty="0"/>
          </a:p>
        </p:txBody>
      </p:sp>
      <p:sp>
        <p:nvSpPr>
          <p:cNvPr id="8" name="Marcador de posición de fecha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32F3A23-5D3B-4EEB-8401-67C1E1C4E4FD}" type="datetime1">
              <a:rPr lang="es-ES" noProof="0" smtClean="0"/>
              <a:pPr/>
              <a:t>13/03/2019</a:t>
            </a:fld>
            <a:endParaRPr lang="es-ES" noProof="0" dirty="0"/>
          </a:p>
        </p:txBody>
      </p:sp>
      <p:sp>
        <p:nvSpPr>
          <p:cNvPr id="9" name="Marcador de posición de pie de página 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10" name="Marcador de posición de número de diapositiva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FDBFFB2-86D9-4B8F-A59A-553A60B94BBE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890547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-ES" noProof="0"/>
              <a:t>Editar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6274BC01-8283-4412-A750-9470ADB35F66}" type="datetime1">
              <a:rPr lang="es-ES" noProof="0" smtClean="0"/>
              <a:pPr/>
              <a:t>13/03/2019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FDBFFB2-86D9-4B8F-A59A-553A60B94BBE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589990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180013" y="1600200"/>
            <a:ext cx="6400801" cy="2486025"/>
          </a:xfrm>
        </p:spPr>
        <p:txBody>
          <a:bodyPr rtlCol="0" anchor="b">
            <a:normAutofit/>
          </a:bodyPr>
          <a:lstStyle>
            <a:lvl1pPr algn="l" rtl="0">
              <a:defRPr sz="52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5180011" y="4105029"/>
            <a:ext cx="6400801" cy="914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>
                <a:solidFill>
                  <a:schemeClr val="accent2"/>
                </a:solidFill>
              </a:defRPr>
            </a:lvl1pPr>
            <a:lvl2pPr marL="457200" indent="0" algn="l" rt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Editar el estilo de texto del patrón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FF2D004-E54C-407F-AA91-4A221359DF90}" type="datetime1">
              <a:rPr lang="es-ES" noProof="0" smtClean="0"/>
              <a:pPr/>
              <a:t>13/03/2019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FDBFFB2-86D9-4B8F-A59A-553A60B94BBE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17916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2208213" y="1600200"/>
            <a:ext cx="4572000" cy="4114800"/>
          </a:xfrm>
        </p:spPr>
        <p:txBody>
          <a:bodyPr rtlCol="0"/>
          <a:lstStyle/>
          <a:p>
            <a:pPr lvl="0" rtl="0"/>
            <a:r>
              <a:rPr lang="es-ES" noProof="0"/>
              <a:t>Editar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7008813" y="1600200"/>
            <a:ext cx="4572000" cy="4114800"/>
          </a:xfrm>
        </p:spPr>
        <p:txBody>
          <a:bodyPr rtlCol="0"/>
          <a:lstStyle/>
          <a:p>
            <a:pPr lvl="0" rtl="0"/>
            <a:r>
              <a:rPr lang="es-ES" noProof="0"/>
              <a:t>Editar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DBBCA44-E97A-4819-ABB4-139F749845ED}" type="datetime1">
              <a:rPr lang="es-ES" noProof="0" smtClean="0"/>
              <a:pPr/>
              <a:t>13/03/2019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FDBFFB2-86D9-4B8F-A59A-553A60B94BBE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607751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2208213" y="1600200"/>
            <a:ext cx="4572000" cy="823912"/>
          </a:xfrm>
        </p:spPr>
        <p:txBody>
          <a:bodyPr rtlCol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2100" b="0">
                <a:solidFill>
                  <a:schemeClr val="accent2"/>
                </a:solidFill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es-ES" noProof="0"/>
              <a:t>Editar el estilo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2208213" y="2505075"/>
            <a:ext cx="4572000" cy="3337560"/>
          </a:xfrm>
        </p:spPr>
        <p:txBody>
          <a:bodyPr rtlCol="0"/>
          <a:lstStyle/>
          <a:p>
            <a:pPr lvl="0" rtl="0"/>
            <a:r>
              <a:rPr lang="es-ES" noProof="0"/>
              <a:t>Editar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7008813" y="1600200"/>
            <a:ext cx="4572000" cy="823912"/>
          </a:xfrm>
        </p:spPr>
        <p:txBody>
          <a:bodyPr rtlCol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2100" b="0">
                <a:solidFill>
                  <a:schemeClr val="accent2"/>
                </a:solidFill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es-ES" noProof="0"/>
              <a:t>Editar el estilo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7008813" y="2505075"/>
            <a:ext cx="4572000" cy="3337560"/>
          </a:xfrm>
        </p:spPr>
        <p:txBody>
          <a:bodyPr rtlCol="0"/>
          <a:lstStyle/>
          <a:p>
            <a:pPr lvl="0" rtl="0"/>
            <a:r>
              <a:rPr lang="es-ES" noProof="0"/>
              <a:t>Editar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7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0F8CC6E-A133-489E-9766-03A4B67A1467}" type="datetime1">
              <a:rPr lang="es-ES" noProof="0" smtClean="0"/>
              <a:pPr/>
              <a:t>13/03/2019</a:t>
            </a:fld>
            <a:endParaRPr lang="es-ES" noProof="0" dirty="0"/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9" name="Marcador de posición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FDBFFB2-86D9-4B8F-A59A-553A60B94BBE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833046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0E08610-5182-441B-90C7-6A4A9A84C431}" type="datetime1">
              <a:rPr lang="es-ES" noProof="0" smtClean="0"/>
              <a:pPr/>
              <a:t>13/03/2019</a:t>
            </a:fld>
            <a:endParaRPr lang="es-ES" noProof="0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FDBFFB2-86D9-4B8F-A59A-553A60B94BBE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698309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361E41A-78BD-485B-9134-D3B10F21247A}" type="datetime1">
              <a:rPr lang="es-ES" noProof="0" smtClean="0"/>
              <a:pPr/>
              <a:t>13/03/2019</a:t>
            </a:fld>
            <a:endParaRPr lang="es-ES" noProof="0" dirty="0"/>
          </a:p>
        </p:txBody>
      </p:sp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FDBFFB2-86D9-4B8F-A59A-553A60B94BBE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222526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leyenda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837612" y="2277477"/>
            <a:ext cx="2743201" cy="2322178"/>
          </a:xfrm>
        </p:spPr>
        <p:txBody>
          <a:bodyPr rtlCol="0" anchor="b">
            <a:normAutofit/>
          </a:bodyPr>
          <a:lstStyle>
            <a:lvl1pPr algn="l" rtl="0">
              <a:defRPr sz="2600">
                <a:solidFill>
                  <a:schemeClr val="accent2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1293813" y="533400"/>
            <a:ext cx="6858000" cy="48006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es-ES" noProof="0"/>
              <a:t>Editar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8837614" y="4583187"/>
            <a:ext cx="2743200" cy="1131813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000"/>
              </a:spcBef>
              <a:buNone/>
              <a:defRPr sz="14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es-ES" noProof="0"/>
              <a:t>Editar el estilo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F40D475-64E7-4F7A-9EEE-3B47B54E1071}" type="datetime1">
              <a:rPr lang="es-ES" noProof="0" smtClean="0"/>
              <a:pPr/>
              <a:t>13/03/2019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FDBFFB2-86D9-4B8F-A59A-553A60B94BBE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897700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837612" y="2277477"/>
            <a:ext cx="2743201" cy="2322178"/>
          </a:xfrm>
        </p:spPr>
        <p:txBody>
          <a:bodyPr rtlCol="0" anchor="b">
            <a:normAutofit/>
          </a:bodyPr>
          <a:lstStyle>
            <a:lvl1pPr algn="l" rtl="0">
              <a:defRPr sz="2600">
                <a:solidFill>
                  <a:schemeClr val="accent2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8" name="Rectángulo redondeado 7"/>
          <p:cNvSpPr/>
          <p:nvPr/>
        </p:nvSpPr>
        <p:spPr>
          <a:xfrm>
            <a:off x="1293812" y="533400"/>
            <a:ext cx="6858001" cy="4800600"/>
          </a:xfrm>
          <a:prstGeom prst="roundRect">
            <a:avLst>
              <a:gd name="adj" fmla="val 4409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3" name="Marcador de posición de imagen 2" descr="Marcador de posición vacío para agregar una imagen. Haga clic en el marcador de posición y seleccione la imagen que desee agregar."/>
          <p:cNvSpPr>
            <a:spLocks noGrp="1"/>
          </p:cNvSpPr>
          <p:nvPr>
            <p:ph type="pic" idx="1"/>
          </p:nvPr>
        </p:nvSpPr>
        <p:spPr>
          <a:xfrm>
            <a:off x="1408112" y="647700"/>
            <a:ext cx="6629400" cy="4572000"/>
          </a:xfrm>
          <a:prstGeom prst="roundRect">
            <a:avLst>
              <a:gd name="adj" fmla="val 3725"/>
            </a:avLst>
          </a:prstGeom>
        </p:spPr>
        <p:txBody>
          <a:bodyPr tIns="914400" rtlCol="0">
            <a:normAutofit/>
          </a:bodyPr>
          <a:lstStyle>
            <a:lvl1pPr marL="0" indent="0" algn="ctr" rtl="0">
              <a:buNone/>
              <a:defRPr sz="2400"/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8837614" y="4583187"/>
            <a:ext cx="2743200" cy="1131813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000"/>
              </a:spcBef>
              <a:buNone/>
              <a:defRPr sz="14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es-ES" noProof="0"/>
              <a:t>Editar el estilo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2F2E6CD-E62C-485A-AEE5-F467C10A2B50}" type="datetime1">
              <a:rPr lang="es-ES" noProof="0" smtClean="0"/>
              <a:pPr/>
              <a:t>13/03/2019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FDBFFB2-86D9-4B8F-A59A-553A60B94BBE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639301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s-ES" noProof="0"/>
              <a:t>Editar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A9052A6-8551-477B-8111-1FB3EA9618C2}" type="datetime1">
              <a:rPr lang="es-ES" noProof="0" smtClean="0"/>
              <a:pPr/>
              <a:t>13/03/2019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FDBFFB2-86D9-4B8F-A59A-553A60B94BBE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207666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865014" y="304801"/>
            <a:ext cx="1715800" cy="5410200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2209800" y="304801"/>
            <a:ext cx="7502814" cy="5410200"/>
          </a:xfrm>
        </p:spPr>
        <p:txBody>
          <a:bodyPr vert="eaVert" rtlCol="0"/>
          <a:lstStyle/>
          <a:p>
            <a:pPr lvl="0" rtl="0"/>
            <a:r>
              <a:rPr lang="es-ES" noProof="0"/>
              <a:t>Editar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2BECAFB-4914-413C-8EDD-C4819D72CDD6}" type="datetime1">
              <a:rPr lang="es-ES" noProof="0" smtClean="0"/>
              <a:pPr/>
              <a:t>13/03/2019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FDBFFB2-86D9-4B8F-A59A-553A60B94BBE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29949773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2208213" y="304800"/>
            <a:ext cx="9372600" cy="12004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2208213" y="1600200"/>
            <a:ext cx="93726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 dirty="0"/>
              <a:t>Haga clic para modificar el estilo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2"/>
          </p:nvPr>
        </p:nvSpPr>
        <p:spPr>
          <a:xfrm>
            <a:off x="253576" y="6505078"/>
            <a:ext cx="964036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100">
                <a:solidFill>
                  <a:schemeClr val="tx2"/>
                </a:solidFill>
              </a:defRPr>
            </a:lvl1pPr>
          </a:lstStyle>
          <a:p>
            <a:fld id="{47B18C25-07DC-4FD2-9915-FADBCF041A6E}" type="datetime1">
              <a:rPr lang="es-ES" noProof="0" smtClean="0"/>
              <a:pPr/>
              <a:t>13/03/2019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1280159" y="6505078"/>
            <a:ext cx="687641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100">
                <a:solidFill>
                  <a:schemeClr val="tx2"/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1580814" y="6280298"/>
            <a:ext cx="533399" cy="349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100" b="1">
                <a:solidFill>
                  <a:srgbClr val="AB3C19"/>
                </a:solidFill>
              </a:defRPr>
            </a:lvl1pPr>
          </a:lstStyle>
          <a:p>
            <a:pPr rtl="0"/>
            <a:fld id="{8FDBFFB2-86D9-4B8F-A59A-553A60B94BBE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170255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65214" y="304800"/>
            <a:ext cx="7673837" cy="2793906"/>
          </a:xfrm>
        </p:spPr>
        <p:txBody>
          <a:bodyPr rtlCol="0"/>
          <a:lstStyle/>
          <a:p>
            <a:pPr algn="just" rtl="0"/>
            <a:r>
              <a:rPr lang="es-ES" dirty="0"/>
              <a:t>Conciencia fonológica de rimas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65214" y="3265558"/>
            <a:ext cx="7091361" cy="838200"/>
          </a:xfrm>
        </p:spPr>
        <p:txBody>
          <a:bodyPr rtlCol="0"/>
          <a:lstStyle/>
          <a:p>
            <a:pPr rtl="0"/>
            <a:r>
              <a:rPr lang="es-ES" dirty="0"/>
              <a:t>Alison Sobarzo </a:t>
            </a:r>
            <a:r>
              <a:rPr lang="es-ES" dirty="0" err="1" smtClean="0"/>
              <a:t>Ormeño</a:t>
            </a:r>
            <a:endParaRPr lang="es-ES" dirty="0" smtClean="0"/>
          </a:p>
          <a:p>
            <a:pPr rtl="0"/>
            <a:r>
              <a:rPr lang="es-ES" dirty="0" smtClean="0"/>
              <a:t>Fonoaudióloga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784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629000"/>
            <a:ext cx="3600000" cy="3600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E81B762-8F3A-4764-BBF8-84C7FAFBE690}"/>
              </a:ext>
            </a:extLst>
          </p:cNvPr>
          <p:cNvSpPr txBox="1"/>
          <p:nvPr/>
        </p:nvSpPr>
        <p:spPr>
          <a:xfrm>
            <a:off x="4956313" y="5459896"/>
            <a:ext cx="2398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b="1" dirty="0"/>
              <a:t>BOCA</a:t>
            </a:r>
          </a:p>
        </p:txBody>
      </p:sp>
    </p:spTree>
    <p:extLst>
      <p:ext uri="{BB962C8B-B14F-4D97-AF65-F5344CB8AC3E}">
        <p14:creationId xmlns:p14="http://schemas.microsoft.com/office/powerpoint/2010/main" val="679647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629000"/>
            <a:ext cx="3600000" cy="3600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8B0DC3A-8EA8-4EAC-8F0C-88602D6BAC0E}"/>
              </a:ext>
            </a:extLst>
          </p:cNvPr>
          <p:cNvSpPr txBox="1"/>
          <p:nvPr/>
        </p:nvSpPr>
        <p:spPr>
          <a:xfrm>
            <a:off x="4863548" y="5393635"/>
            <a:ext cx="2849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b="1" dirty="0"/>
              <a:t>FOCA</a:t>
            </a:r>
          </a:p>
        </p:txBody>
      </p:sp>
    </p:spTree>
    <p:extLst>
      <p:ext uri="{BB962C8B-B14F-4D97-AF65-F5344CB8AC3E}">
        <p14:creationId xmlns:p14="http://schemas.microsoft.com/office/powerpoint/2010/main" val="467532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629000"/>
            <a:ext cx="3600000" cy="3600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FD235190-E86E-4D23-859E-6C86B7716BDF}"/>
              </a:ext>
            </a:extLst>
          </p:cNvPr>
          <p:cNvSpPr txBox="1"/>
          <p:nvPr/>
        </p:nvSpPr>
        <p:spPr>
          <a:xfrm>
            <a:off x="4671391" y="5353878"/>
            <a:ext cx="2849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b="1" dirty="0"/>
              <a:t>SOL</a:t>
            </a:r>
          </a:p>
        </p:txBody>
      </p:sp>
    </p:spTree>
    <p:extLst>
      <p:ext uri="{BB962C8B-B14F-4D97-AF65-F5344CB8AC3E}">
        <p14:creationId xmlns:p14="http://schemas.microsoft.com/office/powerpoint/2010/main" val="1102927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5697" y="1767702"/>
            <a:ext cx="3600000" cy="3600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0E8F78E-F259-456F-81FF-A5CA106AF0CF}"/>
              </a:ext>
            </a:extLst>
          </p:cNvPr>
          <p:cNvSpPr txBox="1"/>
          <p:nvPr/>
        </p:nvSpPr>
        <p:spPr>
          <a:xfrm>
            <a:off x="4601088" y="5512905"/>
            <a:ext cx="2849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b="1" dirty="0"/>
              <a:t>CARACOL</a:t>
            </a:r>
          </a:p>
        </p:txBody>
      </p:sp>
    </p:spTree>
    <p:extLst>
      <p:ext uri="{BB962C8B-B14F-4D97-AF65-F5344CB8AC3E}">
        <p14:creationId xmlns:p14="http://schemas.microsoft.com/office/powerpoint/2010/main" val="3689615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8156" y="1629000"/>
            <a:ext cx="3600000" cy="3600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8CA7E27-0358-4861-B3B5-BBC3AF581574}"/>
              </a:ext>
            </a:extLst>
          </p:cNvPr>
          <p:cNvSpPr txBox="1"/>
          <p:nvPr/>
        </p:nvSpPr>
        <p:spPr>
          <a:xfrm>
            <a:off x="4863548" y="5393635"/>
            <a:ext cx="2849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b="1" dirty="0"/>
              <a:t>CONEJO</a:t>
            </a:r>
          </a:p>
        </p:txBody>
      </p:sp>
    </p:spTree>
    <p:extLst>
      <p:ext uri="{BB962C8B-B14F-4D97-AF65-F5344CB8AC3E}">
        <p14:creationId xmlns:p14="http://schemas.microsoft.com/office/powerpoint/2010/main" val="1184525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629000"/>
            <a:ext cx="3600000" cy="3600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223AACC3-47AE-41B7-8FFE-3D30096B1749}"/>
              </a:ext>
            </a:extLst>
          </p:cNvPr>
          <p:cNvSpPr txBox="1"/>
          <p:nvPr/>
        </p:nvSpPr>
        <p:spPr>
          <a:xfrm>
            <a:off x="4863548" y="5393635"/>
            <a:ext cx="2849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b="1" dirty="0"/>
              <a:t>ESPEJO</a:t>
            </a:r>
          </a:p>
        </p:txBody>
      </p:sp>
    </p:spTree>
    <p:extLst>
      <p:ext uri="{BB962C8B-B14F-4D97-AF65-F5344CB8AC3E}">
        <p14:creationId xmlns:p14="http://schemas.microsoft.com/office/powerpoint/2010/main" val="1885979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629000"/>
            <a:ext cx="3600000" cy="3600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748AE266-DDAC-4D87-ACD5-6D8423A44B5A}"/>
              </a:ext>
            </a:extLst>
          </p:cNvPr>
          <p:cNvSpPr txBox="1"/>
          <p:nvPr/>
        </p:nvSpPr>
        <p:spPr>
          <a:xfrm>
            <a:off x="4863548" y="5393635"/>
            <a:ext cx="2849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b="1" dirty="0"/>
              <a:t>MANZANA</a:t>
            </a:r>
          </a:p>
        </p:txBody>
      </p:sp>
    </p:spTree>
    <p:extLst>
      <p:ext uri="{BB962C8B-B14F-4D97-AF65-F5344CB8AC3E}">
        <p14:creationId xmlns:p14="http://schemas.microsoft.com/office/powerpoint/2010/main" val="1256573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8156" y="1530867"/>
            <a:ext cx="3600000" cy="3600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A0F4F51-8899-4D16-83CC-151C9B7F6712}"/>
              </a:ext>
            </a:extLst>
          </p:cNvPr>
          <p:cNvSpPr txBox="1"/>
          <p:nvPr/>
        </p:nvSpPr>
        <p:spPr>
          <a:xfrm>
            <a:off x="4863548" y="5393635"/>
            <a:ext cx="2849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b="1" dirty="0"/>
              <a:t>VENTANA</a:t>
            </a:r>
          </a:p>
        </p:txBody>
      </p:sp>
    </p:spTree>
    <p:extLst>
      <p:ext uri="{BB962C8B-B14F-4D97-AF65-F5344CB8AC3E}">
        <p14:creationId xmlns:p14="http://schemas.microsoft.com/office/powerpoint/2010/main" val="1029924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629000"/>
            <a:ext cx="3600000" cy="3600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2B38F4CD-2272-4907-AD24-3F9E669D6BC6}"/>
              </a:ext>
            </a:extLst>
          </p:cNvPr>
          <p:cNvSpPr txBox="1"/>
          <p:nvPr/>
        </p:nvSpPr>
        <p:spPr>
          <a:xfrm>
            <a:off x="4863548" y="5393635"/>
            <a:ext cx="2849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b="1" dirty="0"/>
              <a:t>CASTILLO</a:t>
            </a:r>
          </a:p>
        </p:txBody>
      </p:sp>
    </p:spTree>
    <p:extLst>
      <p:ext uri="{BB962C8B-B14F-4D97-AF65-F5344CB8AC3E}">
        <p14:creationId xmlns:p14="http://schemas.microsoft.com/office/powerpoint/2010/main" val="3010890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629000"/>
            <a:ext cx="3600000" cy="3600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544E6BD1-F9D5-4848-B6E3-EDD1A7E5EC9F}"/>
              </a:ext>
            </a:extLst>
          </p:cNvPr>
          <p:cNvSpPr txBox="1"/>
          <p:nvPr/>
        </p:nvSpPr>
        <p:spPr>
          <a:xfrm>
            <a:off x="4863548" y="5393635"/>
            <a:ext cx="2849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b="1" dirty="0"/>
              <a:t>CEPILLO</a:t>
            </a:r>
          </a:p>
        </p:txBody>
      </p:sp>
    </p:spTree>
    <p:extLst>
      <p:ext uri="{BB962C8B-B14F-4D97-AF65-F5344CB8AC3E}">
        <p14:creationId xmlns:p14="http://schemas.microsoft.com/office/powerpoint/2010/main" val="379305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629000"/>
            <a:ext cx="3600000" cy="3600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5B60BFE6-2FB8-4573-8738-D5F66DA8F764}"/>
              </a:ext>
            </a:extLst>
          </p:cNvPr>
          <p:cNvSpPr txBox="1"/>
          <p:nvPr/>
        </p:nvSpPr>
        <p:spPr>
          <a:xfrm>
            <a:off x="4863548" y="5393635"/>
            <a:ext cx="2849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b="1" dirty="0"/>
              <a:t>ARDILLA</a:t>
            </a:r>
          </a:p>
        </p:txBody>
      </p:sp>
    </p:spTree>
    <p:extLst>
      <p:ext uri="{BB962C8B-B14F-4D97-AF65-F5344CB8AC3E}">
        <p14:creationId xmlns:p14="http://schemas.microsoft.com/office/powerpoint/2010/main" val="4208887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439238"/>
            <a:ext cx="3600000" cy="3600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8D14CB81-4DA2-4739-A330-A491E239A7A5}"/>
              </a:ext>
            </a:extLst>
          </p:cNvPr>
          <p:cNvSpPr txBox="1"/>
          <p:nvPr/>
        </p:nvSpPr>
        <p:spPr>
          <a:xfrm>
            <a:off x="4863548" y="5393635"/>
            <a:ext cx="2849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b="1" dirty="0"/>
              <a:t>SILLA</a:t>
            </a:r>
          </a:p>
        </p:txBody>
      </p:sp>
    </p:spTree>
    <p:extLst>
      <p:ext uri="{BB962C8B-B14F-4D97-AF65-F5344CB8AC3E}">
        <p14:creationId xmlns:p14="http://schemas.microsoft.com/office/powerpoint/2010/main" val="1165507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517994"/>
            <a:ext cx="3600000" cy="3600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FCD7AE3D-5D36-4165-A1EF-02D8B53FE85C}"/>
              </a:ext>
            </a:extLst>
          </p:cNvPr>
          <p:cNvSpPr txBox="1"/>
          <p:nvPr/>
        </p:nvSpPr>
        <p:spPr>
          <a:xfrm>
            <a:off x="4863548" y="5393635"/>
            <a:ext cx="2849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b="1" dirty="0"/>
              <a:t>LEON</a:t>
            </a:r>
          </a:p>
        </p:txBody>
      </p:sp>
    </p:spTree>
    <p:extLst>
      <p:ext uri="{BB962C8B-B14F-4D97-AF65-F5344CB8AC3E}">
        <p14:creationId xmlns:p14="http://schemas.microsoft.com/office/powerpoint/2010/main" val="2190973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629000"/>
            <a:ext cx="3600000" cy="3600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C094AE7B-8E3E-4D39-BB06-206D65403B61}"/>
              </a:ext>
            </a:extLst>
          </p:cNvPr>
          <p:cNvSpPr txBox="1"/>
          <p:nvPr/>
        </p:nvSpPr>
        <p:spPr>
          <a:xfrm>
            <a:off x="4863548" y="5393635"/>
            <a:ext cx="2849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b="1" dirty="0"/>
              <a:t>LIMON</a:t>
            </a:r>
          </a:p>
        </p:txBody>
      </p:sp>
    </p:spTree>
    <p:extLst>
      <p:ext uri="{BB962C8B-B14F-4D97-AF65-F5344CB8AC3E}">
        <p14:creationId xmlns:p14="http://schemas.microsoft.com/office/powerpoint/2010/main" val="16973045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629000"/>
            <a:ext cx="3600000" cy="3600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851FB14D-16C2-4031-8FCF-FD0050C9E95C}"/>
              </a:ext>
            </a:extLst>
          </p:cNvPr>
          <p:cNvSpPr txBox="1"/>
          <p:nvPr/>
        </p:nvSpPr>
        <p:spPr>
          <a:xfrm>
            <a:off x="4863548" y="5393635"/>
            <a:ext cx="2849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b="1" dirty="0"/>
              <a:t>BOTELLA</a:t>
            </a:r>
          </a:p>
        </p:txBody>
      </p:sp>
    </p:spTree>
    <p:extLst>
      <p:ext uri="{BB962C8B-B14F-4D97-AF65-F5344CB8AC3E}">
        <p14:creationId xmlns:p14="http://schemas.microsoft.com/office/powerpoint/2010/main" val="7766954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516858"/>
            <a:ext cx="3600000" cy="3600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59AFB300-BBBE-4032-9C4B-E88B0663CDC4}"/>
              </a:ext>
            </a:extLst>
          </p:cNvPr>
          <p:cNvSpPr txBox="1"/>
          <p:nvPr/>
        </p:nvSpPr>
        <p:spPr>
          <a:xfrm>
            <a:off x="4863548" y="5393635"/>
            <a:ext cx="2849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b="1" dirty="0"/>
              <a:t>ESTRELLA</a:t>
            </a:r>
          </a:p>
        </p:txBody>
      </p:sp>
    </p:spTree>
    <p:extLst>
      <p:ext uri="{BB962C8B-B14F-4D97-AF65-F5344CB8AC3E}">
        <p14:creationId xmlns:p14="http://schemas.microsoft.com/office/powerpoint/2010/main" val="17609977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629000"/>
            <a:ext cx="3600000" cy="3600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503521CC-6EE8-4E63-81AA-6480158F9B43}"/>
              </a:ext>
            </a:extLst>
          </p:cNvPr>
          <p:cNvSpPr txBox="1"/>
          <p:nvPr/>
        </p:nvSpPr>
        <p:spPr>
          <a:xfrm>
            <a:off x="4863548" y="5393635"/>
            <a:ext cx="2849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b="1" dirty="0" smtClean="0"/>
              <a:t>GUANTE</a:t>
            </a:r>
            <a:endParaRPr lang="es-CL" sz="2400" b="1" dirty="0"/>
          </a:p>
        </p:txBody>
      </p:sp>
    </p:spTree>
    <p:extLst>
      <p:ext uri="{BB962C8B-B14F-4D97-AF65-F5344CB8AC3E}">
        <p14:creationId xmlns:p14="http://schemas.microsoft.com/office/powerpoint/2010/main" val="16060493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629000"/>
            <a:ext cx="3600000" cy="3600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502828C6-0E63-477E-947B-D84B20779B4C}"/>
              </a:ext>
            </a:extLst>
          </p:cNvPr>
          <p:cNvSpPr txBox="1"/>
          <p:nvPr/>
        </p:nvSpPr>
        <p:spPr>
          <a:xfrm>
            <a:off x="4863548" y="5393635"/>
            <a:ext cx="2849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b="1" dirty="0"/>
              <a:t>ELEFANTE</a:t>
            </a:r>
          </a:p>
        </p:txBody>
      </p:sp>
    </p:spTree>
    <p:extLst>
      <p:ext uri="{BB962C8B-B14F-4D97-AF65-F5344CB8AC3E}">
        <p14:creationId xmlns:p14="http://schemas.microsoft.com/office/powerpoint/2010/main" val="18132626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629000"/>
            <a:ext cx="3600000" cy="3600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0C30418-E7A3-4733-AEF6-3EEB73F5DB2C}"/>
              </a:ext>
            </a:extLst>
          </p:cNvPr>
          <p:cNvSpPr txBox="1"/>
          <p:nvPr/>
        </p:nvSpPr>
        <p:spPr>
          <a:xfrm>
            <a:off x="4671391" y="5420138"/>
            <a:ext cx="2849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b="1" dirty="0"/>
              <a:t>GORRO</a:t>
            </a:r>
          </a:p>
        </p:txBody>
      </p:sp>
    </p:spTree>
    <p:extLst>
      <p:ext uri="{BB962C8B-B14F-4D97-AF65-F5344CB8AC3E}">
        <p14:creationId xmlns:p14="http://schemas.microsoft.com/office/powerpoint/2010/main" val="2516422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629000"/>
            <a:ext cx="3600000" cy="3600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40491305-2B1D-4A4F-B8E8-FCBF11CFF210}"/>
              </a:ext>
            </a:extLst>
          </p:cNvPr>
          <p:cNvSpPr txBox="1"/>
          <p:nvPr/>
        </p:nvSpPr>
        <p:spPr>
          <a:xfrm>
            <a:off x="4671391" y="5406887"/>
            <a:ext cx="2849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b="1" dirty="0"/>
              <a:t>ZORRO</a:t>
            </a:r>
          </a:p>
        </p:txBody>
      </p:sp>
    </p:spTree>
    <p:extLst>
      <p:ext uri="{BB962C8B-B14F-4D97-AF65-F5344CB8AC3E}">
        <p14:creationId xmlns:p14="http://schemas.microsoft.com/office/powerpoint/2010/main" val="23913328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43C060F-D116-41EE-A9D6-F9C90D1844C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8156" y="1629000"/>
            <a:ext cx="3600000" cy="3600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0678497F-C321-4DF6-87A3-0D5DECB70A94}"/>
              </a:ext>
            </a:extLst>
          </p:cNvPr>
          <p:cNvSpPr txBox="1"/>
          <p:nvPr/>
        </p:nvSpPr>
        <p:spPr>
          <a:xfrm>
            <a:off x="4863548" y="5393635"/>
            <a:ext cx="2849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b="1" dirty="0"/>
              <a:t>LECHUGA</a:t>
            </a:r>
          </a:p>
        </p:txBody>
      </p:sp>
    </p:spTree>
    <p:extLst>
      <p:ext uri="{BB962C8B-B14F-4D97-AF65-F5344CB8AC3E}">
        <p14:creationId xmlns:p14="http://schemas.microsoft.com/office/powerpoint/2010/main" val="32894055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A0DADE5-9955-428D-B3F0-AA6AAFDC3E1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8156" y="1629000"/>
            <a:ext cx="3600000" cy="3600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6C482DF-D9A9-40D5-8A6F-97306FC96A75}"/>
              </a:ext>
            </a:extLst>
          </p:cNvPr>
          <p:cNvSpPr txBox="1"/>
          <p:nvPr/>
        </p:nvSpPr>
        <p:spPr>
          <a:xfrm>
            <a:off x="4863548" y="5393635"/>
            <a:ext cx="2849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b="1" dirty="0"/>
              <a:t>ORUGA</a:t>
            </a:r>
          </a:p>
        </p:txBody>
      </p:sp>
    </p:spTree>
    <p:extLst>
      <p:ext uri="{BB962C8B-B14F-4D97-AF65-F5344CB8AC3E}">
        <p14:creationId xmlns:p14="http://schemas.microsoft.com/office/powerpoint/2010/main" val="30855343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735F2C9-D4F8-4C02-862C-97E882009AD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629000"/>
            <a:ext cx="3600000" cy="3600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12382E8-EFAE-425C-8321-EE3E07202CDB}"/>
              </a:ext>
            </a:extLst>
          </p:cNvPr>
          <p:cNvSpPr txBox="1"/>
          <p:nvPr/>
        </p:nvSpPr>
        <p:spPr>
          <a:xfrm>
            <a:off x="4863548" y="5393635"/>
            <a:ext cx="2849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b="1" dirty="0"/>
              <a:t>CABALLO</a:t>
            </a:r>
          </a:p>
        </p:txBody>
      </p:sp>
    </p:spTree>
    <p:extLst>
      <p:ext uri="{BB962C8B-B14F-4D97-AF65-F5344CB8AC3E}">
        <p14:creationId xmlns:p14="http://schemas.microsoft.com/office/powerpoint/2010/main" val="30950112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0E7C64B-E564-4D47-9CA0-FDF812D8826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629000"/>
            <a:ext cx="3600000" cy="3600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5B940DF6-D032-4848-8D71-EE1E7311FC3E}"/>
              </a:ext>
            </a:extLst>
          </p:cNvPr>
          <p:cNvSpPr txBox="1"/>
          <p:nvPr/>
        </p:nvSpPr>
        <p:spPr>
          <a:xfrm>
            <a:off x="4863548" y="5393635"/>
            <a:ext cx="2849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b="1" dirty="0"/>
              <a:t>GALLO</a:t>
            </a:r>
          </a:p>
        </p:txBody>
      </p:sp>
    </p:spTree>
    <p:extLst>
      <p:ext uri="{BB962C8B-B14F-4D97-AF65-F5344CB8AC3E}">
        <p14:creationId xmlns:p14="http://schemas.microsoft.com/office/powerpoint/2010/main" val="19128552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26AE1586-122B-431F-AE51-63E699BB6A0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629000"/>
            <a:ext cx="3600000" cy="3600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F41653E7-2953-4811-907B-C51940B2373D}"/>
              </a:ext>
            </a:extLst>
          </p:cNvPr>
          <p:cNvSpPr txBox="1"/>
          <p:nvPr/>
        </p:nvSpPr>
        <p:spPr>
          <a:xfrm>
            <a:off x="4671391" y="5380383"/>
            <a:ext cx="2849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b="1" dirty="0"/>
              <a:t>MESA</a:t>
            </a:r>
          </a:p>
        </p:txBody>
      </p:sp>
    </p:spTree>
    <p:extLst>
      <p:ext uri="{BB962C8B-B14F-4D97-AF65-F5344CB8AC3E}">
        <p14:creationId xmlns:p14="http://schemas.microsoft.com/office/powerpoint/2010/main" val="29482585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1D880CE6-BE40-4A1D-84DE-45CDB9787A2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629000"/>
            <a:ext cx="3600000" cy="3600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D0F953C-90C5-432C-A31B-157EC7F38E39}"/>
              </a:ext>
            </a:extLst>
          </p:cNvPr>
          <p:cNvSpPr txBox="1"/>
          <p:nvPr/>
        </p:nvSpPr>
        <p:spPr>
          <a:xfrm>
            <a:off x="4671391" y="5393635"/>
            <a:ext cx="2849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b="1" dirty="0"/>
              <a:t>CABEZA</a:t>
            </a:r>
          </a:p>
        </p:txBody>
      </p:sp>
    </p:spTree>
    <p:extLst>
      <p:ext uri="{BB962C8B-B14F-4D97-AF65-F5344CB8AC3E}">
        <p14:creationId xmlns:p14="http://schemas.microsoft.com/office/powerpoint/2010/main" val="42164244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C233A4C-926A-4D3B-8FB5-182DF1A1CEA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629000"/>
            <a:ext cx="3600000" cy="3600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F5A87AE-AD56-4B3A-8252-B33F1280A8DB}"/>
              </a:ext>
            </a:extLst>
          </p:cNvPr>
          <p:cNvSpPr txBox="1"/>
          <p:nvPr/>
        </p:nvSpPr>
        <p:spPr>
          <a:xfrm>
            <a:off x="4671391" y="5393635"/>
            <a:ext cx="2849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b="1" dirty="0"/>
              <a:t>ZAPATO</a:t>
            </a:r>
          </a:p>
        </p:txBody>
      </p:sp>
    </p:spTree>
    <p:extLst>
      <p:ext uri="{BB962C8B-B14F-4D97-AF65-F5344CB8AC3E}">
        <p14:creationId xmlns:p14="http://schemas.microsoft.com/office/powerpoint/2010/main" val="34628891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6F4A839-71EB-41CE-A37B-6B5F41749A1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629000"/>
            <a:ext cx="3600000" cy="3600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77D3A5D-30AD-428B-BF02-C8994207360F}"/>
              </a:ext>
            </a:extLst>
          </p:cNvPr>
          <p:cNvSpPr txBox="1"/>
          <p:nvPr/>
        </p:nvSpPr>
        <p:spPr>
          <a:xfrm>
            <a:off x="4671391" y="5367130"/>
            <a:ext cx="2849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b="1" dirty="0"/>
              <a:t>GATO</a:t>
            </a:r>
          </a:p>
        </p:txBody>
      </p:sp>
    </p:spTree>
    <p:extLst>
      <p:ext uri="{BB962C8B-B14F-4D97-AF65-F5344CB8AC3E}">
        <p14:creationId xmlns:p14="http://schemas.microsoft.com/office/powerpoint/2010/main" val="2700233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50865D2-85AA-4402-B95E-A8C875F24AF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629000"/>
            <a:ext cx="3600000" cy="3600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F5E3F6C3-943D-4CC7-B2D0-C1AC1A51CDED}"/>
              </a:ext>
            </a:extLst>
          </p:cNvPr>
          <p:cNvSpPr txBox="1"/>
          <p:nvPr/>
        </p:nvSpPr>
        <p:spPr>
          <a:xfrm>
            <a:off x="4671391" y="5367131"/>
            <a:ext cx="2849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b="1" dirty="0"/>
              <a:t>FOTO</a:t>
            </a:r>
          </a:p>
        </p:txBody>
      </p:sp>
    </p:spTree>
    <p:extLst>
      <p:ext uri="{BB962C8B-B14F-4D97-AF65-F5344CB8AC3E}">
        <p14:creationId xmlns:p14="http://schemas.microsoft.com/office/powerpoint/2010/main" val="38216790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1834E29-094D-483A-BBCB-D304C0D74D7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629000"/>
            <a:ext cx="3600000" cy="3600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2E31A752-43E7-466F-B9B0-5FC21F59D51A}"/>
              </a:ext>
            </a:extLst>
          </p:cNvPr>
          <p:cNvSpPr txBox="1"/>
          <p:nvPr/>
        </p:nvSpPr>
        <p:spPr>
          <a:xfrm>
            <a:off x="4671391" y="5353878"/>
            <a:ext cx="2849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b="1" dirty="0"/>
              <a:t>MOTO</a:t>
            </a:r>
          </a:p>
        </p:txBody>
      </p:sp>
    </p:spTree>
    <p:extLst>
      <p:ext uri="{BB962C8B-B14F-4D97-AF65-F5344CB8AC3E}">
        <p14:creationId xmlns:p14="http://schemas.microsoft.com/office/powerpoint/2010/main" val="34197595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65214" y="304800"/>
            <a:ext cx="7673837" cy="2793906"/>
          </a:xfrm>
        </p:spPr>
        <p:txBody>
          <a:bodyPr rtlCol="0"/>
          <a:lstStyle/>
          <a:p>
            <a:pPr algn="just" rtl="0"/>
            <a:r>
              <a:rPr lang="es-ES" dirty="0"/>
              <a:t>Conciencia fonológica de rimas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65214" y="3265558"/>
            <a:ext cx="7091361" cy="838200"/>
          </a:xfrm>
        </p:spPr>
        <p:txBody>
          <a:bodyPr rtlCol="0"/>
          <a:lstStyle/>
          <a:p>
            <a:pPr rtl="0"/>
            <a:r>
              <a:rPr lang="es-ES" dirty="0"/>
              <a:t>Alison Sobarzo </a:t>
            </a:r>
            <a:r>
              <a:rPr lang="es-ES" dirty="0" err="1" smtClean="0"/>
              <a:t>Ormeño</a:t>
            </a:r>
            <a:endParaRPr lang="es-ES" dirty="0" smtClean="0"/>
          </a:p>
          <a:p>
            <a:pPr rtl="0"/>
            <a:r>
              <a:rPr lang="es-ES" dirty="0" smtClean="0"/>
              <a:t>Fonoaudióloga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56167363"/>
      </p:ext>
    </p:extLst>
  </p:cSld>
  <p:clrMapOvr>
    <a:masterClrMapping/>
  </p:clrMapOvr>
</p:sld>
</file>

<file path=ppt/theme/theme1.xml><?xml version="1.0" encoding="utf-8"?>
<a:theme xmlns:a="http://schemas.openxmlformats.org/drawingml/2006/main" name="Niños jugando 16x9">
  <a:themeElements>
    <a:clrScheme name="Children Happy">
      <a:dk1>
        <a:srgbClr val="595959"/>
      </a:dk1>
      <a:lt1>
        <a:sysClr val="window" lastClr="FFFFFF"/>
      </a:lt1>
      <a:dk2>
        <a:srgbClr val="000000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9D66D"/>
      </a:accent5>
      <a:accent6>
        <a:srgbClr val="838383"/>
      </a:accent6>
      <a:hlink>
        <a:srgbClr val="F59E00"/>
      </a:hlink>
      <a:folHlink>
        <a:srgbClr val="B2B2B2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9532273_TF03461883_TF03461883.potx" id="{7E51FD36-221A-40E9-B563-1B1438601F37}" vid="{C48C6374-1D00-407F-A436-D7B12AD3050E}"/>
    </a:ext>
  </a:extLst>
</a:theme>
</file>

<file path=ppt/theme/theme2.xml><?xml version="1.0" encoding="utf-8"?>
<a:theme xmlns:a="http://schemas.openxmlformats.org/drawingml/2006/main" name="Tema de Office">
  <a:themeElements>
    <a:clrScheme name="Children Happy">
      <a:dk1>
        <a:srgbClr val="595959"/>
      </a:dk1>
      <a:lt1>
        <a:sysClr val="window" lastClr="FFFFFF"/>
      </a:lt1>
      <a:dk2>
        <a:srgbClr val="000000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9D66D"/>
      </a:accent5>
      <a:accent6>
        <a:srgbClr val="838383"/>
      </a:accent6>
      <a:hlink>
        <a:srgbClr val="F59E00"/>
      </a:hlink>
      <a:folHlink>
        <a:srgbClr val="B2B2B2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Children Happy">
      <a:dk1>
        <a:srgbClr val="595959"/>
      </a:dk1>
      <a:lt1>
        <a:sysClr val="window" lastClr="FFFFFF"/>
      </a:lt1>
      <a:dk2>
        <a:srgbClr val="000000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9D66D"/>
      </a:accent5>
      <a:accent6>
        <a:srgbClr val="838383"/>
      </a:accent6>
      <a:hlink>
        <a:srgbClr val="F59E00"/>
      </a:hlink>
      <a:folHlink>
        <a:srgbClr val="B2B2B2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tf03461883</Template>
  <TotalTime>358</TotalTime>
  <Words>49</Words>
  <Application>Microsoft Office PowerPoint</Application>
  <PresentationFormat>Panorámica</PresentationFormat>
  <Paragraphs>39</Paragraphs>
  <Slides>32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35" baseType="lpstr">
      <vt:lpstr>Euphemia</vt:lpstr>
      <vt:lpstr>Wingdings</vt:lpstr>
      <vt:lpstr>Niños jugando 16x9</vt:lpstr>
      <vt:lpstr>Conciencia fonológica de rimas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Conciencia fonológica de rimas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Conciencia fonológica de rimas</dc:title>
  <dc:creator>Alison Sobarzo</dc:creator>
  <cp:lastModifiedBy>Alison Sobarzo</cp:lastModifiedBy>
  <cp:revision>11</cp:revision>
  <dcterms:created xsi:type="dcterms:W3CDTF">2018-08-16T02:40:12Z</dcterms:created>
  <dcterms:modified xsi:type="dcterms:W3CDTF">2019-03-13T03:42:10Z</dcterms:modified>
</cp:coreProperties>
</file>