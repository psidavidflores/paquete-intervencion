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B6AE-095E-432A-9F5D-A289E8F0EA74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C8D86-177B-4885-BAAF-8FDB7CDC43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398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B6AE-095E-432A-9F5D-A289E8F0EA74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C8D86-177B-4885-BAAF-8FDB7CDC43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770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B6AE-095E-432A-9F5D-A289E8F0EA74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C8D86-177B-4885-BAAF-8FDB7CDC43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8136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B6AE-095E-432A-9F5D-A289E8F0EA74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C8D86-177B-4885-BAAF-8FDB7CDC43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85461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B6AE-095E-432A-9F5D-A289E8F0EA74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C8D86-177B-4885-BAAF-8FDB7CDC43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085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B6AE-095E-432A-9F5D-A289E8F0EA74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C8D86-177B-4885-BAAF-8FDB7CDC43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501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B6AE-095E-432A-9F5D-A289E8F0EA74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C8D86-177B-4885-BAAF-8FDB7CDC43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4100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B6AE-095E-432A-9F5D-A289E8F0EA74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C8D86-177B-4885-BAAF-8FDB7CDC43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4384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B6AE-095E-432A-9F5D-A289E8F0EA74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C8D86-177B-4885-BAAF-8FDB7CDC43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30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B6AE-095E-432A-9F5D-A289E8F0EA74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C8D86-177B-4885-BAAF-8FDB7CDC43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4134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B6AE-095E-432A-9F5D-A289E8F0EA74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C8D86-177B-4885-BAAF-8FDB7CDC43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433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7B6AE-095E-432A-9F5D-A289E8F0EA74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C8D86-177B-4885-BAAF-8FDB7CDC43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5825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sultado de imagen para fondo de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9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1269" y="0"/>
            <a:ext cx="57883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Hoy jugaremos: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251520" y="1412776"/>
            <a:ext cx="504657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Las rimas </a:t>
            </a:r>
            <a:endParaRPr lang="es-ES" sz="8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98861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2" y="-28454"/>
            <a:ext cx="9123428" cy="68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2026002" y="1429846"/>
            <a:ext cx="51125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dirty="0" smtClean="0">
                <a:solidFill>
                  <a:srgbClr val="7030A0"/>
                </a:solidFill>
                <a:latin typeface="Cooper Black" pitchFamily="18" charset="0"/>
              </a:rPr>
              <a:t>El perrito Martín juega con el calcetín. </a:t>
            </a:r>
          </a:p>
        </p:txBody>
      </p:sp>
      <p:pic>
        <p:nvPicPr>
          <p:cNvPr id="2060" name="Picture 1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489017"/>
            <a:ext cx="3616984" cy="3006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dibujo de calceti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002" y="2780928"/>
            <a:ext cx="1199088" cy="228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398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2" y="-28454"/>
            <a:ext cx="9123428" cy="68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691680" y="2137500"/>
            <a:ext cx="360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smtClean="0">
                <a:solidFill>
                  <a:srgbClr val="7030A0"/>
                </a:solidFill>
                <a:latin typeface="Cooper Black" pitchFamily="18" charset="0"/>
              </a:rPr>
              <a:t>Los locos patos se ponen los zapatos. </a:t>
            </a:r>
          </a:p>
        </p:txBody>
      </p:sp>
      <p:pic>
        <p:nvPicPr>
          <p:cNvPr id="10242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5" r="21496"/>
          <a:stretch/>
        </p:blipFill>
        <p:spPr bwMode="auto">
          <a:xfrm>
            <a:off x="5076056" y="2137500"/>
            <a:ext cx="2474179" cy="255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5" r="21496"/>
          <a:stretch/>
        </p:blipFill>
        <p:spPr bwMode="auto">
          <a:xfrm>
            <a:off x="2915816" y="3757928"/>
            <a:ext cx="1809460" cy="1868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955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2" y="-28454"/>
            <a:ext cx="9123428" cy="68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619672" y="2348880"/>
            <a:ext cx="296261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smtClean="0">
                <a:solidFill>
                  <a:srgbClr val="FF3399"/>
                </a:solidFill>
                <a:latin typeface="Cooper Black" pitchFamily="18" charset="0"/>
              </a:rPr>
              <a:t>Viviana, mira a su hermana por la ventana </a:t>
            </a:r>
            <a:endParaRPr lang="es-CL" dirty="0">
              <a:solidFill>
                <a:srgbClr val="FF3399"/>
              </a:solidFill>
              <a:latin typeface="Cooper Black" pitchFamily="18" charset="0"/>
            </a:endParaRPr>
          </a:p>
        </p:txBody>
      </p:sp>
      <p:pic>
        <p:nvPicPr>
          <p:cNvPr id="9218" name="Picture 2" descr="Resultado de imagen para dibujo de niÃ±a mirando por la ventan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2" t="2868" r="9727" b="2696"/>
          <a:stretch/>
        </p:blipFill>
        <p:spPr bwMode="auto">
          <a:xfrm>
            <a:off x="4582286" y="1638090"/>
            <a:ext cx="3108017" cy="355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267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2" y="-28454"/>
            <a:ext cx="9123428" cy="68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835696" y="1305115"/>
            <a:ext cx="58326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dirty="0">
                <a:solidFill>
                  <a:schemeClr val="accent3">
                    <a:lumMod val="75000"/>
                  </a:schemeClr>
                </a:solidFill>
                <a:latin typeface="Cooper Black" pitchFamily="18" charset="0"/>
              </a:rPr>
              <a:t> </a:t>
            </a:r>
            <a:r>
              <a:rPr lang="es-CL" sz="3200" dirty="0" smtClean="0">
                <a:solidFill>
                  <a:schemeClr val="accent3">
                    <a:lumMod val="75000"/>
                  </a:schemeClr>
                </a:solidFill>
                <a:latin typeface="Cooper Black" pitchFamily="18" charset="0"/>
              </a:rPr>
              <a:t> Mi amigo Anacleto come un rico completo.</a:t>
            </a:r>
            <a:endParaRPr lang="es-CL" sz="3200" dirty="0">
              <a:solidFill>
                <a:schemeClr val="accent3">
                  <a:lumMod val="75000"/>
                </a:schemeClr>
              </a:solidFill>
              <a:latin typeface="Cooper Black" pitchFamily="18" charset="0"/>
            </a:endParaRPr>
          </a:p>
        </p:txBody>
      </p:sp>
      <p:pic>
        <p:nvPicPr>
          <p:cNvPr id="8194" name="Picture 2" descr="Resultado de imagen para dibujo niÃ±o comiendo hot do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79"/>
          <a:stretch/>
        </p:blipFill>
        <p:spPr bwMode="auto">
          <a:xfrm>
            <a:off x="2892865" y="2382333"/>
            <a:ext cx="3467519" cy="327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534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2" y="-28454"/>
            <a:ext cx="9123428" cy="68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835696" y="1305115"/>
            <a:ext cx="58326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dirty="0">
                <a:latin typeface="Cooper Black" pitchFamily="18" charset="0"/>
              </a:rPr>
              <a:t> </a:t>
            </a:r>
            <a:r>
              <a:rPr lang="es-CL" sz="3200" dirty="0" smtClean="0">
                <a:latin typeface="Cooper Black" pitchFamily="18" charset="0"/>
              </a:rPr>
              <a:t> </a:t>
            </a:r>
            <a:r>
              <a:rPr lang="es-CL" sz="3200" dirty="0" smtClean="0">
                <a:solidFill>
                  <a:srgbClr val="00B0F0"/>
                </a:solidFill>
                <a:latin typeface="Cooper Black" pitchFamily="18" charset="0"/>
              </a:rPr>
              <a:t>Mi prima Teresa come  cereza. </a:t>
            </a:r>
            <a:endParaRPr lang="es-CL" sz="3200" dirty="0">
              <a:solidFill>
                <a:srgbClr val="00B0F0"/>
              </a:solidFill>
              <a:latin typeface="Cooper Black" pitchFamily="18" charset="0"/>
            </a:endParaRPr>
          </a:p>
        </p:txBody>
      </p:sp>
      <p:pic>
        <p:nvPicPr>
          <p:cNvPr id="7170" name="Picture 2" descr="Resultado de imagen para dibujo niÃ±a comiendo cerez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728" y="2378319"/>
            <a:ext cx="3408488" cy="360601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628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2" y="-28454"/>
            <a:ext cx="9123428" cy="68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296286" y="1484784"/>
            <a:ext cx="52280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3200" dirty="0" smtClean="0">
                <a:solidFill>
                  <a:schemeClr val="accent6">
                    <a:lumMod val="75000"/>
                  </a:schemeClr>
                </a:solidFill>
                <a:latin typeface="Cooper Black" pitchFamily="18" charset="0"/>
              </a:rPr>
              <a:t>La arañita Anacleta ya no anda en bicicleta. </a:t>
            </a:r>
            <a:endParaRPr lang="es-CL" sz="3200" dirty="0">
              <a:solidFill>
                <a:schemeClr val="accent6">
                  <a:lumMod val="75000"/>
                </a:schemeClr>
              </a:solidFill>
              <a:latin typeface="Cooper Black" pitchFamily="18" charset="0"/>
            </a:endParaRPr>
          </a:p>
        </p:txBody>
      </p:sp>
      <p:pic>
        <p:nvPicPr>
          <p:cNvPr id="5122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" t="6188" r="2762" b="5974"/>
          <a:stretch/>
        </p:blipFill>
        <p:spPr bwMode="auto">
          <a:xfrm>
            <a:off x="2438400" y="2728686"/>
            <a:ext cx="4513943" cy="2365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849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2" y="-28454"/>
            <a:ext cx="9123428" cy="68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123728" y="1484784"/>
            <a:ext cx="52280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3200" dirty="0" smtClean="0">
                <a:solidFill>
                  <a:srgbClr val="7030A0"/>
                </a:solidFill>
                <a:latin typeface="Cooper Black" pitchFamily="18" charset="0"/>
              </a:rPr>
              <a:t>Silvina mi gallina usa zapatos de bailarina.</a:t>
            </a:r>
            <a:endParaRPr lang="es-CL" sz="3200" dirty="0">
              <a:solidFill>
                <a:srgbClr val="7030A0"/>
              </a:solidFill>
              <a:latin typeface="Cooper Black" pitchFamily="18" charset="0"/>
            </a:endParaRPr>
          </a:p>
        </p:txBody>
      </p:sp>
      <p:pic>
        <p:nvPicPr>
          <p:cNvPr id="4098" name="Picture 2" descr="Resultado de imagen para dibujo de gallina con zapato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9"/>
          <a:stretch/>
        </p:blipFill>
        <p:spPr bwMode="auto">
          <a:xfrm>
            <a:off x="2966501" y="2676986"/>
            <a:ext cx="3525411" cy="284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02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2" y="-28454"/>
            <a:ext cx="9123428" cy="68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123728" y="1484784"/>
            <a:ext cx="52280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3200" dirty="0" smtClean="0">
                <a:solidFill>
                  <a:srgbClr val="00B0F0"/>
                </a:solidFill>
                <a:latin typeface="Cooper Black" pitchFamily="18" charset="0"/>
              </a:rPr>
              <a:t>Mi perro travieso no </a:t>
            </a:r>
          </a:p>
          <a:p>
            <a:pPr algn="ctr"/>
            <a:r>
              <a:rPr lang="es-CL" sz="3200" dirty="0" smtClean="0">
                <a:solidFill>
                  <a:srgbClr val="00B0F0"/>
                </a:solidFill>
                <a:latin typeface="Cooper Black" pitchFamily="18" charset="0"/>
              </a:rPr>
              <a:t>Quiere darme el hueso.</a:t>
            </a:r>
            <a:endParaRPr lang="es-CL" sz="3200" dirty="0">
              <a:solidFill>
                <a:srgbClr val="00B0F0"/>
              </a:solidFill>
              <a:latin typeface="Cooper Black" pitchFamily="18" charset="0"/>
            </a:endParaRPr>
          </a:p>
        </p:txBody>
      </p:sp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32" t="3661" r="12301"/>
          <a:stretch/>
        </p:blipFill>
        <p:spPr bwMode="auto">
          <a:xfrm>
            <a:off x="3563888" y="2562002"/>
            <a:ext cx="3067802" cy="315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983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2" y="-28454"/>
            <a:ext cx="9123428" cy="68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296286" y="1484784"/>
            <a:ext cx="52280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3200" dirty="0" smtClean="0">
                <a:solidFill>
                  <a:srgbClr val="7030A0"/>
                </a:solidFill>
                <a:latin typeface="Cooper Black" pitchFamily="18" charset="0"/>
              </a:rPr>
              <a:t>Mi amigo Vicente juega en el puente. </a:t>
            </a:r>
            <a:endParaRPr lang="es-CL" sz="3200" dirty="0">
              <a:solidFill>
                <a:srgbClr val="7030A0"/>
              </a:solidFill>
              <a:latin typeface="Cooper Black" pitchFamily="18" charset="0"/>
            </a:endParaRPr>
          </a:p>
        </p:txBody>
      </p:sp>
      <p:pic>
        <p:nvPicPr>
          <p:cNvPr id="11268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6"/>
          <a:stretch/>
        </p:blipFill>
        <p:spPr bwMode="auto">
          <a:xfrm>
            <a:off x="2915816" y="2562002"/>
            <a:ext cx="4286250" cy="281121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5790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80</Words>
  <Application>Microsoft Office PowerPoint</Application>
  <PresentationFormat>Presentación en pantalla (4:3)</PresentationFormat>
  <Paragraphs>12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8</cp:revision>
  <dcterms:created xsi:type="dcterms:W3CDTF">2019-03-15T23:57:38Z</dcterms:created>
  <dcterms:modified xsi:type="dcterms:W3CDTF">2019-03-16T01:15:19Z</dcterms:modified>
</cp:coreProperties>
</file>